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5"/>
  </p:notesMasterIdLst>
  <p:sldIdLst>
    <p:sldId id="256" r:id="rId2"/>
    <p:sldId id="257" r:id="rId3"/>
    <p:sldId id="258" r:id="rId4"/>
    <p:sldId id="265" r:id="rId5"/>
    <p:sldId id="266" r:id="rId6"/>
    <p:sldId id="276" r:id="rId7"/>
    <p:sldId id="271" r:id="rId8"/>
    <p:sldId id="274" r:id="rId9"/>
    <p:sldId id="275" r:id="rId10"/>
    <p:sldId id="267" r:id="rId11"/>
    <p:sldId id="268" r:id="rId12"/>
    <p:sldId id="269" r:id="rId13"/>
    <p:sldId id="270"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5C168A-E405-4054-B3B1-A81B9786E6F8}" v="91" dt="2025-03-05T10:13:03.0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63" autoAdjust="0"/>
    <p:restoredTop sz="94660"/>
  </p:normalViewPr>
  <p:slideViewPr>
    <p:cSldViewPr snapToGrid="0">
      <p:cViewPr varScale="1">
        <p:scale>
          <a:sx n="90" d="100"/>
          <a:sy n="90" d="100"/>
        </p:scale>
        <p:origin x="16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wayne Ferron" userId="bbf82302c5a4c514" providerId="LiveId" clId="{FB5C168A-E405-4054-B3B1-A81B9786E6F8}"/>
    <pc:docChg chg="undo custSel addSld delSld modSld sldOrd">
      <pc:chgData name="Kiwayne Ferron" userId="bbf82302c5a4c514" providerId="LiveId" clId="{FB5C168A-E405-4054-B3B1-A81B9786E6F8}" dt="2025-03-05T10:13:03.041" v="150"/>
      <pc:docMkLst>
        <pc:docMk/>
      </pc:docMkLst>
      <pc:sldChg chg="modSp mod">
        <pc:chgData name="Kiwayne Ferron" userId="bbf82302c5a4c514" providerId="LiveId" clId="{FB5C168A-E405-4054-B3B1-A81B9786E6F8}" dt="2025-03-05T09:55:02.736" v="63" actId="20577"/>
        <pc:sldMkLst>
          <pc:docMk/>
          <pc:sldMk cId="3513226726" sldId="256"/>
        </pc:sldMkLst>
        <pc:spChg chg="mod">
          <ac:chgData name="Kiwayne Ferron" userId="bbf82302c5a4c514" providerId="LiveId" clId="{FB5C168A-E405-4054-B3B1-A81B9786E6F8}" dt="2025-03-05T09:55:02.736" v="63" actId="20577"/>
          <ac:spMkLst>
            <pc:docMk/>
            <pc:sldMk cId="3513226726" sldId="256"/>
            <ac:spMk id="2" creationId="{A110B25B-7105-47D8-A609-B32D58F05676}"/>
          </ac:spMkLst>
        </pc:spChg>
      </pc:sldChg>
      <pc:sldChg chg="modSp">
        <pc:chgData name="Kiwayne Ferron" userId="bbf82302c5a4c514" providerId="LiveId" clId="{FB5C168A-E405-4054-B3B1-A81B9786E6F8}" dt="2025-03-05T09:58:15.922" v="70" actId="2711"/>
        <pc:sldMkLst>
          <pc:docMk/>
          <pc:sldMk cId="2207336221" sldId="257"/>
        </pc:sldMkLst>
        <pc:spChg chg="mod">
          <ac:chgData name="Kiwayne Ferron" userId="bbf82302c5a4c514" providerId="LiveId" clId="{FB5C168A-E405-4054-B3B1-A81B9786E6F8}" dt="2025-03-05T09:58:15.922" v="70" actId="2711"/>
          <ac:spMkLst>
            <pc:docMk/>
            <pc:sldMk cId="2207336221" sldId="257"/>
            <ac:spMk id="3" creationId="{BD65097C-C070-472F-A4E6-074E981C3F13}"/>
          </ac:spMkLst>
        </pc:spChg>
      </pc:sldChg>
      <pc:sldChg chg="modSp mod">
        <pc:chgData name="Kiwayne Ferron" userId="bbf82302c5a4c514" providerId="LiveId" clId="{FB5C168A-E405-4054-B3B1-A81B9786E6F8}" dt="2025-03-05T09:58:51.912" v="74" actId="27636"/>
        <pc:sldMkLst>
          <pc:docMk/>
          <pc:sldMk cId="3078035251" sldId="258"/>
        </pc:sldMkLst>
        <pc:spChg chg="mod">
          <ac:chgData name="Kiwayne Ferron" userId="bbf82302c5a4c514" providerId="LiveId" clId="{FB5C168A-E405-4054-B3B1-A81B9786E6F8}" dt="2025-03-05T09:58:51.912" v="74" actId="27636"/>
          <ac:spMkLst>
            <pc:docMk/>
            <pc:sldMk cId="3078035251" sldId="258"/>
            <ac:spMk id="3" creationId="{A008F281-694C-4AA7-9376-5D241846C1C5}"/>
          </ac:spMkLst>
        </pc:spChg>
      </pc:sldChg>
      <pc:sldChg chg="del">
        <pc:chgData name="Kiwayne Ferron" userId="bbf82302c5a4c514" providerId="LiveId" clId="{FB5C168A-E405-4054-B3B1-A81B9786E6F8}" dt="2025-03-05T09:40:46.135" v="0" actId="2696"/>
        <pc:sldMkLst>
          <pc:docMk/>
          <pc:sldMk cId="2495647956" sldId="259"/>
        </pc:sldMkLst>
      </pc:sldChg>
      <pc:sldChg chg="del">
        <pc:chgData name="Kiwayne Ferron" userId="bbf82302c5a4c514" providerId="LiveId" clId="{FB5C168A-E405-4054-B3B1-A81B9786E6F8}" dt="2025-03-05T09:40:53.008" v="1" actId="2696"/>
        <pc:sldMkLst>
          <pc:docMk/>
          <pc:sldMk cId="2356233259" sldId="260"/>
        </pc:sldMkLst>
      </pc:sldChg>
      <pc:sldChg chg="del">
        <pc:chgData name="Kiwayne Ferron" userId="bbf82302c5a4c514" providerId="LiveId" clId="{FB5C168A-E405-4054-B3B1-A81B9786E6F8}" dt="2025-03-05T09:40:58.202" v="2" actId="2696"/>
        <pc:sldMkLst>
          <pc:docMk/>
          <pc:sldMk cId="1242466705" sldId="261"/>
        </pc:sldMkLst>
      </pc:sldChg>
      <pc:sldChg chg="del">
        <pc:chgData name="Kiwayne Ferron" userId="bbf82302c5a4c514" providerId="LiveId" clId="{FB5C168A-E405-4054-B3B1-A81B9786E6F8}" dt="2025-03-05T09:41:03.285" v="3" actId="2696"/>
        <pc:sldMkLst>
          <pc:docMk/>
          <pc:sldMk cId="1073784433" sldId="262"/>
        </pc:sldMkLst>
      </pc:sldChg>
      <pc:sldChg chg="del">
        <pc:chgData name="Kiwayne Ferron" userId="bbf82302c5a4c514" providerId="LiveId" clId="{FB5C168A-E405-4054-B3B1-A81B9786E6F8}" dt="2025-03-05T09:41:09.125" v="4" actId="2696"/>
        <pc:sldMkLst>
          <pc:docMk/>
          <pc:sldMk cId="2040091103" sldId="263"/>
        </pc:sldMkLst>
      </pc:sldChg>
      <pc:sldChg chg="del">
        <pc:chgData name="Kiwayne Ferron" userId="bbf82302c5a4c514" providerId="LiveId" clId="{FB5C168A-E405-4054-B3B1-A81B9786E6F8}" dt="2025-03-05T09:41:27.389" v="5" actId="2696"/>
        <pc:sldMkLst>
          <pc:docMk/>
          <pc:sldMk cId="4108953576" sldId="264"/>
        </pc:sldMkLst>
      </pc:sldChg>
      <pc:sldChg chg="modSp">
        <pc:chgData name="Kiwayne Ferron" userId="bbf82302c5a4c514" providerId="LiveId" clId="{FB5C168A-E405-4054-B3B1-A81B9786E6F8}" dt="2025-03-05T09:48:08.597" v="21" actId="20577"/>
        <pc:sldMkLst>
          <pc:docMk/>
          <pc:sldMk cId="913265778" sldId="265"/>
        </pc:sldMkLst>
        <pc:spChg chg="mod">
          <ac:chgData name="Kiwayne Ferron" userId="bbf82302c5a4c514" providerId="LiveId" clId="{FB5C168A-E405-4054-B3B1-A81B9786E6F8}" dt="2025-03-05T09:48:08.597" v="21" actId="20577"/>
          <ac:spMkLst>
            <pc:docMk/>
            <pc:sldMk cId="913265778" sldId="265"/>
            <ac:spMk id="3" creationId="{CA31925E-D519-4367-ACD5-178E4520AAEF}"/>
          </ac:spMkLst>
        </pc:spChg>
      </pc:sldChg>
      <pc:sldChg chg="modSp mod modAnim">
        <pc:chgData name="Kiwayne Ferron" userId="bbf82302c5a4c514" providerId="LiveId" clId="{FB5C168A-E405-4054-B3B1-A81B9786E6F8}" dt="2025-03-05T09:59:58.632" v="81" actId="14100"/>
        <pc:sldMkLst>
          <pc:docMk/>
          <pc:sldMk cId="1600015658" sldId="266"/>
        </pc:sldMkLst>
        <pc:spChg chg="mod">
          <ac:chgData name="Kiwayne Ferron" userId="bbf82302c5a4c514" providerId="LiveId" clId="{FB5C168A-E405-4054-B3B1-A81B9786E6F8}" dt="2025-03-05T09:59:18.599" v="77" actId="122"/>
          <ac:spMkLst>
            <pc:docMk/>
            <pc:sldMk cId="1600015658" sldId="266"/>
            <ac:spMk id="3" creationId="{CA31925E-D519-4367-ACD5-178E4520AAEF}"/>
          </ac:spMkLst>
        </pc:spChg>
        <pc:picChg chg="mod">
          <ac:chgData name="Kiwayne Ferron" userId="bbf82302c5a4c514" providerId="LiveId" clId="{FB5C168A-E405-4054-B3B1-A81B9786E6F8}" dt="2025-03-05T09:59:58.632" v="81" actId="14100"/>
          <ac:picMkLst>
            <pc:docMk/>
            <pc:sldMk cId="1600015658" sldId="266"/>
            <ac:picMk id="5" creationId="{64AE86EA-836B-4B33-89A2-D96CB523EB2C}"/>
          </ac:picMkLst>
        </pc:picChg>
      </pc:sldChg>
      <pc:sldChg chg="modSp">
        <pc:chgData name="Kiwayne Ferron" userId="bbf82302c5a4c514" providerId="LiveId" clId="{FB5C168A-E405-4054-B3B1-A81B9786E6F8}" dt="2025-03-05T10:09:11.391" v="132" actId="2711"/>
        <pc:sldMkLst>
          <pc:docMk/>
          <pc:sldMk cId="4001834667" sldId="268"/>
        </pc:sldMkLst>
        <pc:spChg chg="mod">
          <ac:chgData name="Kiwayne Ferron" userId="bbf82302c5a4c514" providerId="LiveId" clId="{FB5C168A-E405-4054-B3B1-A81B9786E6F8}" dt="2025-03-05T10:09:11.391" v="132" actId="2711"/>
          <ac:spMkLst>
            <pc:docMk/>
            <pc:sldMk cId="4001834667" sldId="268"/>
            <ac:spMk id="3" creationId="{9F68AE0D-7FA6-48BA-9885-C9EF54F4FEAC}"/>
          </ac:spMkLst>
        </pc:spChg>
      </pc:sldChg>
      <pc:sldChg chg="modSp">
        <pc:chgData name="Kiwayne Ferron" userId="bbf82302c5a4c514" providerId="LiveId" clId="{FB5C168A-E405-4054-B3B1-A81B9786E6F8}" dt="2025-03-05T10:08:58.866" v="131" actId="2711"/>
        <pc:sldMkLst>
          <pc:docMk/>
          <pc:sldMk cId="1317824761" sldId="269"/>
        </pc:sldMkLst>
        <pc:spChg chg="mod">
          <ac:chgData name="Kiwayne Ferron" userId="bbf82302c5a4c514" providerId="LiveId" clId="{FB5C168A-E405-4054-B3B1-A81B9786E6F8}" dt="2025-03-05T10:08:58.866" v="131" actId="2711"/>
          <ac:spMkLst>
            <pc:docMk/>
            <pc:sldMk cId="1317824761" sldId="269"/>
            <ac:spMk id="3" creationId="{9F68AE0D-7FA6-48BA-9885-C9EF54F4FEAC}"/>
          </ac:spMkLst>
        </pc:spChg>
      </pc:sldChg>
      <pc:sldChg chg="modSp modAnim">
        <pc:chgData name="Kiwayne Ferron" userId="bbf82302c5a4c514" providerId="LiveId" clId="{FB5C168A-E405-4054-B3B1-A81B9786E6F8}" dt="2025-03-05T10:02:00.919" v="94" actId="2711"/>
        <pc:sldMkLst>
          <pc:docMk/>
          <pc:sldMk cId="1868989498" sldId="271"/>
        </pc:sldMkLst>
        <pc:spChg chg="mod">
          <ac:chgData name="Kiwayne Ferron" userId="bbf82302c5a4c514" providerId="LiveId" clId="{FB5C168A-E405-4054-B3B1-A81B9786E6F8}" dt="2025-03-05T10:02:00.919" v="94" actId="2711"/>
          <ac:spMkLst>
            <pc:docMk/>
            <pc:sldMk cId="1868989498" sldId="271"/>
            <ac:spMk id="3" creationId="{C36121EF-31CC-4E3D-A5D2-740F26FE2CB4}"/>
          </ac:spMkLst>
        </pc:spChg>
      </pc:sldChg>
      <pc:sldChg chg="modSp mod modAnim">
        <pc:chgData name="Kiwayne Ferron" userId="bbf82302c5a4c514" providerId="LiveId" clId="{FB5C168A-E405-4054-B3B1-A81B9786E6F8}" dt="2025-03-05T10:11:41.126" v="141"/>
        <pc:sldMkLst>
          <pc:docMk/>
          <pc:sldMk cId="544920826" sldId="274"/>
        </pc:sldMkLst>
        <pc:spChg chg="mod">
          <ac:chgData name="Kiwayne Ferron" userId="bbf82302c5a4c514" providerId="LiveId" clId="{FB5C168A-E405-4054-B3B1-A81B9786E6F8}" dt="2025-03-05T10:03:33.260" v="99" actId="14100"/>
          <ac:spMkLst>
            <pc:docMk/>
            <pc:sldMk cId="544920826" sldId="274"/>
            <ac:spMk id="2" creationId="{C4294B65-91CF-452A-8139-5AFCCA9EB8CB}"/>
          </ac:spMkLst>
        </pc:spChg>
        <pc:spChg chg="mod">
          <ac:chgData name="Kiwayne Ferron" userId="bbf82302c5a4c514" providerId="LiveId" clId="{FB5C168A-E405-4054-B3B1-A81B9786E6F8}" dt="2025-03-05T10:04:13.062" v="106" actId="2711"/>
          <ac:spMkLst>
            <pc:docMk/>
            <pc:sldMk cId="544920826" sldId="274"/>
            <ac:spMk id="3" creationId="{C36121EF-31CC-4E3D-A5D2-740F26FE2CB4}"/>
          </ac:spMkLst>
        </pc:spChg>
      </pc:sldChg>
      <pc:sldChg chg="addSp delSp modSp mod addAnim delAnim modAnim">
        <pc:chgData name="Kiwayne Ferron" userId="bbf82302c5a4c514" providerId="LiveId" clId="{FB5C168A-E405-4054-B3B1-A81B9786E6F8}" dt="2025-03-05T10:13:03.041" v="150"/>
        <pc:sldMkLst>
          <pc:docMk/>
          <pc:sldMk cId="3998629446" sldId="275"/>
        </pc:sldMkLst>
        <pc:spChg chg="add del mod">
          <ac:chgData name="Kiwayne Ferron" userId="bbf82302c5a4c514" providerId="LiveId" clId="{FB5C168A-E405-4054-B3B1-A81B9786E6F8}" dt="2025-03-05T10:06:03.438" v="124" actId="1076"/>
          <ac:spMkLst>
            <pc:docMk/>
            <pc:sldMk cId="3998629446" sldId="275"/>
            <ac:spMk id="2" creationId="{C4294B65-91CF-452A-8139-5AFCCA9EB8CB}"/>
          </ac:spMkLst>
        </pc:spChg>
        <pc:spChg chg="mod">
          <ac:chgData name="Kiwayne Ferron" userId="bbf82302c5a4c514" providerId="LiveId" clId="{FB5C168A-E405-4054-B3B1-A81B9786E6F8}" dt="2025-03-05T10:06:21.236" v="130" actId="2711"/>
          <ac:spMkLst>
            <pc:docMk/>
            <pc:sldMk cId="3998629446" sldId="275"/>
            <ac:spMk id="3" creationId="{C36121EF-31CC-4E3D-A5D2-740F26FE2CB4}"/>
          </ac:spMkLst>
        </pc:spChg>
      </pc:sldChg>
      <pc:sldChg chg="modSp add ord modAnim">
        <pc:chgData name="Kiwayne Ferron" userId="bbf82302c5a4c514" providerId="LiveId" clId="{FB5C168A-E405-4054-B3B1-A81B9786E6F8}" dt="2025-03-05T10:01:22.108" v="90" actId="20577"/>
        <pc:sldMkLst>
          <pc:docMk/>
          <pc:sldMk cId="1946965195" sldId="276"/>
        </pc:sldMkLst>
        <pc:spChg chg="mod">
          <ac:chgData name="Kiwayne Ferron" userId="bbf82302c5a4c514" providerId="LiveId" clId="{FB5C168A-E405-4054-B3B1-A81B9786E6F8}" dt="2025-03-05T10:01:22.108" v="90" actId="20577"/>
          <ac:spMkLst>
            <pc:docMk/>
            <pc:sldMk cId="1946965195" sldId="276"/>
            <ac:spMk id="3" creationId="{E6AFA795-5ECC-1161-9061-EE08CE150829}"/>
          </ac:spMkLst>
        </pc:spChg>
      </pc:sldChg>
    </pc:docChg>
  </pc:docChgLst>
  <pc:docChgLst>
    <pc:chgData name="Kiwayne Ferron" userId="cf52ff3f98f6f705" providerId="LiveId" clId="{03935B3F-B806-41A6-9CEA-452C35FA4629}"/>
    <pc:docChg chg="undo custSel addSld delSld modSld">
      <pc:chgData name="Kiwayne Ferron" userId="cf52ff3f98f6f705" providerId="LiveId" clId="{03935B3F-B806-41A6-9CEA-452C35FA4629}" dt="2020-11-12T23:38:21.610" v="731" actId="20577"/>
      <pc:docMkLst>
        <pc:docMk/>
      </pc:docMkLst>
      <pc:sldChg chg="addSp modSp mod modTransition">
        <pc:chgData name="Kiwayne Ferron" userId="cf52ff3f98f6f705" providerId="LiveId" clId="{03935B3F-B806-41A6-9CEA-452C35FA4629}" dt="2020-11-12T21:48:16.240" v="687" actId="1440"/>
        <pc:sldMkLst>
          <pc:docMk/>
          <pc:sldMk cId="2207336221" sldId="257"/>
        </pc:sldMkLst>
      </pc:sldChg>
      <pc:sldChg chg="modTransition">
        <pc:chgData name="Kiwayne Ferron" userId="cf52ff3f98f6f705" providerId="LiveId" clId="{03935B3F-B806-41A6-9CEA-452C35FA4629}" dt="2020-11-12T20:53:05.946" v="296"/>
        <pc:sldMkLst>
          <pc:docMk/>
          <pc:sldMk cId="3078035251" sldId="258"/>
        </pc:sldMkLst>
      </pc:sldChg>
      <pc:sldChg chg="addSp modSp mod modTransition">
        <pc:chgData name="Kiwayne Ferron" userId="cf52ff3f98f6f705" providerId="LiveId" clId="{03935B3F-B806-41A6-9CEA-452C35FA4629}" dt="2020-11-12T23:38:21.610" v="731" actId="20577"/>
        <pc:sldMkLst>
          <pc:docMk/>
          <pc:sldMk cId="2495647956" sldId="259"/>
        </pc:sldMkLst>
      </pc:sldChg>
      <pc:sldChg chg="modTransition">
        <pc:chgData name="Kiwayne Ferron" userId="cf52ff3f98f6f705" providerId="LiveId" clId="{03935B3F-B806-41A6-9CEA-452C35FA4629}" dt="2020-11-12T20:53:37.278" v="298"/>
        <pc:sldMkLst>
          <pc:docMk/>
          <pc:sldMk cId="2356233259" sldId="260"/>
        </pc:sldMkLst>
      </pc:sldChg>
      <pc:sldChg chg="modTransition">
        <pc:chgData name="Kiwayne Ferron" userId="cf52ff3f98f6f705" providerId="LiveId" clId="{03935B3F-B806-41A6-9CEA-452C35FA4629}" dt="2020-11-12T20:53:46.780" v="299"/>
        <pc:sldMkLst>
          <pc:docMk/>
          <pc:sldMk cId="1242466705" sldId="261"/>
        </pc:sldMkLst>
      </pc:sldChg>
      <pc:sldChg chg="modTransition">
        <pc:chgData name="Kiwayne Ferron" userId="cf52ff3f98f6f705" providerId="LiveId" clId="{03935B3F-B806-41A6-9CEA-452C35FA4629}" dt="2020-11-12T20:54:04.156" v="300"/>
        <pc:sldMkLst>
          <pc:docMk/>
          <pc:sldMk cId="1073784433" sldId="262"/>
        </pc:sldMkLst>
      </pc:sldChg>
      <pc:sldChg chg="modTransition">
        <pc:chgData name="Kiwayne Ferron" userId="cf52ff3f98f6f705" providerId="LiveId" clId="{03935B3F-B806-41A6-9CEA-452C35FA4629}" dt="2020-11-12T20:54:20.950" v="301"/>
        <pc:sldMkLst>
          <pc:docMk/>
          <pc:sldMk cId="2040091103" sldId="263"/>
        </pc:sldMkLst>
      </pc:sldChg>
      <pc:sldChg chg="modTransition">
        <pc:chgData name="Kiwayne Ferron" userId="cf52ff3f98f6f705" providerId="LiveId" clId="{03935B3F-B806-41A6-9CEA-452C35FA4629}" dt="2020-11-12T20:54:31.570" v="302"/>
        <pc:sldMkLst>
          <pc:docMk/>
          <pc:sldMk cId="4108953576" sldId="264"/>
        </pc:sldMkLst>
      </pc:sldChg>
      <pc:sldChg chg="modTransition">
        <pc:chgData name="Kiwayne Ferron" userId="cf52ff3f98f6f705" providerId="LiveId" clId="{03935B3F-B806-41A6-9CEA-452C35FA4629}" dt="2020-11-12T20:54:44.654" v="303"/>
        <pc:sldMkLst>
          <pc:docMk/>
          <pc:sldMk cId="913265778" sldId="265"/>
        </pc:sldMkLst>
      </pc:sldChg>
      <pc:sldChg chg="addSp modSp mod modTransition">
        <pc:chgData name="Kiwayne Ferron" userId="cf52ff3f98f6f705" providerId="LiveId" clId="{03935B3F-B806-41A6-9CEA-452C35FA4629}" dt="2020-11-12T21:52:14.216" v="702" actId="14100"/>
        <pc:sldMkLst>
          <pc:docMk/>
          <pc:sldMk cId="1600015658" sldId="266"/>
        </pc:sldMkLst>
      </pc:sldChg>
      <pc:sldChg chg="addSp modSp new mod modTransition">
        <pc:chgData name="Kiwayne Ferron" userId="cf52ff3f98f6f705" providerId="LiveId" clId="{03935B3F-B806-41A6-9CEA-452C35FA4629}" dt="2020-11-12T21:53:45.599" v="706" actId="14100"/>
        <pc:sldMkLst>
          <pc:docMk/>
          <pc:sldMk cId="1455730376" sldId="267"/>
        </pc:sldMkLst>
      </pc:sldChg>
      <pc:sldChg chg="modSp add mod modTransition modAnim">
        <pc:chgData name="Kiwayne Ferron" userId="cf52ff3f98f6f705" providerId="LiveId" clId="{03935B3F-B806-41A6-9CEA-452C35FA4629}" dt="2020-11-12T20:56:54.854" v="312"/>
        <pc:sldMkLst>
          <pc:docMk/>
          <pc:sldMk cId="4001834667" sldId="268"/>
        </pc:sldMkLst>
      </pc:sldChg>
      <pc:sldChg chg="modSp add mod modTransition modAnim">
        <pc:chgData name="Kiwayne Ferron" userId="cf52ff3f98f6f705" providerId="LiveId" clId="{03935B3F-B806-41A6-9CEA-452C35FA4629}" dt="2020-11-12T20:57:22.106" v="316"/>
        <pc:sldMkLst>
          <pc:docMk/>
          <pc:sldMk cId="1317824761" sldId="269"/>
        </pc:sldMkLst>
      </pc:sldChg>
      <pc:sldChg chg="addSp delSp modSp new mod modTransition modAnim">
        <pc:chgData name="Kiwayne Ferron" userId="cf52ff3f98f6f705" providerId="LiveId" clId="{03935B3F-B806-41A6-9CEA-452C35FA4629}" dt="2020-11-12T21:57:52.920" v="720"/>
        <pc:sldMkLst>
          <pc:docMk/>
          <pc:sldMk cId="3297292621" sldId="270"/>
        </pc:sldMkLst>
      </pc:sldChg>
      <pc:sldChg chg="modSp new mod modTransition modAnim">
        <pc:chgData name="Kiwayne Ferron" userId="cf52ff3f98f6f705" providerId="LiveId" clId="{03935B3F-B806-41A6-9CEA-452C35FA4629}" dt="2020-11-12T21:25:12.462" v="495"/>
        <pc:sldMkLst>
          <pc:docMk/>
          <pc:sldMk cId="1868989498" sldId="271"/>
        </pc:sldMkLst>
      </pc:sldChg>
      <pc:sldChg chg="addSp delSp modSp new del mod modTransition modClrScheme modAnim chgLayout">
        <pc:chgData name="Kiwayne Ferron" userId="cf52ff3f98f6f705" providerId="LiveId" clId="{03935B3F-B806-41A6-9CEA-452C35FA4629}" dt="2020-11-12T21:34:58.903" v="635" actId="2696"/>
        <pc:sldMkLst>
          <pc:docMk/>
          <pc:sldMk cId="4188771324" sldId="272"/>
        </pc:sldMkLst>
      </pc:sldChg>
      <pc:sldChg chg="modSp new del mod modTransition">
        <pc:chgData name="Kiwayne Ferron" userId="cf52ff3f98f6f705" providerId="LiveId" clId="{03935B3F-B806-41A6-9CEA-452C35FA4629}" dt="2020-11-12T21:37:45.517" v="671" actId="2696"/>
        <pc:sldMkLst>
          <pc:docMk/>
          <pc:sldMk cId="913556655" sldId="273"/>
        </pc:sldMkLst>
      </pc:sldChg>
      <pc:sldChg chg="modSp add mod modAnim">
        <pc:chgData name="Kiwayne Ferron" userId="cf52ff3f98f6f705" providerId="LiveId" clId="{03935B3F-B806-41A6-9CEA-452C35FA4629}" dt="2020-11-12T21:34:49.132" v="634"/>
        <pc:sldMkLst>
          <pc:docMk/>
          <pc:sldMk cId="544920826" sldId="274"/>
        </pc:sldMkLst>
      </pc:sldChg>
      <pc:sldChg chg="modSp new del mod modAnim">
        <pc:chgData name="Kiwayne Ferron" userId="cf52ff3f98f6f705" providerId="LiveId" clId="{03935B3F-B806-41A6-9CEA-452C35FA4629}" dt="2020-11-12T21:31:10.466" v="557" actId="2696"/>
        <pc:sldMkLst>
          <pc:docMk/>
          <pc:sldMk cId="4036681950" sldId="274"/>
        </pc:sldMkLst>
      </pc:sldChg>
      <pc:sldChg chg="modSp add mod modAnim">
        <pc:chgData name="Kiwayne Ferron" userId="cf52ff3f98f6f705" providerId="LiveId" clId="{03935B3F-B806-41A6-9CEA-452C35FA4629}" dt="2020-11-12T21:37:41.186" v="670"/>
        <pc:sldMkLst>
          <pc:docMk/>
          <pc:sldMk cId="3998629446" sldId="27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M"/>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881576-3D19-4097-AEC8-AF4A20691ED4}" type="datetimeFigureOut">
              <a:rPr lang="en-JM" smtClean="0"/>
              <a:t>5/3/2025</a:t>
            </a:fld>
            <a:endParaRPr lang="en-JM"/>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JM"/>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JM"/>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JM"/>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6DC2CF-BF26-4EB5-B7D7-D3BC1488ACF5}" type="slidenum">
              <a:rPr lang="en-JM" smtClean="0"/>
              <a:t>‹#›</a:t>
            </a:fld>
            <a:endParaRPr lang="en-JM"/>
          </a:p>
        </p:txBody>
      </p:sp>
    </p:spTree>
    <p:extLst>
      <p:ext uri="{BB962C8B-B14F-4D97-AF65-F5344CB8AC3E}">
        <p14:creationId xmlns:p14="http://schemas.microsoft.com/office/powerpoint/2010/main" val="2360329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JM" dirty="0"/>
          </a:p>
        </p:txBody>
      </p:sp>
      <p:sp>
        <p:nvSpPr>
          <p:cNvPr id="4" name="Slide Number Placeholder 3"/>
          <p:cNvSpPr>
            <a:spLocks noGrp="1"/>
          </p:cNvSpPr>
          <p:nvPr>
            <p:ph type="sldNum" sz="quarter" idx="5"/>
          </p:nvPr>
        </p:nvSpPr>
        <p:spPr/>
        <p:txBody>
          <a:bodyPr/>
          <a:lstStyle/>
          <a:p>
            <a:fld id="{3E6DC2CF-BF26-4EB5-B7D7-D3BC1488ACF5}" type="slidenum">
              <a:rPr lang="en-JM" smtClean="0"/>
              <a:t>4</a:t>
            </a:fld>
            <a:endParaRPr lang="en-JM"/>
          </a:p>
        </p:txBody>
      </p:sp>
    </p:spTree>
    <p:extLst>
      <p:ext uri="{BB962C8B-B14F-4D97-AF65-F5344CB8AC3E}">
        <p14:creationId xmlns:p14="http://schemas.microsoft.com/office/powerpoint/2010/main" val="1447831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96C84E-8070-440B-BAE9-AFF469F7E157}" type="datetimeFigureOut">
              <a:rPr lang="en-GB" smtClean="0"/>
              <a:t>05/03/2025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D3A73D9-4D1F-4DB4-A227-344E86AB4BFC}" type="slidenum">
              <a:rPr lang="en-GB" smtClean="0"/>
              <a:t>‹#›</a:t>
            </a:fld>
            <a:endParaRPr lang="en-GB"/>
          </a:p>
        </p:txBody>
      </p:sp>
    </p:spTree>
    <p:extLst>
      <p:ext uri="{BB962C8B-B14F-4D97-AF65-F5344CB8AC3E}">
        <p14:creationId xmlns:p14="http://schemas.microsoft.com/office/powerpoint/2010/main" val="1069516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C96C84E-8070-440B-BAE9-AFF469F7E157}" type="datetimeFigureOut">
              <a:rPr lang="en-GB" smtClean="0"/>
              <a:t>05/03/2025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D3A73D9-4D1F-4DB4-A227-344E86AB4BFC}" type="slidenum">
              <a:rPr lang="en-GB" smtClean="0"/>
              <a:t>‹#›</a:t>
            </a:fld>
            <a:endParaRPr lang="en-GB"/>
          </a:p>
        </p:txBody>
      </p:sp>
    </p:spTree>
    <p:extLst>
      <p:ext uri="{BB962C8B-B14F-4D97-AF65-F5344CB8AC3E}">
        <p14:creationId xmlns:p14="http://schemas.microsoft.com/office/powerpoint/2010/main" val="19375996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96C84E-8070-440B-BAE9-AFF469F7E157}" type="datetimeFigureOut">
              <a:rPr lang="en-GB" smtClean="0"/>
              <a:t>05/03/2025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D3A73D9-4D1F-4DB4-A227-344E86AB4BFC}" type="slidenum">
              <a:rPr lang="en-GB" smtClean="0"/>
              <a:t>‹#›</a:t>
            </a:fld>
            <a:endParaRPr lang="en-GB"/>
          </a:p>
        </p:txBody>
      </p:sp>
    </p:spTree>
    <p:extLst>
      <p:ext uri="{BB962C8B-B14F-4D97-AF65-F5344CB8AC3E}">
        <p14:creationId xmlns:p14="http://schemas.microsoft.com/office/powerpoint/2010/main" val="3477817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96C84E-8070-440B-BAE9-AFF469F7E157}" type="datetimeFigureOut">
              <a:rPr lang="en-GB" smtClean="0"/>
              <a:t>05/03/2025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D3A73D9-4D1F-4DB4-A227-344E86AB4BFC}" type="slidenum">
              <a:rPr lang="en-GB" smtClean="0"/>
              <a:t>‹#›</a:t>
            </a:fld>
            <a:endParaRPr lang="en-GB"/>
          </a:p>
        </p:txBody>
      </p:sp>
    </p:spTree>
    <p:extLst>
      <p:ext uri="{BB962C8B-B14F-4D97-AF65-F5344CB8AC3E}">
        <p14:creationId xmlns:p14="http://schemas.microsoft.com/office/powerpoint/2010/main" val="36133892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96C84E-8070-440B-BAE9-AFF469F7E157}" type="datetimeFigureOut">
              <a:rPr lang="en-GB" smtClean="0"/>
              <a:t>05/03/2025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D3A73D9-4D1F-4DB4-A227-344E86AB4BFC}" type="slidenum">
              <a:rPr lang="en-GB" smtClean="0"/>
              <a:t>‹#›</a:t>
            </a:fld>
            <a:endParaRPr lang="en-GB"/>
          </a:p>
        </p:txBody>
      </p:sp>
    </p:spTree>
    <p:extLst>
      <p:ext uri="{BB962C8B-B14F-4D97-AF65-F5344CB8AC3E}">
        <p14:creationId xmlns:p14="http://schemas.microsoft.com/office/powerpoint/2010/main" val="1964647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C96C84E-8070-440B-BAE9-AFF469F7E157}" type="datetimeFigureOut">
              <a:rPr lang="en-GB" smtClean="0"/>
              <a:t>05/03/2025</a:t>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fld id="{1D3A73D9-4D1F-4DB4-A227-344E86AB4BFC}" type="slidenum">
              <a:rPr lang="en-GB" smtClean="0"/>
              <a:t>‹#›</a:t>
            </a:fld>
            <a:endParaRPr lang="en-GB"/>
          </a:p>
        </p:txBody>
      </p:sp>
    </p:spTree>
    <p:extLst>
      <p:ext uri="{BB962C8B-B14F-4D97-AF65-F5344CB8AC3E}">
        <p14:creationId xmlns:p14="http://schemas.microsoft.com/office/powerpoint/2010/main" val="6579391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C96C84E-8070-440B-BAE9-AFF469F7E157}" type="datetimeFigureOut">
              <a:rPr lang="en-GB" smtClean="0"/>
              <a:t>05/03/2025</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1D3A73D9-4D1F-4DB4-A227-344E86AB4BFC}" type="slidenum">
              <a:rPr lang="en-GB" smtClean="0"/>
              <a:t>‹#›</a:t>
            </a:fld>
            <a:endParaRPr lang="en-GB"/>
          </a:p>
        </p:txBody>
      </p:sp>
    </p:spTree>
    <p:extLst>
      <p:ext uri="{BB962C8B-B14F-4D97-AF65-F5344CB8AC3E}">
        <p14:creationId xmlns:p14="http://schemas.microsoft.com/office/powerpoint/2010/main" val="3406872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C96C84E-8070-440B-BAE9-AFF469F7E157}" type="datetimeFigureOut">
              <a:rPr lang="en-GB" smtClean="0"/>
              <a:t>05/03/2025</a:t>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fld id="{1D3A73D9-4D1F-4DB4-A227-344E86AB4BFC}" type="slidenum">
              <a:rPr lang="en-GB" smtClean="0"/>
              <a:t>‹#›</a:t>
            </a:fld>
            <a:endParaRPr lang="en-GB"/>
          </a:p>
        </p:txBody>
      </p:sp>
    </p:spTree>
    <p:extLst>
      <p:ext uri="{BB962C8B-B14F-4D97-AF65-F5344CB8AC3E}">
        <p14:creationId xmlns:p14="http://schemas.microsoft.com/office/powerpoint/2010/main" val="2600393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96C84E-8070-440B-BAE9-AFF469F7E157}" type="datetimeFigureOut">
              <a:rPr lang="en-GB" smtClean="0"/>
              <a:t>05/03/2025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D3A73D9-4D1F-4DB4-A227-344E86AB4BFC}" type="slidenum">
              <a:rPr lang="en-GB" smtClean="0"/>
              <a:t>‹#›</a:t>
            </a:fld>
            <a:endParaRPr lang="en-GB"/>
          </a:p>
        </p:txBody>
      </p:sp>
    </p:spTree>
    <p:extLst>
      <p:ext uri="{BB962C8B-B14F-4D97-AF65-F5344CB8AC3E}">
        <p14:creationId xmlns:p14="http://schemas.microsoft.com/office/powerpoint/2010/main" val="31440579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96C84E-8070-440B-BAE9-AFF469F7E157}" type="datetimeFigureOut">
              <a:rPr lang="en-GB" smtClean="0"/>
              <a:t>05/03/2025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D3A73D9-4D1F-4DB4-A227-344E86AB4BFC}" type="slidenum">
              <a:rPr lang="en-GB" smtClean="0"/>
              <a:t>‹#›</a:t>
            </a:fld>
            <a:endParaRPr lang="en-GB"/>
          </a:p>
        </p:txBody>
      </p:sp>
    </p:spTree>
    <p:extLst>
      <p:ext uri="{BB962C8B-B14F-4D97-AF65-F5344CB8AC3E}">
        <p14:creationId xmlns:p14="http://schemas.microsoft.com/office/powerpoint/2010/main" val="13605019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C96C84E-8070-440B-BAE9-AFF469F7E157}" type="datetimeFigureOut">
              <a:rPr lang="en-GB" smtClean="0"/>
              <a:t>05/03/2025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D3A73D9-4D1F-4DB4-A227-344E86AB4BFC}" type="slidenum">
              <a:rPr lang="en-GB" smtClean="0"/>
              <a:t>‹#›</a:t>
            </a:fld>
            <a:endParaRPr lang="en-GB"/>
          </a:p>
        </p:txBody>
      </p:sp>
    </p:spTree>
    <p:extLst>
      <p:ext uri="{BB962C8B-B14F-4D97-AF65-F5344CB8AC3E}">
        <p14:creationId xmlns:p14="http://schemas.microsoft.com/office/powerpoint/2010/main" val="3699353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C96C84E-8070-440B-BAE9-AFF469F7E157}" type="datetimeFigureOut">
              <a:rPr lang="en-GB" smtClean="0"/>
              <a:t>05/03/2025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D3A73D9-4D1F-4DB4-A227-344E86AB4BFC}" type="slidenum">
              <a:rPr lang="en-GB" smtClean="0"/>
              <a:t>‹#›</a:t>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3264611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96C84E-8070-440B-BAE9-AFF469F7E157}" type="datetimeFigureOut">
              <a:rPr lang="en-GB" smtClean="0"/>
              <a:t>05/03/2025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D3A73D9-4D1F-4DB4-A227-344E86AB4BFC}" type="slidenum">
              <a:rPr lang="en-GB" smtClean="0"/>
              <a:t>‹#›</a:t>
            </a:fld>
            <a:endParaRPr lang="en-GB"/>
          </a:p>
        </p:txBody>
      </p:sp>
    </p:spTree>
    <p:extLst>
      <p:ext uri="{BB962C8B-B14F-4D97-AF65-F5344CB8AC3E}">
        <p14:creationId xmlns:p14="http://schemas.microsoft.com/office/powerpoint/2010/main" val="2830381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C96C84E-8070-440B-BAE9-AFF469F7E157}" type="datetimeFigureOut">
              <a:rPr lang="en-GB" smtClean="0"/>
              <a:t>05/03/2025</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D3A73D9-4D1F-4DB4-A227-344E86AB4BFC}" type="slidenum">
              <a:rPr lang="en-GB" smtClean="0"/>
              <a:t>‹#›</a:t>
            </a:fld>
            <a:endParaRPr lang="en-GB"/>
          </a:p>
        </p:txBody>
      </p:sp>
    </p:spTree>
    <p:extLst>
      <p:ext uri="{BB962C8B-B14F-4D97-AF65-F5344CB8AC3E}">
        <p14:creationId xmlns:p14="http://schemas.microsoft.com/office/powerpoint/2010/main" val="34604691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C96C84E-8070-440B-BAE9-AFF469F7E157}" type="datetimeFigureOut">
              <a:rPr lang="en-GB" smtClean="0"/>
              <a:t>05/03/2025</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D3A73D9-4D1F-4DB4-A227-344E86AB4BFC}" type="slidenum">
              <a:rPr lang="en-GB" smtClean="0"/>
              <a:t>‹#›</a:t>
            </a:fld>
            <a:endParaRPr lang="en-GB"/>
          </a:p>
        </p:txBody>
      </p:sp>
    </p:spTree>
    <p:extLst>
      <p:ext uri="{BB962C8B-B14F-4D97-AF65-F5344CB8AC3E}">
        <p14:creationId xmlns:p14="http://schemas.microsoft.com/office/powerpoint/2010/main" val="42616586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96C84E-8070-440B-BAE9-AFF469F7E157}" type="datetimeFigureOut">
              <a:rPr lang="en-GB" smtClean="0"/>
              <a:t>05/03/2025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D3A73D9-4D1F-4DB4-A227-344E86AB4BFC}" type="slidenum">
              <a:rPr lang="en-GB" smtClean="0"/>
              <a:t>‹#›</a:t>
            </a:fld>
            <a:endParaRPr lang="en-GB"/>
          </a:p>
        </p:txBody>
      </p:sp>
    </p:spTree>
    <p:extLst>
      <p:ext uri="{BB962C8B-B14F-4D97-AF65-F5344CB8AC3E}">
        <p14:creationId xmlns:p14="http://schemas.microsoft.com/office/powerpoint/2010/main" val="9424427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96C84E-8070-440B-BAE9-AFF469F7E157}" type="datetimeFigureOut">
              <a:rPr lang="en-GB" smtClean="0"/>
              <a:t>05/03/2025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D3A73D9-4D1F-4DB4-A227-344E86AB4BFC}" type="slidenum">
              <a:rPr lang="en-GB" smtClean="0"/>
              <a:t>‹#›</a:t>
            </a:fld>
            <a:endParaRPr lang="en-GB"/>
          </a:p>
        </p:txBody>
      </p:sp>
    </p:spTree>
    <p:extLst>
      <p:ext uri="{BB962C8B-B14F-4D97-AF65-F5344CB8AC3E}">
        <p14:creationId xmlns:p14="http://schemas.microsoft.com/office/powerpoint/2010/main" val="26913874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C96C84E-8070-440B-BAE9-AFF469F7E157}" type="datetimeFigureOut">
              <a:rPr lang="en-GB" smtClean="0"/>
              <a:t>05/03/2025</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D3A73D9-4D1F-4DB4-A227-344E86AB4BFC}" type="slidenum">
              <a:rPr lang="en-GB" smtClean="0"/>
              <a:t>‹#›</a:t>
            </a:fld>
            <a:endParaRPr lang="en-GB"/>
          </a:p>
        </p:txBody>
      </p:sp>
    </p:spTree>
    <p:extLst>
      <p:ext uri="{BB962C8B-B14F-4D97-AF65-F5344CB8AC3E}">
        <p14:creationId xmlns:p14="http://schemas.microsoft.com/office/powerpoint/2010/main" val="424346753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biblia.com/bible/esv/Psalm%2066.18" TargetMode="External"/><Relationship Id="rId2" Type="http://schemas.openxmlformats.org/officeDocument/2006/relationships/hyperlink" Target="http://biblia.com/bible/esv/Isaiah%2059.2" TargetMode="External"/><Relationship Id="rId1" Type="http://schemas.openxmlformats.org/officeDocument/2006/relationships/slideLayout" Target="../slideLayouts/slideLayout2.xml"/><Relationship Id="rId4" Type="http://schemas.openxmlformats.org/officeDocument/2006/relationships/hyperlink" Target="http://biblia.com/bible/esv/Romans%208.13"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biblia.com/bible/esv/Luke%2022.42" TargetMode="External"/><Relationship Id="rId2" Type="http://schemas.openxmlformats.org/officeDocument/2006/relationships/hyperlink" Target="http://biblia.com/bible/esv/1%20John%205.14"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biblia.com/bible/esv/Hebrews%2011.6" TargetMode="External"/><Relationship Id="rId2" Type="http://schemas.openxmlformats.org/officeDocument/2006/relationships/hyperlink" Target="http://biblia.com/bible/esv/Matthew%2018.23-35"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biblia.com/bible/esv/Ephesians%205.22-24" TargetMode="External"/><Relationship Id="rId2" Type="http://schemas.openxmlformats.org/officeDocument/2006/relationships/hyperlink" Target="http://biblia.com/bible/esv/1%20Peter%203.7"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2000" b="-1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0B25B-7105-47D8-A609-B32D58F05676}"/>
              </a:ext>
            </a:extLst>
          </p:cNvPr>
          <p:cNvSpPr>
            <a:spLocks noGrp="1"/>
          </p:cNvSpPr>
          <p:nvPr>
            <p:ph type="ctrTitle"/>
          </p:nvPr>
        </p:nvSpPr>
        <p:spPr>
          <a:xfrm>
            <a:off x="1524000" y="342900"/>
            <a:ext cx="9144000" cy="1929032"/>
          </a:xfrm>
        </p:spPr>
        <p:txBody>
          <a:bodyPr>
            <a:normAutofit fontScale="90000"/>
          </a:bodyPr>
          <a:lstStyle/>
          <a:p>
            <a:r>
              <a:rPr lang="en-GB" sz="7200" b="1" dirty="0">
                <a:solidFill>
                  <a:schemeClr val="bg1">
                    <a:lumMod val="75000"/>
                    <a:lumOff val="25000"/>
                  </a:schemeClr>
                </a:solidFill>
              </a:rPr>
              <a:t>Getting Your Prayers Answered</a:t>
            </a:r>
          </a:p>
        </p:txBody>
      </p:sp>
      <p:sp>
        <p:nvSpPr>
          <p:cNvPr id="3" name="Subtitle 2">
            <a:extLst>
              <a:ext uri="{FF2B5EF4-FFF2-40B4-BE49-F238E27FC236}">
                <a16:creationId xmlns:a16="http://schemas.microsoft.com/office/drawing/2014/main" id="{2C41EB5C-42A7-40E9-BD6E-733A24C250A4}"/>
              </a:ext>
            </a:extLst>
          </p:cNvPr>
          <p:cNvSpPr>
            <a:spLocks noGrp="1"/>
          </p:cNvSpPr>
          <p:nvPr>
            <p:ph type="subTitle" idx="1"/>
          </p:nvPr>
        </p:nvSpPr>
        <p:spPr>
          <a:xfrm>
            <a:off x="1524000" y="4033619"/>
            <a:ext cx="9144000" cy="1104900"/>
          </a:xfrm>
        </p:spPr>
        <p:txBody>
          <a:bodyPr/>
          <a:lstStyle/>
          <a:p>
            <a:r>
              <a:rPr lang="en-US" dirty="0"/>
              <a:t>	</a:t>
            </a:r>
            <a:endParaRPr lang="en-GB" sz="3600" dirty="0">
              <a:ln>
                <a:solidFill>
                  <a:srgbClr val="00B0F0">
                    <a:alpha val="62000"/>
                  </a:srgbClr>
                </a:solidFill>
              </a:ln>
              <a:solidFill>
                <a:schemeClr val="accent6"/>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5132267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A932A-D6D9-448F-88FB-55710A571251}"/>
              </a:ext>
            </a:extLst>
          </p:cNvPr>
          <p:cNvSpPr>
            <a:spLocks noGrp="1"/>
          </p:cNvSpPr>
          <p:nvPr>
            <p:ph type="title"/>
          </p:nvPr>
        </p:nvSpPr>
        <p:spPr>
          <a:xfrm>
            <a:off x="838200" y="323556"/>
            <a:ext cx="10515600" cy="1125415"/>
          </a:xfrm>
        </p:spPr>
        <p:txBody>
          <a:bodyPr>
            <a:normAutofit fontScale="90000"/>
          </a:bodyPr>
          <a:lstStyle/>
          <a:p>
            <a:pPr algn="ctr"/>
            <a:r>
              <a:rPr lang="en-GB" b="1"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chemeClr val="bg1">
                    <a:lumMod val="95000"/>
                    <a:lumOff val="5000"/>
                  </a:schemeClr>
                </a:solidFill>
                <a:effectLst/>
                <a:latin typeface="Segoe UI" panose="020B0502040204020203" pitchFamily="34" charset="0"/>
                <a:ea typeface="Calibri" panose="020F0502020204030204" pitchFamily="34" charset="0"/>
                <a:cs typeface="Times New Roman" panose="02020603050405020304" pitchFamily="18" charset="0"/>
              </a:rPr>
              <a:t>What is Prayer? </a:t>
            </a:r>
            <a:br>
              <a:rPr lang="en-GB" sz="1800" dirty="0">
                <a:effectLst/>
                <a:latin typeface="Calibri" panose="020F0502020204030204" pitchFamily="34" charset="0"/>
                <a:ea typeface="Calibri" panose="020F0502020204030204" pitchFamily="34" charset="0"/>
                <a:cs typeface="Times New Roman" panose="02020603050405020304" pitchFamily="18" charset="0"/>
              </a:rPr>
            </a:br>
            <a:endParaRPr lang="en-GB" dirty="0"/>
          </a:p>
        </p:txBody>
      </p:sp>
      <p:sp>
        <p:nvSpPr>
          <p:cNvPr id="3" name="Content Placeholder 2">
            <a:extLst>
              <a:ext uri="{FF2B5EF4-FFF2-40B4-BE49-F238E27FC236}">
                <a16:creationId xmlns:a16="http://schemas.microsoft.com/office/drawing/2014/main" id="{BD65097C-C070-472F-A4E6-074E981C3F13}"/>
              </a:ext>
            </a:extLst>
          </p:cNvPr>
          <p:cNvSpPr>
            <a:spLocks noGrp="1"/>
          </p:cNvSpPr>
          <p:nvPr>
            <p:ph idx="1"/>
          </p:nvPr>
        </p:nvSpPr>
        <p:spPr>
          <a:xfrm>
            <a:off x="838200" y="1153550"/>
            <a:ext cx="10515600" cy="5704449"/>
          </a:xfrm>
        </p:spPr>
        <p:txBody>
          <a:bodyPr/>
          <a:lstStyle/>
          <a:p>
            <a:pPr marL="342900" lvl="0" indent="-342900">
              <a:lnSpc>
                <a:spcPct val="107000"/>
              </a:lnSpc>
              <a:buFont typeface="Symbol" panose="05050102010706020507" pitchFamily="18" charset="2"/>
              <a:buChar char=""/>
            </a:pPr>
            <a:r>
              <a:rPr lang="en-GB" sz="3200" b="0" dirty="0">
                <a:effectLst/>
                <a:latin typeface="+mn-lt"/>
                <a:ea typeface="Calibri" panose="020F0502020204030204" pitchFamily="34" charset="0"/>
                <a:cs typeface="Times New Roman" panose="02020603050405020304" pitchFamily="18" charset="0"/>
              </a:rPr>
              <a:t>Prayer is talking with God</a:t>
            </a:r>
            <a:endParaRPr lang="en-GB" sz="3200" dirty="0">
              <a:effectLst/>
              <a:latin typeface="+mn-lt"/>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Symbol" panose="05050102010706020507" pitchFamily="18" charset="2"/>
              <a:buChar char=""/>
            </a:pPr>
            <a:r>
              <a:rPr lang="en-GB" sz="3200" dirty="0">
                <a:effectLst/>
                <a:latin typeface="+mn-lt"/>
                <a:ea typeface="Calibri" panose="020F0502020204030204" pitchFamily="34" charset="0"/>
                <a:cs typeface="Times New Roman" panose="02020603050405020304" pitchFamily="18" charset="0"/>
              </a:rPr>
              <a:t>Prayer is our direct line with heaven</a:t>
            </a:r>
          </a:p>
          <a:p>
            <a:pPr marL="0" indent="0">
              <a:lnSpc>
                <a:spcPct val="107000"/>
              </a:lnSpc>
              <a:spcAft>
                <a:spcPts val="800"/>
              </a:spcAft>
              <a:buNone/>
            </a:pPr>
            <a:r>
              <a:rPr lang="en-GB" sz="2400" dirty="0">
                <a:effectLst/>
                <a:latin typeface="+mn-lt"/>
                <a:ea typeface="Calibri" panose="020F0502020204030204" pitchFamily="34" charset="0"/>
                <a:cs typeface="Times New Roman" panose="02020603050405020304" pitchFamily="18" charset="0"/>
              </a:rPr>
              <a:t>Prayer is the opening of the heart to God as to a friend. Not that it is necessary in order to make known to God what we are, but in order to enable us to receive Him. Prayer does not bring God down to us, but brings us up to Him (SC 93.1).</a:t>
            </a:r>
          </a:p>
          <a:p>
            <a:pPr marL="0" lvl="0" indent="0">
              <a:lnSpc>
                <a:spcPct val="107000"/>
              </a:lnSpc>
              <a:spcAft>
                <a:spcPts val="800"/>
              </a:spcAft>
              <a:buNone/>
            </a:pPr>
            <a:endParaRPr lang="en-GB" sz="3200" dirty="0">
              <a:effectLst/>
              <a:latin typeface="Calibri" panose="020F0502020204030204" pitchFamily="34" charset="0"/>
              <a:ea typeface="Calibri" panose="020F0502020204030204" pitchFamily="34" charset="0"/>
              <a:cs typeface="Times New Roman" panose="02020603050405020304" pitchFamily="18" charset="0"/>
            </a:endParaRPr>
          </a:p>
          <a:p>
            <a:endParaRPr lang="en-GB" dirty="0"/>
          </a:p>
        </p:txBody>
      </p:sp>
      <p:pic>
        <p:nvPicPr>
          <p:cNvPr id="5" name="Picture 4">
            <a:extLst>
              <a:ext uri="{FF2B5EF4-FFF2-40B4-BE49-F238E27FC236}">
                <a16:creationId xmlns:a16="http://schemas.microsoft.com/office/drawing/2014/main" id="{3205CB06-264B-4ED7-90E1-1B6DADFC2D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4867" y="323556"/>
            <a:ext cx="2623278" cy="205988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2073362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00419-5A23-4D79-912B-31458443CC92}"/>
              </a:ext>
            </a:extLst>
          </p:cNvPr>
          <p:cNvSpPr>
            <a:spLocks noGrp="1"/>
          </p:cNvSpPr>
          <p:nvPr>
            <p:ph type="title"/>
          </p:nvPr>
        </p:nvSpPr>
        <p:spPr>
          <a:ln>
            <a:noFill/>
          </a:ln>
        </p:spPr>
        <p:txBody>
          <a:bodyPr/>
          <a:lstStyle/>
          <a:p>
            <a:pPr algn="ctr"/>
            <a:r>
              <a:rPr lang="en-GB" sz="4000" b="1" dirty="0">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Our Need of Prayer</a:t>
            </a:r>
            <a:br>
              <a:rPr lang="en-GB" sz="1800" dirty="0">
                <a:effectLst/>
                <a:latin typeface="Calibri" panose="020F0502020204030204" pitchFamily="34" charset="0"/>
                <a:ea typeface="Calibri" panose="020F0502020204030204" pitchFamily="34" charset="0"/>
                <a:cs typeface="Times New Roman" panose="02020603050405020304" pitchFamily="18" charset="0"/>
              </a:rPr>
            </a:br>
            <a:endParaRPr lang="en-GB" dirty="0"/>
          </a:p>
        </p:txBody>
      </p:sp>
      <p:sp>
        <p:nvSpPr>
          <p:cNvPr id="3" name="Content Placeholder 2">
            <a:extLst>
              <a:ext uri="{FF2B5EF4-FFF2-40B4-BE49-F238E27FC236}">
                <a16:creationId xmlns:a16="http://schemas.microsoft.com/office/drawing/2014/main" id="{A008F281-694C-4AA7-9376-5D241846C1C5}"/>
              </a:ext>
            </a:extLst>
          </p:cNvPr>
          <p:cNvSpPr>
            <a:spLocks noGrp="1"/>
          </p:cNvSpPr>
          <p:nvPr>
            <p:ph idx="1"/>
          </p:nvPr>
        </p:nvSpPr>
        <p:spPr>
          <a:xfrm>
            <a:off x="1103312" y="1477108"/>
            <a:ext cx="9545931" cy="4771291"/>
          </a:xfrm>
        </p:spPr>
        <p:txBody>
          <a:bodyPr>
            <a:normAutofit/>
          </a:bodyPr>
          <a:lstStyle/>
          <a:p>
            <a:r>
              <a:rPr lang="en-GB" sz="2400" dirty="0">
                <a:effectLst/>
                <a:latin typeface="Times New Roman" panose="02020603050405020304" pitchFamily="18" charset="0"/>
                <a:ea typeface="Calibri" panose="020F0502020204030204" pitchFamily="34" charset="0"/>
                <a:cs typeface="Times New Roman" panose="02020603050405020304" pitchFamily="18" charset="0"/>
              </a:rPr>
              <a:t>Jesus Himself, while He dwelt among men, was often in prayer. Our Saviour identified Himself with our needs and weakness, in that He became a suppliant, a petitioner, seeking from His Father fresh supplies of strength, that He might come forth braced for duty and trial. He is our example in all things. He is a brother in our infirmities, “in all points tempted like as we are;” but as the sinless one His nature recoiled from evil; He endured struggles and torture of soul in a world of sin. His humanity made prayer a necessity and a privilege. He found comfort and joy in communion with His Father. And if the Saviour of men, the Son of God, felt the need of prayer, how much more should feeble, sinful mortals feel the necessity of fervent, constant prayer.</a:t>
            </a:r>
          </a:p>
          <a:p>
            <a:endParaRPr lang="en-GB" dirty="0"/>
          </a:p>
        </p:txBody>
      </p:sp>
    </p:spTree>
    <p:extLst>
      <p:ext uri="{BB962C8B-B14F-4D97-AF65-F5344CB8AC3E}">
        <p14:creationId xmlns:p14="http://schemas.microsoft.com/office/powerpoint/2010/main" val="30780352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79570-4EAE-4DB8-A3AE-8AF27D9107B7}"/>
              </a:ext>
            </a:extLst>
          </p:cNvPr>
          <p:cNvSpPr>
            <a:spLocks noGrp="1"/>
          </p:cNvSpPr>
          <p:nvPr>
            <p:ph type="title"/>
          </p:nvPr>
        </p:nvSpPr>
        <p:spPr/>
        <p:txBody>
          <a:bodyPr/>
          <a:lstStyle/>
          <a:p>
            <a:pPr algn="ctr"/>
            <a:r>
              <a:rPr lang="en-GB" sz="4000" b="1" dirty="0"/>
              <a:t>How to get your prayers answered</a:t>
            </a:r>
            <a:br>
              <a:rPr lang="en-GB" dirty="0"/>
            </a:br>
            <a:endParaRPr lang="en-GB" dirty="0"/>
          </a:p>
        </p:txBody>
      </p:sp>
      <p:sp>
        <p:nvSpPr>
          <p:cNvPr id="3" name="Content Placeholder 2">
            <a:extLst>
              <a:ext uri="{FF2B5EF4-FFF2-40B4-BE49-F238E27FC236}">
                <a16:creationId xmlns:a16="http://schemas.microsoft.com/office/drawing/2014/main" id="{CA31925E-D519-4367-ACD5-178E4520AAEF}"/>
              </a:ext>
            </a:extLst>
          </p:cNvPr>
          <p:cNvSpPr>
            <a:spLocks noGrp="1"/>
          </p:cNvSpPr>
          <p:nvPr>
            <p:ph idx="1"/>
          </p:nvPr>
        </p:nvSpPr>
        <p:spPr>
          <a:xfrm>
            <a:off x="1103312" y="1336431"/>
            <a:ext cx="9137968" cy="5205045"/>
          </a:xfrm>
        </p:spPr>
        <p:txBody>
          <a:bodyPr>
            <a:normAutofit/>
          </a:bodyPr>
          <a:lstStyle/>
          <a:p>
            <a:r>
              <a:rPr lang="en-GB" sz="2400" dirty="0">
                <a:latin typeface="Times New Roman" panose="02020603050405020304" pitchFamily="18" charset="0"/>
                <a:cs typeface="Times New Roman" panose="02020603050405020304" pitchFamily="18" charset="0"/>
              </a:rPr>
              <a:t>God doesn’t so much hear the words of my prayer, as He sees the desire of my heart. What does He have to see in my heart for my prayers to be answered?</a:t>
            </a:r>
          </a:p>
          <a:p>
            <a:pPr lvl="0"/>
            <a:r>
              <a:rPr lang="en-GB" sz="2400" dirty="0">
                <a:latin typeface="Times New Roman" panose="02020603050405020304" pitchFamily="18" charset="0"/>
                <a:cs typeface="Times New Roman" panose="02020603050405020304" pitchFamily="18" charset="0"/>
              </a:rPr>
              <a:t>There are certain conditions upon which we may expect that God will hear and answer our prayers. One of the first of these is that we feel our need of help from Him. He has promised, “I will pour water on him who is thirsty, and floods on the dry ground” (Isaiah 44:3). Those who hunger and thirst after righteousness, who long after God, may be sure that they will be filled. The heart must be open to the Spirit’s influence, or God’s blessing cannot be received. (SC 95.1)</a:t>
            </a:r>
          </a:p>
          <a:p>
            <a:r>
              <a:rPr lang="en-GB" sz="2400" dirty="0">
                <a:latin typeface="Times New Roman" panose="02020603050405020304" pitchFamily="18" charset="0"/>
                <a:cs typeface="Times New Roman" panose="02020603050405020304" pitchFamily="18" charset="0"/>
              </a:rPr>
              <a:t>“Ask, and it will be given to you.” And “He who did not spare His own Son, but delivered Him up for us all, how shall He not with Him also freely give us all things” (Matthew 7:7; Romans 8:32).</a:t>
            </a:r>
          </a:p>
          <a:p>
            <a:endParaRPr lang="en-GB" sz="2400" dirty="0"/>
          </a:p>
        </p:txBody>
      </p:sp>
    </p:spTree>
    <p:extLst>
      <p:ext uri="{BB962C8B-B14F-4D97-AF65-F5344CB8AC3E}">
        <p14:creationId xmlns:p14="http://schemas.microsoft.com/office/powerpoint/2010/main" val="91326577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479570-4EAE-4DB8-A3AE-8AF27D9107B7}"/>
              </a:ext>
            </a:extLst>
          </p:cNvPr>
          <p:cNvSpPr>
            <a:spLocks noGrp="1"/>
          </p:cNvSpPr>
          <p:nvPr>
            <p:ph type="title"/>
          </p:nvPr>
        </p:nvSpPr>
        <p:spPr/>
        <p:txBody>
          <a:bodyPr/>
          <a:lstStyle/>
          <a:p>
            <a:pPr algn="ctr"/>
            <a:r>
              <a:rPr lang="en-GB" sz="4000" b="1" dirty="0"/>
              <a:t>How to get your prayers answered</a:t>
            </a:r>
            <a:br>
              <a:rPr lang="en-GB" dirty="0"/>
            </a:br>
            <a:endParaRPr lang="en-GB" dirty="0"/>
          </a:p>
        </p:txBody>
      </p:sp>
      <p:sp>
        <p:nvSpPr>
          <p:cNvPr id="3" name="Content Placeholder 2">
            <a:extLst>
              <a:ext uri="{FF2B5EF4-FFF2-40B4-BE49-F238E27FC236}">
                <a16:creationId xmlns:a16="http://schemas.microsoft.com/office/drawing/2014/main" id="{CA31925E-D519-4367-ACD5-178E4520AAEF}"/>
              </a:ext>
            </a:extLst>
          </p:cNvPr>
          <p:cNvSpPr>
            <a:spLocks noGrp="1"/>
          </p:cNvSpPr>
          <p:nvPr>
            <p:ph idx="1"/>
          </p:nvPr>
        </p:nvSpPr>
        <p:spPr>
          <a:xfrm>
            <a:off x="1103312" y="1336431"/>
            <a:ext cx="9137968" cy="5205045"/>
          </a:xfrm>
        </p:spPr>
        <p:txBody>
          <a:bodyPr>
            <a:normAutofit/>
          </a:bodyPr>
          <a:lstStyle/>
          <a:p>
            <a:r>
              <a:rPr lang="en-GB" sz="2400" dirty="0">
                <a:latin typeface="Times New Roman" panose="02020603050405020304" pitchFamily="18" charset="0"/>
                <a:cs typeface="Times New Roman" panose="02020603050405020304" pitchFamily="18" charset="0"/>
              </a:rPr>
              <a:t>Another element is faith. “He who comes to God must believe that He is, and that He is a rewarder of those who diligently seek Him” (Hebrews 11:6). Jesus said to His disciples, “Whatever things you ask when you pray, believe that you receive them, and you will have them” (Mark 11:24). Do we take Him at His word?</a:t>
            </a:r>
          </a:p>
          <a:p>
            <a:endParaRPr lang="en-GB"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Why should the sons and daughters of God be reluctant to pray, when prayer is the key in the hand of faith to unlock heaven’s storehouse, where are treasured the boundless resources of Omnipotence? (SC 94)</a:t>
            </a:r>
            <a:endParaRPr lang="en-GB" sz="2400" dirty="0">
              <a:latin typeface="Times New Roman" panose="02020603050405020304" pitchFamily="18" charset="0"/>
              <a:cs typeface="Times New Roman" panose="02020603050405020304" pitchFamily="18" charset="0"/>
            </a:endParaRPr>
          </a:p>
          <a:p>
            <a:endParaRPr lang="en-GB" sz="2400" dirty="0"/>
          </a:p>
        </p:txBody>
      </p:sp>
      <p:pic>
        <p:nvPicPr>
          <p:cNvPr id="5" name="Picture 4">
            <a:extLst>
              <a:ext uri="{FF2B5EF4-FFF2-40B4-BE49-F238E27FC236}">
                <a16:creationId xmlns:a16="http://schemas.microsoft.com/office/drawing/2014/main" id="{64AE86EA-836B-4B33-89A2-D96CB523EB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51533" y="4546600"/>
            <a:ext cx="2040467" cy="2311400"/>
          </a:xfrm>
          <a:prstGeom prst="rect">
            <a:avLst/>
          </a:prstGeom>
        </p:spPr>
      </p:pic>
    </p:spTree>
    <p:extLst>
      <p:ext uri="{BB962C8B-B14F-4D97-AF65-F5344CB8AC3E}">
        <p14:creationId xmlns:p14="http://schemas.microsoft.com/office/powerpoint/2010/main" val="160001565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A5E50-6965-04DE-DB02-A9ABBE245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60396F-7EC3-504B-D6E0-857FAAB505C5}"/>
              </a:ext>
            </a:extLst>
          </p:cNvPr>
          <p:cNvSpPr>
            <a:spLocks noGrp="1"/>
          </p:cNvSpPr>
          <p:nvPr>
            <p:ph type="title"/>
          </p:nvPr>
        </p:nvSpPr>
        <p:spPr>
          <a:xfrm>
            <a:off x="450166" y="105508"/>
            <a:ext cx="9917723" cy="1003764"/>
          </a:xfrm>
        </p:spPr>
        <p:txBody>
          <a:bodyPr/>
          <a:lstStyle/>
          <a:p>
            <a:pPr algn="ctr"/>
            <a:r>
              <a:rPr lang="en-JM" sz="3600" b="1" dirty="0">
                <a:effectLst/>
                <a:latin typeface="Calibri" panose="020F0502020204030204" pitchFamily="34" charset="0"/>
                <a:ea typeface="Calibri" panose="020F0502020204030204" pitchFamily="34" charset="0"/>
                <a:cs typeface="Times New Roman" panose="02020603050405020304" pitchFamily="18" charset="0"/>
              </a:rPr>
              <a:t>What are some hindrances to a potent prayer life?</a:t>
            </a:r>
            <a:endParaRPr lang="en-GB" sz="3600" dirty="0"/>
          </a:p>
        </p:txBody>
      </p:sp>
      <p:sp>
        <p:nvSpPr>
          <p:cNvPr id="3" name="Content Placeholder 2">
            <a:extLst>
              <a:ext uri="{FF2B5EF4-FFF2-40B4-BE49-F238E27FC236}">
                <a16:creationId xmlns:a16="http://schemas.microsoft.com/office/drawing/2014/main" id="{E6AFA795-5ECC-1161-9061-EE08CE150829}"/>
              </a:ext>
            </a:extLst>
          </p:cNvPr>
          <p:cNvSpPr>
            <a:spLocks noGrp="1"/>
          </p:cNvSpPr>
          <p:nvPr>
            <p:ph idx="1"/>
          </p:nvPr>
        </p:nvSpPr>
        <p:spPr>
          <a:xfrm>
            <a:off x="450166" y="809469"/>
            <a:ext cx="10241280" cy="5943023"/>
          </a:xfrm>
        </p:spPr>
        <p:txBody>
          <a:bodyPr/>
          <a:lstStyle/>
          <a:p>
            <a:pPr>
              <a:buAutoNum type="arabicPeriod"/>
            </a:pPr>
            <a:r>
              <a:rPr lang="en-JM" sz="2400" b="1" dirty="0">
                <a:effectLst/>
                <a:latin typeface="Calibri" panose="020F0502020204030204" pitchFamily="34" charset="0"/>
                <a:ea typeface="Calibri" panose="020F0502020204030204" pitchFamily="34" charset="0"/>
                <a:cs typeface="Times New Roman" panose="02020603050405020304" pitchFamily="18" charset="0"/>
              </a:rPr>
              <a:t>Unconfessed sins</a:t>
            </a:r>
            <a:endParaRPr lang="en-JM" sz="24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JM" sz="2400" b="0" dirty="0">
                <a:effectLst/>
                <a:latin typeface="Calibri" panose="020F0502020204030204" pitchFamily="34" charset="0"/>
                <a:ea typeface="Calibri" panose="020F0502020204030204" pitchFamily="34" charset="0"/>
                <a:cs typeface="Times New Roman" panose="02020603050405020304" pitchFamily="18" charset="0"/>
              </a:rPr>
              <a:t>“But your iniquities have separated you from your God; your sins have hidden his face from you, so that he will not hear” (</a:t>
            </a:r>
            <a:r>
              <a:rPr lang="en-JM" sz="2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2"/>
              </a:rPr>
              <a:t>Isaiah 59:2</a:t>
            </a:r>
            <a:r>
              <a:rPr lang="en-JM" sz="2400" b="0" dirty="0">
                <a:effectLst/>
                <a:latin typeface="Calibri" panose="020F0502020204030204" pitchFamily="34" charset="0"/>
                <a:ea typeface="Calibri" panose="020F0502020204030204" pitchFamily="34" charset="0"/>
                <a:cs typeface="Times New Roman" panose="02020603050405020304" pitchFamily="18" charset="0"/>
              </a:rPr>
              <a:t>). David concurred, knowing from experience that God is far from those who try to hide their sin: “If I had cherished sin in my heart, the Lord would not have listened” (</a:t>
            </a:r>
            <a:r>
              <a:rPr lang="en-JM" sz="2400" u="sng" dirty="0">
                <a:solidFill>
                  <a:srgbClr val="0000FF"/>
                </a:solidFill>
                <a:effectLst/>
                <a:latin typeface="Calibri" panose="020F0502020204030204" pitchFamily="34" charset="0"/>
                <a:ea typeface="Calibri" panose="020F0502020204030204" pitchFamily="34" charset="0"/>
                <a:cs typeface="Times New Roman" panose="02020603050405020304" pitchFamily="18" charset="0"/>
                <a:hlinkClick r:id="rId3"/>
              </a:rPr>
              <a:t>Psalm 66:18</a:t>
            </a:r>
            <a:r>
              <a:rPr lang="en-JM" sz="2400" b="0" dirty="0">
                <a:effectLst/>
                <a:latin typeface="Calibri" panose="020F0502020204030204" pitchFamily="34" charset="0"/>
                <a:ea typeface="Calibri" panose="020F0502020204030204" pitchFamily="34" charset="0"/>
                <a:cs typeface="Times New Roman" panose="02020603050405020304" pitchFamily="18" charset="0"/>
              </a:rPr>
              <a:t>).</a:t>
            </a:r>
          </a:p>
          <a:p>
            <a:pPr marL="457200" indent="-457200">
              <a:buAutoNum type="arabicPeriod" startAt="2"/>
            </a:pPr>
            <a:r>
              <a:rPr lang="en-JM" sz="2400" b="1" dirty="0">
                <a:effectLst/>
                <a:latin typeface="Calibri" panose="020F0502020204030204" pitchFamily="34" charset="0"/>
                <a:ea typeface="Calibri" panose="020F0502020204030204" pitchFamily="34" charset="0"/>
                <a:cs typeface="Times New Roman" panose="02020603050405020304" pitchFamily="18" charset="0"/>
              </a:rPr>
              <a:t>Living according to the flesh</a:t>
            </a:r>
          </a:p>
          <a:p>
            <a:pPr marL="0" indent="0">
              <a:buNone/>
            </a:pPr>
            <a:r>
              <a:rPr lang="en-JM" sz="2400" b="0" dirty="0">
                <a:effectLst/>
                <a:latin typeface="Times New Roman" panose="02020603050405020304" pitchFamily="18" charset="0"/>
                <a:ea typeface="Calibri" panose="020F0502020204030204" pitchFamily="34" charset="0"/>
                <a:cs typeface="Times New Roman" panose="02020603050405020304" pitchFamily="18" charset="0"/>
              </a:rPr>
              <a:t>The flesh can gain control of our actions, attitudes, and motives unless we are diligent to “put to death the deeds of the body” (</a:t>
            </a:r>
            <a:r>
              <a:rPr lang="en-JM" sz="24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4"/>
              </a:rPr>
              <a:t>Romans 8:13</a:t>
            </a:r>
            <a:r>
              <a:rPr lang="en-JM" sz="2400" b="0" dirty="0">
                <a:effectLst/>
                <a:latin typeface="Times New Roman" panose="02020603050405020304" pitchFamily="18" charset="0"/>
                <a:ea typeface="Calibri" panose="020F0502020204030204" pitchFamily="34" charset="0"/>
                <a:cs typeface="Times New Roman" panose="02020603050405020304" pitchFamily="18" charset="0"/>
              </a:rPr>
              <a:t>) and be led by the Spirit in a right relationship with God. Only then will we be able to pray in close communion with Him.</a:t>
            </a:r>
          </a:p>
        </p:txBody>
      </p:sp>
    </p:spTree>
    <p:extLst>
      <p:ext uri="{BB962C8B-B14F-4D97-AF65-F5344CB8AC3E}">
        <p14:creationId xmlns:p14="http://schemas.microsoft.com/office/powerpoint/2010/main" val="194696519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fade">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94B65-91CF-452A-8139-5AFCCA9EB8CB}"/>
              </a:ext>
            </a:extLst>
          </p:cNvPr>
          <p:cNvSpPr>
            <a:spLocks noGrp="1"/>
          </p:cNvSpPr>
          <p:nvPr>
            <p:ph type="title"/>
          </p:nvPr>
        </p:nvSpPr>
        <p:spPr>
          <a:xfrm>
            <a:off x="450166" y="105508"/>
            <a:ext cx="9917723" cy="1003764"/>
          </a:xfrm>
        </p:spPr>
        <p:txBody>
          <a:bodyPr/>
          <a:lstStyle/>
          <a:p>
            <a:pPr algn="ctr"/>
            <a:r>
              <a:rPr lang="en-JM" sz="3600" b="1" dirty="0">
                <a:effectLst/>
                <a:latin typeface="Calibri" panose="020F0502020204030204" pitchFamily="34" charset="0"/>
                <a:ea typeface="Calibri" panose="020F0502020204030204" pitchFamily="34" charset="0"/>
                <a:cs typeface="Times New Roman" panose="02020603050405020304" pitchFamily="18" charset="0"/>
              </a:rPr>
              <a:t>What are some hindrances to a potent prayer life?</a:t>
            </a:r>
            <a:endParaRPr lang="en-GB" sz="3600" dirty="0"/>
          </a:p>
        </p:txBody>
      </p:sp>
      <p:sp>
        <p:nvSpPr>
          <p:cNvPr id="3" name="Content Placeholder 2">
            <a:extLst>
              <a:ext uri="{FF2B5EF4-FFF2-40B4-BE49-F238E27FC236}">
                <a16:creationId xmlns:a16="http://schemas.microsoft.com/office/drawing/2014/main" id="{C36121EF-31CC-4E3D-A5D2-740F26FE2CB4}"/>
              </a:ext>
            </a:extLst>
          </p:cNvPr>
          <p:cNvSpPr>
            <a:spLocks noGrp="1"/>
          </p:cNvSpPr>
          <p:nvPr>
            <p:ph idx="1"/>
          </p:nvPr>
        </p:nvSpPr>
        <p:spPr>
          <a:xfrm>
            <a:off x="450166" y="809469"/>
            <a:ext cx="10241280" cy="5943023"/>
          </a:xfrm>
        </p:spPr>
        <p:txBody>
          <a:bodyPr/>
          <a:lstStyle/>
          <a:p>
            <a:pPr marL="0" indent="0">
              <a:buNone/>
            </a:pPr>
            <a:r>
              <a:rPr lang="en-JM" b="1" dirty="0">
                <a:solidFill>
                  <a:schemeClr val="bg2">
                    <a:lumMod val="40000"/>
                    <a:lumOff val="60000"/>
                  </a:schemeClr>
                </a:solidFill>
                <a:effectLst/>
                <a:latin typeface="Calibri" panose="020F0502020204030204" pitchFamily="34" charset="0"/>
                <a:ea typeface="Calibri" panose="020F0502020204030204" pitchFamily="34" charset="0"/>
                <a:cs typeface="Times New Roman" panose="02020603050405020304" pitchFamily="18" charset="0"/>
              </a:rPr>
              <a:t>3. </a:t>
            </a:r>
            <a:r>
              <a:rPr lang="en-JM" sz="2400" b="1" dirty="0">
                <a:effectLst/>
                <a:latin typeface="Calibri" panose="020F0502020204030204" pitchFamily="34" charset="0"/>
                <a:ea typeface="Calibri" panose="020F0502020204030204" pitchFamily="34" charset="0"/>
                <a:cs typeface="Times New Roman" panose="02020603050405020304" pitchFamily="18" charset="0"/>
              </a:rPr>
              <a:t>Selfishness</a:t>
            </a:r>
          </a:p>
          <a:p>
            <a:pPr marL="0" indent="0">
              <a:buNone/>
            </a:pPr>
            <a:r>
              <a:rPr lang="en-JM" sz="2400" b="0" dirty="0">
                <a:effectLst/>
                <a:latin typeface="Times New Roman" panose="02020603050405020304" pitchFamily="18" charset="0"/>
                <a:ea typeface="Calibri" panose="020F0502020204030204" pitchFamily="34" charset="0"/>
                <a:cs typeface="Times New Roman" panose="02020603050405020304" pitchFamily="18" charset="0"/>
              </a:rPr>
              <a:t>When our prayers are selfishly motivated, when we ask God for what we want rather than for what He wants, our motives hinder our prayers. “This is the confidence we have in approaching God: that if we ask anything according to his will, he hears us” (</a:t>
            </a:r>
            <a:r>
              <a:rPr lang="en-JM" sz="24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2"/>
              </a:rPr>
              <a:t>1 John 5:14</a:t>
            </a:r>
            <a:r>
              <a:rPr lang="en-JM" sz="2400" b="0" dirty="0">
                <a:effectLst/>
                <a:latin typeface="Times New Roman" panose="02020603050405020304" pitchFamily="18" charset="0"/>
                <a:ea typeface="Calibri" panose="020F0502020204030204" pitchFamily="34" charset="0"/>
                <a:cs typeface="Times New Roman" panose="02020603050405020304" pitchFamily="18" charset="0"/>
              </a:rPr>
              <a:t>). As in all things, Jesus is to be our example in prayer. He always prayed in the will of His Father: “Yet not my will, but yours be done” (</a:t>
            </a:r>
            <a:r>
              <a:rPr lang="en-JM" sz="2400" u="sng" dirty="0">
                <a:solidFill>
                  <a:srgbClr val="0000FF"/>
                </a:solidFill>
                <a:effectLst/>
                <a:latin typeface="Times New Roman" panose="02020603050405020304" pitchFamily="18" charset="0"/>
                <a:ea typeface="Calibri" panose="020F0502020204030204" pitchFamily="34" charset="0"/>
                <a:cs typeface="Times New Roman" panose="02020603050405020304" pitchFamily="18" charset="0"/>
                <a:hlinkClick r:id="rId3"/>
              </a:rPr>
              <a:t>Luke 22:42</a:t>
            </a:r>
            <a:r>
              <a:rPr lang="en-JM" sz="2400" b="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400" dirty="0">
                <a:latin typeface="Times New Roman" panose="02020603050405020304" pitchFamily="18" charset="0"/>
                <a:ea typeface="Calibri" panose="020F0502020204030204" pitchFamily="34" charset="0"/>
                <a:cs typeface="Times New Roman" panose="02020603050405020304" pitchFamily="18" charset="0"/>
              </a:rPr>
              <a:t>Selfish prayers are always those that are intended to gratify our own selfish desires/hardness of heart towards others,. “When you ask, you do not receive, because you ask with wrong motives, that you may spend what you get on your pleasures” (James 4:3).</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89894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94B65-91CF-452A-8139-5AFCCA9EB8CB}"/>
              </a:ext>
            </a:extLst>
          </p:cNvPr>
          <p:cNvSpPr>
            <a:spLocks noGrp="1"/>
          </p:cNvSpPr>
          <p:nvPr>
            <p:ph type="title"/>
          </p:nvPr>
        </p:nvSpPr>
        <p:spPr>
          <a:xfrm>
            <a:off x="450166" y="105508"/>
            <a:ext cx="9917723" cy="851225"/>
          </a:xfrm>
        </p:spPr>
        <p:txBody>
          <a:bodyPr/>
          <a:lstStyle/>
          <a:p>
            <a:pPr algn="ctr"/>
            <a:r>
              <a:rPr lang="en-US" sz="3600" b="1" dirty="0">
                <a:latin typeface="Calibri" panose="020F0502020204030204" pitchFamily="34" charset="0"/>
                <a:ea typeface="Calibri" panose="020F0502020204030204" pitchFamily="34" charset="0"/>
                <a:cs typeface="Calibri" panose="020F0502020204030204" pitchFamily="34" charset="0"/>
              </a:rPr>
              <a:t>What are some hindrances to a potent prayer life?</a:t>
            </a:r>
            <a:endParaRPr lang="en-GB" sz="36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C36121EF-31CC-4E3D-A5D2-740F26FE2CB4}"/>
              </a:ext>
            </a:extLst>
          </p:cNvPr>
          <p:cNvSpPr>
            <a:spLocks noGrp="1"/>
          </p:cNvSpPr>
          <p:nvPr>
            <p:ph idx="1"/>
          </p:nvPr>
        </p:nvSpPr>
        <p:spPr>
          <a:xfrm>
            <a:off x="450166" y="1319134"/>
            <a:ext cx="10241280" cy="5433358"/>
          </a:xfrm>
        </p:spPr>
        <p:txBody>
          <a:bodyPr>
            <a:normAutofit/>
          </a:bodyPr>
          <a:lstStyle/>
          <a:p>
            <a:pPr marL="0" indent="0">
              <a:buNone/>
            </a:pPr>
            <a:r>
              <a:rPr lang="en-JM" dirty="0">
                <a:solidFill>
                  <a:schemeClr val="bg2">
                    <a:lumMod val="40000"/>
                    <a:lumOff val="60000"/>
                  </a:schemeClr>
                </a:solidFill>
                <a:latin typeface="Calibri" panose="020F0502020204030204" pitchFamily="34" charset="0"/>
                <a:ea typeface="Calibri" panose="020F0502020204030204" pitchFamily="34" charset="0"/>
                <a:cs typeface="Times New Roman" panose="02020603050405020304" pitchFamily="18" charset="0"/>
              </a:rPr>
              <a:t>4. </a:t>
            </a:r>
            <a:r>
              <a:rPr lang="en-JM" sz="2400" b="1" dirty="0">
                <a:latin typeface="Calibri" panose="020F0502020204030204" pitchFamily="34" charset="0"/>
                <a:ea typeface="Calibri" panose="020F0502020204030204" pitchFamily="34" charset="0"/>
                <a:cs typeface="Times New Roman" panose="02020603050405020304" pitchFamily="18" charset="0"/>
              </a:rPr>
              <a:t>Unforgiveness</a:t>
            </a:r>
          </a:p>
          <a:p>
            <a:pPr marL="0" indent="0">
              <a:buNone/>
            </a:pPr>
            <a:r>
              <a:rPr lang="en-JM" sz="2600" dirty="0">
                <a:latin typeface="Times New Roman" panose="02020603050405020304" pitchFamily="18" charset="0"/>
                <a:ea typeface="Calibri" panose="020F0502020204030204" pitchFamily="34" charset="0"/>
                <a:cs typeface="Times New Roman" panose="02020603050405020304" pitchFamily="18" charset="0"/>
              </a:rPr>
              <a:t>How can we expect God to pour out His blessings upon us undeserving sinners if we harbour hatred and bitterness toward others? This principle is beautifully illustrated in the parable of the unforgiving servant in </a:t>
            </a:r>
            <a:r>
              <a:rPr lang="en-JM" sz="2600" u="sng" dirty="0">
                <a:solidFill>
                  <a:srgbClr val="0000FF"/>
                </a:solidFill>
                <a:latin typeface="Times New Roman" panose="02020603050405020304" pitchFamily="18" charset="0"/>
                <a:ea typeface="Calibri" panose="020F0502020204030204" pitchFamily="34" charset="0"/>
                <a:cs typeface="Times New Roman" panose="02020603050405020304" pitchFamily="18" charset="0"/>
                <a:hlinkClick r:id="rId2"/>
              </a:rPr>
              <a:t>Matthew 18:23-35</a:t>
            </a:r>
            <a:r>
              <a:rPr lang="en-JM" sz="2600" dirty="0">
                <a:latin typeface="Times New Roman" panose="02020603050405020304" pitchFamily="18" charset="0"/>
                <a:ea typeface="Calibri" panose="020F0502020204030204" pitchFamily="34" charset="0"/>
                <a:cs typeface="Times New Roman" panose="02020603050405020304" pitchFamily="18" charset="0"/>
              </a:rPr>
              <a:t>. This story teaches that God has forgiven us a debt that is beyond measure (our sin), and He expects us to forgive others as we have been forgiven. To refuse to do so will hinder our prayers.</a:t>
            </a:r>
          </a:p>
          <a:p>
            <a:pPr marL="0" indent="0">
              <a:buNone/>
            </a:pPr>
            <a:r>
              <a:rPr lang="en-JM" dirty="0">
                <a:solidFill>
                  <a:schemeClr val="bg2">
                    <a:lumMod val="40000"/>
                    <a:lumOff val="60000"/>
                  </a:schemeClr>
                </a:solidFill>
                <a:latin typeface="Calibri" panose="020F0502020204030204" pitchFamily="34" charset="0"/>
                <a:ea typeface="Calibri" panose="020F0502020204030204" pitchFamily="34" charset="0"/>
                <a:cs typeface="Times New Roman" panose="02020603050405020304" pitchFamily="18" charset="0"/>
              </a:rPr>
              <a:t>5. </a:t>
            </a:r>
            <a:r>
              <a:rPr lang="en-JM" sz="2400" b="1" dirty="0">
                <a:latin typeface="Calibri" panose="020F0502020204030204" pitchFamily="34" charset="0"/>
                <a:ea typeface="Calibri" panose="020F0502020204030204" pitchFamily="34" charset="0"/>
                <a:cs typeface="Times New Roman" panose="02020603050405020304" pitchFamily="18" charset="0"/>
              </a:rPr>
              <a:t>Unbelief and Doubt</a:t>
            </a:r>
          </a:p>
          <a:p>
            <a:pPr marL="0" indent="0">
              <a:buNone/>
            </a:pPr>
            <a:r>
              <a:rPr lang="en-JM" sz="2800" b="1" dirty="0">
                <a:latin typeface="Calibri" panose="020F0502020204030204" pitchFamily="34" charset="0"/>
                <a:ea typeface="Calibri" panose="020F0502020204030204" pitchFamily="34" charset="0"/>
                <a:cs typeface="Times New Roman" panose="02020603050405020304" pitchFamily="18" charset="0"/>
              </a:rPr>
              <a:t>“</a:t>
            </a:r>
            <a:r>
              <a:rPr lang="en-JM" sz="2400" dirty="0">
                <a:latin typeface="Times New Roman" panose="02020603050405020304" pitchFamily="18" charset="0"/>
                <a:ea typeface="Calibri" panose="020F0502020204030204" pitchFamily="34" charset="0"/>
                <a:cs typeface="Times New Roman" panose="02020603050405020304" pitchFamily="18" charset="0"/>
              </a:rPr>
              <a:t>And without faith it is impossible to please God, because anyone who comes to him must believe that he exists and that he rewards those who earnestly seek him” (</a:t>
            </a:r>
            <a:r>
              <a:rPr lang="en-JM" sz="2400" u="sng" dirty="0">
                <a:solidFill>
                  <a:srgbClr val="0000FF"/>
                </a:solidFill>
                <a:latin typeface="Times New Roman" panose="02020603050405020304" pitchFamily="18" charset="0"/>
                <a:ea typeface="Calibri" panose="020F0502020204030204" pitchFamily="34" charset="0"/>
                <a:cs typeface="Times New Roman" panose="02020603050405020304" pitchFamily="18" charset="0"/>
                <a:hlinkClick r:id="rId3"/>
              </a:rPr>
              <a:t>Hebrews 11:6</a:t>
            </a:r>
            <a:r>
              <a:rPr lang="en-JM" sz="2400" dirty="0">
                <a:latin typeface="Times New Roman" panose="02020603050405020304" pitchFamily="18" charset="0"/>
                <a:ea typeface="Calibri" panose="020F0502020204030204" pitchFamily="34" charset="0"/>
                <a:cs typeface="Times New Roman" panose="02020603050405020304" pitchFamily="18" charset="0"/>
              </a:rPr>
              <a:t>. </a:t>
            </a:r>
            <a:br>
              <a:rPr lang="en-JM" sz="2400" b="1" dirty="0">
                <a:latin typeface="Times New Roman" panose="02020603050405020304" pitchFamily="18" charset="0"/>
                <a:ea typeface="Calibri" panose="020F0502020204030204" pitchFamily="34" charset="0"/>
                <a:cs typeface="Times New Roman" panose="02020603050405020304" pitchFamily="18" charset="0"/>
              </a:rPr>
            </a:br>
            <a:r>
              <a:rPr lang="en-JM" sz="2400" dirty="0">
                <a:latin typeface="Times New Roman" panose="02020603050405020304" pitchFamily="18" charset="0"/>
                <a:ea typeface="Calibri" panose="020F0502020204030204" pitchFamily="34" charset="0"/>
                <a:cs typeface="Times New Roman" panose="02020603050405020304" pitchFamily="18" charset="0"/>
              </a:rPr>
              <a:t> </a:t>
            </a:r>
            <a:endParaRPr lang="en-JM" sz="24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4492082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5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94B65-91CF-452A-8139-5AFCCA9EB8CB}"/>
              </a:ext>
            </a:extLst>
          </p:cNvPr>
          <p:cNvSpPr>
            <a:spLocks noGrp="1"/>
          </p:cNvSpPr>
          <p:nvPr>
            <p:ph type="title"/>
          </p:nvPr>
        </p:nvSpPr>
        <p:spPr>
          <a:xfrm>
            <a:off x="390899" y="194733"/>
            <a:ext cx="9917723" cy="438601"/>
          </a:xfrm>
        </p:spPr>
        <p:txBody>
          <a:bodyPr/>
          <a:lstStyle/>
          <a:p>
            <a:r>
              <a:rPr lang="en-US" sz="3600" b="1" dirty="0">
                <a:latin typeface="Calibri" panose="020F0502020204030204" pitchFamily="34" charset="0"/>
                <a:ea typeface="Calibri" panose="020F0502020204030204" pitchFamily="34" charset="0"/>
                <a:cs typeface="Calibri" panose="020F0502020204030204" pitchFamily="34" charset="0"/>
              </a:rPr>
              <a:t>What are some hindrances to a potent prayer life?</a:t>
            </a:r>
            <a:endParaRPr lang="en-GB" sz="3600" b="1" dirty="0">
              <a:latin typeface="Calibri" panose="020F0502020204030204" pitchFamily="34" charset="0"/>
              <a:ea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C36121EF-31CC-4E3D-A5D2-740F26FE2CB4}"/>
              </a:ext>
            </a:extLst>
          </p:cNvPr>
          <p:cNvSpPr>
            <a:spLocks noGrp="1"/>
          </p:cNvSpPr>
          <p:nvPr>
            <p:ph idx="1"/>
          </p:nvPr>
        </p:nvSpPr>
        <p:spPr>
          <a:xfrm>
            <a:off x="450166" y="1134533"/>
            <a:ext cx="10241280" cy="5617959"/>
          </a:xfrm>
        </p:spPr>
        <p:txBody>
          <a:bodyPr>
            <a:normAutofit/>
          </a:bodyPr>
          <a:lstStyle/>
          <a:p>
            <a:pPr marL="0" indent="0">
              <a:buNone/>
            </a:pPr>
            <a:r>
              <a:rPr lang="en-US" sz="2400" dirty="0">
                <a:latin typeface="Times New Roman" panose="02020603050405020304" pitchFamily="18" charset="0"/>
                <a:ea typeface="Calibri" panose="020F0502020204030204" pitchFamily="34" charset="0"/>
                <a:cs typeface="Times New Roman" panose="02020603050405020304" pitchFamily="18" charset="0"/>
              </a:rPr>
              <a:t>“But when he asks, he must believe and not doubt, because he who doubts is like a wave of the sea, blown and tossed by the wind. That man should not think he will receive anything from the Lord; he is a double-minded man, unstable in all he does” (James 1:6-7).</a:t>
            </a:r>
            <a:endParaRPr lang="en-JM" sz="2400" dirty="0">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r>
              <a:rPr lang="en-JM" sz="2400" dirty="0">
                <a:solidFill>
                  <a:srgbClr val="00B050"/>
                </a:solidFill>
                <a:latin typeface="Times New Roman" panose="02020603050405020304" pitchFamily="18" charset="0"/>
                <a:ea typeface="Calibri" panose="020F0502020204030204" pitchFamily="34" charset="0"/>
                <a:cs typeface="Times New Roman" panose="02020603050405020304" pitchFamily="18" charset="0"/>
              </a:rPr>
              <a:t>6. </a:t>
            </a:r>
            <a:r>
              <a:rPr lang="en-JM" sz="2400" b="1" dirty="0">
                <a:latin typeface="Times New Roman" panose="02020603050405020304" pitchFamily="18" charset="0"/>
                <a:ea typeface="Calibri" panose="020F0502020204030204" pitchFamily="34" charset="0"/>
                <a:cs typeface="Times New Roman" panose="02020603050405020304" pitchFamily="18" charset="0"/>
              </a:rPr>
              <a:t>Discord</a:t>
            </a:r>
          </a:p>
          <a:p>
            <a:pPr marL="0" indent="0">
              <a:buNone/>
            </a:pPr>
            <a:r>
              <a:rPr lang="en-JM" sz="2400" dirty="0">
                <a:latin typeface="Times New Roman" panose="02020603050405020304" pitchFamily="18" charset="0"/>
                <a:ea typeface="Calibri" panose="020F0502020204030204" pitchFamily="34" charset="0"/>
                <a:cs typeface="Times New Roman" panose="02020603050405020304" pitchFamily="18" charset="0"/>
              </a:rPr>
              <a:t>In the home is a definite obstacle to prayer. Peter specifically mentions this as a hindrance to the prayers of a husband whose attitude toward his wife is less than godly. “Husbands, in the same way be considerate as you live with your wives, and treat them with respect as the weaker partner and as heirs with you of the gracious gift of life, so that nothing will hinder your prayers” (</a:t>
            </a:r>
            <a:r>
              <a:rPr lang="en-JM" sz="2400" u="sng" dirty="0">
                <a:solidFill>
                  <a:srgbClr val="0000FF"/>
                </a:solidFill>
                <a:latin typeface="Times New Roman" panose="02020603050405020304" pitchFamily="18" charset="0"/>
                <a:ea typeface="Calibri" panose="020F0502020204030204" pitchFamily="34" charset="0"/>
                <a:cs typeface="Times New Roman" panose="02020603050405020304" pitchFamily="18" charset="0"/>
                <a:hlinkClick r:id="rId2"/>
              </a:rPr>
              <a:t>1 Peter 3:7</a:t>
            </a:r>
            <a:r>
              <a:rPr lang="en-JM" sz="2400" dirty="0">
                <a:latin typeface="Times New Roman" panose="02020603050405020304" pitchFamily="18" charset="0"/>
                <a:ea typeface="Calibri" panose="020F0502020204030204" pitchFamily="34" charset="0"/>
                <a:cs typeface="Times New Roman" panose="02020603050405020304" pitchFamily="18" charset="0"/>
              </a:rPr>
              <a:t>).</a:t>
            </a:r>
          </a:p>
          <a:p>
            <a:pPr marL="0" indent="0">
              <a:buNone/>
            </a:pPr>
            <a:r>
              <a:rPr lang="en-JM" sz="2400" dirty="0">
                <a:latin typeface="Times New Roman" panose="02020603050405020304" pitchFamily="18" charset="0"/>
                <a:ea typeface="Calibri" panose="020F0502020204030204" pitchFamily="34" charset="0"/>
                <a:cs typeface="Times New Roman" panose="02020603050405020304" pitchFamily="18" charset="0"/>
              </a:rPr>
              <a:t>Likewise, wives are to follow the biblical principles of submission to their husbands’ headship if their own prayers are not to be hindered (</a:t>
            </a:r>
            <a:r>
              <a:rPr lang="en-JM" sz="2400" u="sng" dirty="0">
                <a:solidFill>
                  <a:srgbClr val="0000FF"/>
                </a:solidFill>
                <a:latin typeface="Times New Roman" panose="02020603050405020304" pitchFamily="18" charset="0"/>
                <a:ea typeface="Calibri" panose="020F0502020204030204" pitchFamily="34" charset="0"/>
                <a:cs typeface="Times New Roman" panose="02020603050405020304" pitchFamily="18" charset="0"/>
                <a:hlinkClick r:id="rId3"/>
              </a:rPr>
              <a:t>Ephesians 5:22-24</a:t>
            </a:r>
            <a:r>
              <a:rPr lang="en-JM" sz="2400" dirty="0">
                <a:latin typeface="Times New Roman" panose="02020603050405020304" pitchFamily="18" charset="0"/>
                <a:ea typeface="Calibri" panose="020F0502020204030204" pitchFamily="34" charset="0"/>
                <a:cs typeface="Times New Roman" panose="02020603050405020304" pitchFamily="18" charset="0"/>
              </a:rPr>
              <a:t>).</a:t>
            </a:r>
          </a:p>
          <a:p>
            <a:pPr marL="0" indent="0">
              <a:buNone/>
            </a:pPr>
            <a:endParaRPr lang="en-JM" sz="2400"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9986294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25AA0-E2B6-4CA2-88D2-65037F33D58A}"/>
              </a:ext>
            </a:extLst>
          </p:cNvPr>
          <p:cNvSpPr>
            <a:spLocks noGrp="1"/>
          </p:cNvSpPr>
          <p:nvPr>
            <p:ph type="title"/>
          </p:nvPr>
        </p:nvSpPr>
        <p:spPr/>
        <p:txBody>
          <a:bodyPr/>
          <a:lstStyle/>
          <a:p>
            <a:pPr algn="ctr"/>
            <a:r>
              <a:rPr lang="en-GB" sz="4000" b="1" dirty="0">
                <a:solidFill>
                  <a:schemeClr val="bg2">
                    <a:lumMod val="60000"/>
                    <a:lumOff val="40000"/>
                  </a:schemeClr>
                </a:solidFill>
                <a:effectLst/>
                <a:latin typeface="Arial" panose="020B0604020202020204" pitchFamily="34" charset="0"/>
                <a:ea typeface="Times New Roman" panose="02020603050405020304" pitchFamily="18" charset="0"/>
              </a:rPr>
              <a:t>The power of prayer</a:t>
            </a:r>
            <a:br>
              <a:rPr lang="en-GB" sz="1800" dirty="0">
                <a:effectLst/>
                <a:latin typeface="Times New Roman" panose="02020603050405020304" pitchFamily="18" charset="0"/>
                <a:ea typeface="Times New Roman" panose="02020603050405020304" pitchFamily="18" charset="0"/>
              </a:rPr>
            </a:br>
            <a:endParaRPr lang="en-GB" dirty="0"/>
          </a:p>
        </p:txBody>
      </p:sp>
      <p:sp>
        <p:nvSpPr>
          <p:cNvPr id="3" name="Content Placeholder 2">
            <a:extLst>
              <a:ext uri="{FF2B5EF4-FFF2-40B4-BE49-F238E27FC236}">
                <a16:creationId xmlns:a16="http://schemas.microsoft.com/office/drawing/2014/main" id="{9F68AE0D-7FA6-48BA-9885-C9EF54F4FEAC}"/>
              </a:ext>
            </a:extLst>
          </p:cNvPr>
          <p:cNvSpPr>
            <a:spLocks noGrp="1"/>
          </p:cNvSpPr>
          <p:nvPr>
            <p:ph idx="1"/>
          </p:nvPr>
        </p:nvSpPr>
        <p:spPr>
          <a:xfrm>
            <a:off x="645132" y="1322363"/>
            <a:ext cx="9404722" cy="5401993"/>
          </a:xfrm>
        </p:spPr>
        <p:txBody>
          <a:bodyPr/>
          <a:lstStyle/>
          <a:p>
            <a:pPr marL="0" indent="0">
              <a:buNone/>
            </a:pPr>
            <a:r>
              <a:rPr lang="en-GB" sz="2400" dirty="0">
                <a:effectLst/>
                <a:latin typeface="Helvetica" panose="020B0604020202020204" pitchFamily="34" charset="0"/>
                <a:ea typeface="Times New Roman" panose="02020603050405020304" pitchFamily="18" charset="0"/>
              </a:rPr>
              <a:t>We Do Not Value the Power of Prayer as We Should—We do not value the power and efficacy of prayer as we should. Prayer and faith will do what no power on earth can accomplish</a:t>
            </a:r>
            <a:r>
              <a:rPr lang="en-GB" sz="2400" dirty="0">
                <a:effectLst/>
                <a:latin typeface="Times New Roman" panose="02020603050405020304" pitchFamily="18" charset="0"/>
                <a:ea typeface="Times New Roman" panose="02020603050405020304" pitchFamily="18" charset="0"/>
              </a:rPr>
              <a:t> (MOH 509).</a:t>
            </a:r>
          </a:p>
          <a:p>
            <a:pPr marL="0" indent="0">
              <a:buNone/>
            </a:pPr>
            <a:endParaRPr lang="en-GB" sz="2400" dirty="0">
              <a:effectLst/>
              <a:latin typeface="Times New Roman" panose="02020603050405020304" pitchFamily="18" charset="0"/>
              <a:ea typeface="Times New Roman" panose="02020603050405020304" pitchFamily="18" charset="0"/>
            </a:endParaRPr>
          </a:p>
          <a:p>
            <a:endParaRPr lang="en-GB" dirty="0"/>
          </a:p>
        </p:txBody>
      </p:sp>
      <p:pic>
        <p:nvPicPr>
          <p:cNvPr id="5" name="Picture 4">
            <a:extLst>
              <a:ext uri="{FF2B5EF4-FFF2-40B4-BE49-F238E27FC236}">
                <a16:creationId xmlns:a16="http://schemas.microsoft.com/office/drawing/2014/main" id="{23231714-ABA5-420B-AD00-1D11BDCEF2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738437"/>
            <a:ext cx="12192000" cy="4119563"/>
          </a:xfrm>
          <a:prstGeom prst="rect">
            <a:avLst/>
          </a:prstGeom>
        </p:spPr>
      </p:pic>
    </p:spTree>
    <p:extLst>
      <p:ext uri="{BB962C8B-B14F-4D97-AF65-F5344CB8AC3E}">
        <p14:creationId xmlns:p14="http://schemas.microsoft.com/office/powerpoint/2010/main" val="145573037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25AA0-E2B6-4CA2-88D2-65037F33D58A}"/>
              </a:ext>
            </a:extLst>
          </p:cNvPr>
          <p:cNvSpPr>
            <a:spLocks noGrp="1"/>
          </p:cNvSpPr>
          <p:nvPr>
            <p:ph type="title"/>
          </p:nvPr>
        </p:nvSpPr>
        <p:spPr/>
        <p:txBody>
          <a:bodyPr/>
          <a:lstStyle/>
          <a:p>
            <a:pPr algn="ctr"/>
            <a:r>
              <a:rPr lang="en-GB" sz="4000" b="1" dirty="0">
                <a:solidFill>
                  <a:schemeClr val="bg2">
                    <a:lumMod val="60000"/>
                    <a:lumOff val="40000"/>
                  </a:schemeClr>
                </a:solidFill>
                <a:effectLst/>
                <a:latin typeface="Arial" panose="020B0604020202020204" pitchFamily="34" charset="0"/>
                <a:ea typeface="Times New Roman" panose="02020603050405020304" pitchFamily="18" charset="0"/>
              </a:rPr>
              <a:t>The power of prayer</a:t>
            </a:r>
            <a:br>
              <a:rPr lang="en-GB" sz="1800" dirty="0">
                <a:effectLst/>
                <a:latin typeface="Times New Roman" panose="02020603050405020304" pitchFamily="18" charset="0"/>
                <a:ea typeface="Times New Roman" panose="02020603050405020304" pitchFamily="18" charset="0"/>
              </a:rPr>
            </a:br>
            <a:endParaRPr lang="en-GB" dirty="0"/>
          </a:p>
        </p:txBody>
      </p:sp>
      <p:sp>
        <p:nvSpPr>
          <p:cNvPr id="3" name="Content Placeholder 2">
            <a:extLst>
              <a:ext uri="{FF2B5EF4-FFF2-40B4-BE49-F238E27FC236}">
                <a16:creationId xmlns:a16="http://schemas.microsoft.com/office/drawing/2014/main" id="{9F68AE0D-7FA6-48BA-9885-C9EF54F4FEAC}"/>
              </a:ext>
            </a:extLst>
          </p:cNvPr>
          <p:cNvSpPr>
            <a:spLocks noGrp="1"/>
          </p:cNvSpPr>
          <p:nvPr>
            <p:ph idx="1"/>
          </p:nvPr>
        </p:nvSpPr>
        <p:spPr>
          <a:xfrm>
            <a:off x="645132" y="1322363"/>
            <a:ext cx="9404722" cy="5401993"/>
          </a:xfrm>
        </p:spPr>
        <p:txBody>
          <a:bodyPr/>
          <a:lstStyle/>
          <a:p>
            <a:pPr marL="0" indent="0">
              <a:buNone/>
            </a:pPr>
            <a:r>
              <a:rPr lang="en-GB" sz="2400" dirty="0">
                <a:solidFill>
                  <a:srgbClr val="00B0F0"/>
                </a:solidFill>
                <a:effectLst/>
                <a:latin typeface="Times New Roman" panose="02020603050405020304" pitchFamily="18" charset="0"/>
                <a:ea typeface="Times New Roman" panose="02020603050405020304" pitchFamily="18" charset="0"/>
              </a:rPr>
              <a:t>What does the Bible say?</a:t>
            </a:r>
          </a:p>
          <a:p>
            <a:r>
              <a:rPr lang="en-GB" sz="2400" spc="20" baseline="30000" dirty="0">
                <a:effectLst/>
                <a:latin typeface="Times New Roman" panose="02020603050405020304" pitchFamily="18" charset="0"/>
                <a:ea typeface="Times New Roman" panose="02020603050405020304" pitchFamily="18" charset="0"/>
                <a:cs typeface="Times New Roman" panose="02020603050405020304" pitchFamily="18" charset="0"/>
              </a:rPr>
              <a:t>19 </a:t>
            </a:r>
            <a:r>
              <a:rPr lang="en-GB" sz="2400" spc="20" dirty="0">
                <a:effectLst/>
                <a:latin typeface="Times New Roman" panose="02020603050405020304" pitchFamily="18" charset="0"/>
                <a:ea typeface="Times New Roman" panose="02020603050405020304" pitchFamily="18" charset="0"/>
                <a:cs typeface="Times New Roman" panose="02020603050405020304" pitchFamily="18" charset="0"/>
              </a:rPr>
              <a:t>Again I say to you, if two of you agree on earth about anything they ask, it will be done for them by my Father in heaven (Mat 18:19).</a:t>
            </a:r>
          </a:p>
          <a:p>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 </a:t>
            </a:r>
            <a:r>
              <a:rPr lang="en-GB" sz="2400" spc="20" baseline="30000" dirty="0">
                <a:effectLst/>
                <a:latin typeface="Times New Roman" panose="02020603050405020304" pitchFamily="18" charset="0"/>
                <a:ea typeface="Times New Roman" panose="02020603050405020304" pitchFamily="18" charset="0"/>
                <a:cs typeface="Times New Roman" panose="02020603050405020304" pitchFamily="18" charset="0"/>
              </a:rPr>
              <a:t>22 </a:t>
            </a:r>
            <a:r>
              <a:rPr lang="en-GB" sz="2400" spc="20" dirty="0">
                <a:effectLst/>
                <a:latin typeface="Times New Roman" panose="02020603050405020304" pitchFamily="18" charset="0"/>
                <a:ea typeface="Times New Roman" panose="02020603050405020304" pitchFamily="18" charset="0"/>
                <a:cs typeface="Times New Roman" panose="02020603050405020304" pitchFamily="18" charset="0"/>
              </a:rPr>
              <a:t>And whatever you ask in prayer, you will receive, if you have faith.” will be done for them by my Father in heaven</a:t>
            </a: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 (Mat 21:22).</a:t>
            </a:r>
          </a:p>
          <a:p>
            <a:r>
              <a:rPr lang="en-GB" sz="2400" spc="20" baseline="30000" dirty="0">
                <a:effectLst/>
                <a:latin typeface="Times New Roman" panose="02020603050405020304" pitchFamily="18" charset="0"/>
                <a:ea typeface="Times New Roman" panose="02020603050405020304" pitchFamily="18" charset="0"/>
                <a:cs typeface="Times New Roman" panose="02020603050405020304" pitchFamily="18" charset="0"/>
              </a:rPr>
              <a:t>24 </a:t>
            </a:r>
            <a:r>
              <a:rPr lang="en-GB" sz="2400" spc="20" dirty="0">
                <a:effectLst/>
                <a:latin typeface="Times New Roman" panose="02020603050405020304" pitchFamily="18" charset="0"/>
                <a:ea typeface="Times New Roman" panose="02020603050405020304" pitchFamily="18" charset="0"/>
                <a:cs typeface="Times New Roman" panose="02020603050405020304" pitchFamily="18" charset="0"/>
              </a:rPr>
              <a:t>Therefore I tell you, whatever you ask in prayer, believe that you have received it, and it will be yours. (Mark 11:24).</a:t>
            </a:r>
            <a:endParaRPr lang="en-GB"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GB" sz="2400" spc="20" baseline="30000" dirty="0">
                <a:effectLst/>
                <a:latin typeface="Times New Roman" panose="02020603050405020304" pitchFamily="18" charset="0"/>
                <a:ea typeface="Times New Roman" panose="02020603050405020304" pitchFamily="18" charset="0"/>
                <a:cs typeface="Times New Roman" panose="02020603050405020304" pitchFamily="18" charset="0"/>
              </a:rPr>
              <a:t>7 </a:t>
            </a:r>
            <a:r>
              <a:rPr lang="en-GB" sz="2400" spc="20" dirty="0">
                <a:effectLst/>
                <a:latin typeface="Times New Roman" panose="02020603050405020304" pitchFamily="18" charset="0"/>
                <a:ea typeface="Times New Roman" panose="02020603050405020304" pitchFamily="18" charset="0"/>
                <a:cs typeface="Times New Roman" panose="02020603050405020304" pitchFamily="18" charset="0"/>
              </a:rPr>
              <a:t>If you abide in me, and my words abide in you, ask whatever you wish, and it will be done for you (John 15:7).</a:t>
            </a:r>
            <a:r>
              <a:rPr lang="en-GB" sz="24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indent="0">
              <a:buNone/>
            </a:pPr>
            <a:endParaRPr lang="en-GB" sz="2400" dirty="0">
              <a:effectLst/>
              <a:latin typeface="Times New Roman" panose="02020603050405020304" pitchFamily="18" charset="0"/>
              <a:ea typeface="Times New Roman" panose="02020603050405020304" pitchFamily="18" charset="0"/>
            </a:endParaRPr>
          </a:p>
          <a:p>
            <a:endParaRPr lang="en-GB" dirty="0"/>
          </a:p>
        </p:txBody>
      </p:sp>
    </p:spTree>
    <p:extLst>
      <p:ext uri="{BB962C8B-B14F-4D97-AF65-F5344CB8AC3E}">
        <p14:creationId xmlns:p14="http://schemas.microsoft.com/office/powerpoint/2010/main" val="40018346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1000"/>
                                        <p:tgtEl>
                                          <p:spTgt spid="3">
                                            <p:txEl>
                                              <p:pRg st="2" end="2"/>
                                            </p:txEl>
                                          </p:spTgt>
                                        </p:tgtEl>
                                      </p:cBhvr>
                                    </p:animEffect>
                                    <p:anim calcmode="lin" valueType="num">
                                      <p:cBhvr>
                                        <p:cTn id="14"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 calcmode="lin" valueType="num">
                                      <p:cBhvr additive="base">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1000"/>
                                        <p:tgtEl>
                                          <p:spTgt spid="3">
                                            <p:txEl>
                                              <p:pRg st="4" end="4"/>
                                            </p:txEl>
                                          </p:spTgt>
                                        </p:tgtEl>
                                      </p:cBhvr>
                                    </p:animEffect>
                                    <p:anim calcmode="lin" valueType="num">
                                      <p:cBhvr>
                                        <p:cTn id="27"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8"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25AA0-E2B6-4CA2-88D2-65037F33D58A}"/>
              </a:ext>
            </a:extLst>
          </p:cNvPr>
          <p:cNvSpPr>
            <a:spLocks noGrp="1"/>
          </p:cNvSpPr>
          <p:nvPr>
            <p:ph type="title"/>
          </p:nvPr>
        </p:nvSpPr>
        <p:spPr/>
        <p:txBody>
          <a:bodyPr/>
          <a:lstStyle/>
          <a:p>
            <a:pPr algn="ctr"/>
            <a:r>
              <a:rPr lang="en-GB" sz="4000" b="1" dirty="0">
                <a:solidFill>
                  <a:schemeClr val="bg2">
                    <a:lumMod val="60000"/>
                    <a:lumOff val="40000"/>
                  </a:schemeClr>
                </a:solidFill>
                <a:effectLst/>
                <a:latin typeface="Arial" panose="020B0604020202020204" pitchFamily="34" charset="0"/>
                <a:ea typeface="Times New Roman" panose="02020603050405020304" pitchFamily="18" charset="0"/>
              </a:rPr>
              <a:t>The power of prayer</a:t>
            </a:r>
            <a:br>
              <a:rPr lang="en-GB" sz="1800" dirty="0">
                <a:effectLst/>
                <a:latin typeface="Times New Roman" panose="02020603050405020304" pitchFamily="18" charset="0"/>
                <a:ea typeface="Times New Roman" panose="02020603050405020304" pitchFamily="18" charset="0"/>
              </a:rPr>
            </a:br>
            <a:endParaRPr lang="en-GB" dirty="0"/>
          </a:p>
        </p:txBody>
      </p:sp>
      <p:sp>
        <p:nvSpPr>
          <p:cNvPr id="3" name="Content Placeholder 2">
            <a:extLst>
              <a:ext uri="{FF2B5EF4-FFF2-40B4-BE49-F238E27FC236}">
                <a16:creationId xmlns:a16="http://schemas.microsoft.com/office/drawing/2014/main" id="{9F68AE0D-7FA6-48BA-9885-C9EF54F4FEAC}"/>
              </a:ext>
            </a:extLst>
          </p:cNvPr>
          <p:cNvSpPr>
            <a:spLocks noGrp="1"/>
          </p:cNvSpPr>
          <p:nvPr>
            <p:ph idx="1"/>
          </p:nvPr>
        </p:nvSpPr>
        <p:spPr>
          <a:xfrm>
            <a:off x="520505" y="1322363"/>
            <a:ext cx="9791113" cy="5401993"/>
          </a:xfrm>
        </p:spPr>
        <p:txBody>
          <a:bodyPr/>
          <a:lstStyle/>
          <a:p>
            <a:pPr marL="0" indent="0">
              <a:buNone/>
            </a:pPr>
            <a:r>
              <a:rPr lang="en-GB" sz="2400" dirty="0">
                <a:solidFill>
                  <a:srgbClr val="00B0F0"/>
                </a:solidFill>
                <a:effectLst/>
                <a:latin typeface="Times New Roman" panose="02020603050405020304" pitchFamily="18" charset="0"/>
                <a:ea typeface="Times New Roman" panose="02020603050405020304" pitchFamily="18" charset="0"/>
              </a:rPr>
              <a:t>What does the Bible say?</a:t>
            </a:r>
          </a:p>
          <a:p>
            <a:pPr marL="0" indent="0">
              <a:buNone/>
            </a:pPr>
            <a:endParaRPr lang="en-GB" sz="2400" dirty="0">
              <a:effectLst/>
              <a:latin typeface="Times New Roman" panose="02020603050405020304" pitchFamily="18" charset="0"/>
              <a:ea typeface="Times New Roman" panose="02020603050405020304" pitchFamily="18" charset="0"/>
            </a:endParaRPr>
          </a:p>
          <a:p>
            <a:r>
              <a:rPr lang="en-GB" sz="2400" spc="20" dirty="0">
                <a:latin typeface="Times New Roman" panose="02020603050405020304" pitchFamily="18" charset="0"/>
                <a:ea typeface="Times New Roman" panose="02020603050405020304" pitchFamily="18" charset="0"/>
                <a:cs typeface="Times New Roman" panose="02020603050405020304" pitchFamily="18" charset="0"/>
              </a:rPr>
              <a:t>A</a:t>
            </a:r>
            <a:r>
              <a:rPr lang="en-GB" sz="2400" spc="20" dirty="0">
                <a:effectLst/>
                <a:latin typeface="Times New Roman" panose="02020603050405020304" pitchFamily="18" charset="0"/>
                <a:ea typeface="Times New Roman" panose="02020603050405020304" pitchFamily="18" charset="0"/>
                <a:cs typeface="Times New Roman" panose="02020603050405020304" pitchFamily="18" charset="0"/>
              </a:rPr>
              <a:t>nd whatever we ask we receive from him, because we keep his commandments and do what pleases him (1John 3:22).</a:t>
            </a:r>
            <a:endParaRPr lang="en-GB"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GB" sz="2400" spc="20" dirty="0">
                <a:effectLst/>
                <a:latin typeface="Times New Roman" panose="02020603050405020304" pitchFamily="18" charset="0"/>
                <a:ea typeface="Times New Roman" panose="02020603050405020304" pitchFamily="18" charset="0"/>
                <a:cs typeface="Times New Roman" panose="02020603050405020304" pitchFamily="18" charset="0"/>
              </a:rPr>
              <a:t>And this is the confidence that we have toward him, that if we ask anything according to his will, he hears us. </a:t>
            </a:r>
            <a:r>
              <a:rPr lang="en-GB" sz="2400" spc="20" dirty="0">
                <a:latin typeface="Times New Roman" panose="02020603050405020304" pitchFamily="18" charset="0"/>
                <a:ea typeface="Times New Roman" panose="02020603050405020304" pitchFamily="18" charset="0"/>
                <a:cs typeface="Times New Roman" panose="02020603050405020304" pitchFamily="18" charset="0"/>
              </a:rPr>
              <a:t>15 And if we know that he hears us in whatever we ask, we know that we have the requests that we asked of him (1John 5:14-15).</a:t>
            </a:r>
            <a:endParaRPr lang="en-GB"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78247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BD962-1D2A-45F5-9084-266C14D209AA}"/>
              </a:ext>
            </a:extLst>
          </p:cNvPr>
          <p:cNvSpPr>
            <a:spLocks noGrp="1"/>
          </p:cNvSpPr>
          <p:nvPr>
            <p:ph type="title"/>
          </p:nvPr>
        </p:nvSpPr>
        <p:spPr/>
        <p:txBody>
          <a:bodyPr/>
          <a:lstStyle/>
          <a:p>
            <a:pPr algn="ctr"/>
            <a:r>
              <a:rPr lang="en-US" b="1" dirty="0">
                <a:solidFill>
                  <a:schemeClr val="tx1"/>
                </a:solidFill>
              </a:rPr>
              <a:t>God’s answer to prayer is</a:t>
            </a:r>
            <a:endParaRPr lang="en-GB" b="1" dirty="0">
              <a:solidFill>
                <a:schemeClr val="tx1"/>
              </a:solidFill>
            </a:endParaRPr>
          </a:p>
        </p:txBody>
      </p:sp>
      <p:sp>
        <p:nvSpPr>
          <p:cNvPr id="3" name="Content Placeholder 2">
            <a:extLst>
              <a:ext uri="{FF2B5EF4-FFF2-40B4-BE49-F238E27FC236}">
                <a16:creationId xmlns:a16="http://schemas.microsoft.com/office/drawing/2014/main" id="{C2FB93DC-B5D6-420E-B51B-74FF6FE42B9E}"/>
              </a:ext>
            </a:extLst>
          </p:cNvPr>
          <p:cNvSpPr>
            <a:spLocks noGrp="1"/>
          </p:cNvSpPr>
          <p:nvPr>
            <p:ph idx="1"/>
          </p:nvPr>
        </p:nvSpPr>
        <p:spPr/>
        <p:txBody>
          <a:bodyPr>
            <a:normAutofit/>
          </a:bodyPr>
          <a:lstStyle/>
          <a:p>
            <a:pPr marL="0" indent="0">
              <a:buNone/>
            </a:pPr>
            <a:r>
              <a:rPr lang="en-US" sz="3600" dirty="0">
                <a:solidFill>
                  <a:srgbClr val="00B050"/>
                </a:solidFill>
              </a:rPr>
              <a:t>Yes</a:t>
            </a:r>
            <a:r>
              <a:rPr lang="en-US" sz="3600" dirty="0"/>
              <a:t> or </a:t>
            </a:r>
            <a:r>
              <a:rPr lang="en-US" sz="3600" dirty="0">
                <a:solidFill>
                  <a:srgbClr val="FF0000"/>
                </a:solidFill>
              </a:rPr>
              <a:t>No</a:t>
            </a:r>
            <a:r>
              <a:rPr lang="en-US" sz="3600" dirty="0"/>
              <a:t>.</a:t>
            </a:r>
            <a:endParaRPr lang="en-GB" sz="3600" dirty="0"/>
          </a:p>
        </p:txBody>
      </p:sp>
    </p:spTree>
    <p:extLst>
      <p:ext uri="{BB962C8B-B14F-4D97-AF65-F5344CB8AC3E}">
        <p14:creationId xmlns:p14="http://schemas.microsoft.com/office/powerpoint/2010/main" val="329729262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312</TotalTime>
  <Words>1478</Words>
  <Application>Microsoft Office PowerPoint</Application>
  <PresentationFormat>Widescreen</PresentationFormat>
  <Paragraphs>50</Paragraphs>
  <Slides>13</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Aptos</vt:lpstr>
      <vt:lpstr>Arial</vt:lpstr>
      <vt:lpstr>Calibri</vt:lpstr>
      <vt:lpstr>Century Gothic</vt:lpstr>
      <vt:lpstr>Helvetica</vt:lpstr>
      <vt:lpstr>Segoe UI</vt:lpstr>
      <vt:lpstr>Symbol</vt:lpstr>
      <vt:lpstr>Times New Roman</vt:lpstr>
      <vt:lpstr>Wingdings 3</vt:lpstr>
      <vt:lpstr>Ion</vt:lpstr>
      <vt:lpstr>Getting Your Prayers Answered</vt:lpstr>
      <vt:lpstr>What is Prayer?  </vt:lpstr>
      <vt:lpstr>Our Need of Prayer </vt:lpstr>
      <vt:lpstr>How to get your prayers answered </vt:lpstr>
      <vt:lpstr>How to get your prayers answered </vt:lpstr>
      <vt:lpstr>What are some hindrances to a potent prayer life?</vt:lpstr>
      <vt:lpstr>What are some hindrances to a potent prayer life?</vt:lpstr>
      <vt:lpstr>What are some hindrances to a potent prayer life?</vt:lpstr>
      <vt:lpstr>What are some hindrances to a potent prayer life?</vt:lpstr>
      <vt:lpstr>The power of prayer </vt:lpstr>
      <vt:lpstr>The power of prayer </vt:lpstr>
      <vt:lpstr>The power of prayer </vt:lpstr>
      <vt:lpstr>God’s answer to prayer is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Let’s talk about Prayer</dc:title>
  <dc:creator>Kiwayne Ferron</dc:creator>
  <cp:lastModifiedBy>Kiwayne Ferron</cp:lastModifiedBy>
  <cp:revision>13</cp:revision>
  <dcterms:created xsi:type="dcterms:W3CDTF">2020-11-12T18:59:37Z</dcterms:created>
  <dcterms:modified xsi:type="dcterms:W3CDTF">2025-03-05T10:13:11Z</dcterms:modified>
</cp:coreProperties>
</file>