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38"/>
  </p:notesMasterIdLst>
  <p:sldIdLst>
    <p:sldId id="256" r:id="rId2"/>
    <p:sldId id="257" r:id="rId3"/>
    <p:sldId id="258" r:id="rId4"/>
    <p:sldId id="259" r:id="rId5"/>
    <p:sldId id="260" r:id="rId6"/>
    <p:sldId id="261" r:id="rId7"/>
    <p:sldId id="262" r:id="rId8"/>
    <p:sldId id="263" r:id="rId9"/>
    <p:sldId id="290" r:id="rId10"/>
    <p:sldId id="292" r:id="rId11"/>
    <p:sldId id="291" r:id="rId12"/>
    <p:sldId id="265" r:id="rId13"/>
    <p:sldId id="264" r:id="rId14"/>
    <p:sldId id="266" r:id="rId15"/>
    <p:sldId id="267" r:id="rId16"/>
    <p:sldId id="269" r:id="rId17"/>
    <p:sldId id="270" r:id="rId18"/>
    <p:sldId id="271" r:id="rId19"/>
    <p:sldId id="272" r:id="rId20"/>
    <p:sldId id="273" r:id="rId21"/>
    <p:sldId id="268" r:id="rId22"/>
    <p:sldId id="274" r:id="rId23"/>
    <p:sldId id="275" r:id="rId24"/>
    <p:sldId id="276" r:id="rId25"/>
    <p:sldId id="277" r:id="rId26"/>
    <p:sldId id="278" r:id="rId27"/>
    <p:sldId id="279" r:id="rId28"/>
    <p:sldId id="282" r:id="rId29"/>
    <p:sldId id="289" r:id="rId30"/>
    <p:sldId id="283" r:id="rId31"/>
    <p:sldId id="281" r:id="rId32"/>
    <p:sldId id="284" r:id="rId33"/>
    <p:sldId id="285" r:id="rId34"/>
    <p:sldId id="286" r:id="rId35"/>
    <p:sldId id="287" r:id="rId36"/>
    <p:sldId id="28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AA6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2" d="100"/>
          <a:sy n="82" d="100"/>
        </p:scale>
        <p:origin x="672"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wayne Ferron" userId="bbf82302c5a4c514" providerId="LiveId" clId="{261FE02F-5188-4019-BC8D-B2589D9E5DE4}"/>
    <pc:docChg chg="modSld">
      <pc:chgData name="Kiwayne Ferron" userId="bbf82302c5a4c514" providerId="LiveId" clId="{261FE02F-5188-4019-BC8D-B2589D9E5DE4}" dt="2026-01-27T15:11:25.657" v="101" actId="20577"/>
      <pc:docMkLst>
        <pc:docMk/>
      </pc:docMkLst>
      <pc:sldChg chg="modNotesTx">
        <pc:chgData name="Kiwayne Ferron" userId="bbf82302c5a4c514" providerId="LiveId" clId="{261FE02F-5188-4019-BC8D-B2589D9E5DE4}" dt="2026-01-27T15:10:57.411" v="4" actId="20577"/>
        <pc:sldMkLst>
          <pc:docMk/>
          <pc:sldMk cId="4259749493" sldId="269"/>
        </pc:sldMkLst>
      </pc:sldChg>
      <pc:sldChg chg="modNotesTx">
        <pc:chgData name="Kiwayne Ferron" userId="bbf82302c5a4c514" providerId="LiveId" clId="{261FE02F-5188-4019-BC8D-B2589D9E5DE4}" dt="2026-01-27T15:11:25.657" v="101" actId="20577"/>
        <pc:sldMkLst>
          <pc:docMk/>
          <pc:sldMk cId="4256784075" sldId="2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EACB5B-FB7E-4AF4-8E5C-53B007F9EB64}" type="datetimeFigureOut">
              <a:rPr lang="en-JM" smtClean="0"/>
              <a:t>27/1/2026</a:t>
            </a:fld>
            <a:endParaRPr lang="en-J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E37091-A282-4291-B0D4-A6617901368C}" type="slidenum">
              <a:rPr lang="en-JM" smtClean="0"/>
              <a:t>‹#›</a:t>
            </a:fld>
            <a:endParaRPr lang="en-JM"/>
          </a:p>
        </p:txBody>
      </p:sp>
    </p:spTree>
    <p:extLst>
      <p:ext uri="{BB962C8B-B14F-4D97-AF65-F5344CB8AC3E}">
        <p14:creationId xmlns:p14="http://schemas.microsoft.com/office/powerpoint/2010/main" val="1009255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M" dirty="0"/>
              <a:t>Justification: Jesus, Sanctification: Holy Spirit, Gloration: The Father.</a:t>
            </a:r>
          </a:p>
        </p:txBody>
      </p:sp>
      <p:sp>
        <p:nvSpPr>
          <p:cNvPr id="4" name="Slide Number Placeholder 3"/>
          <p:cNvSpPr>
            <a:spLocks noGrp="1"/>
          </p:cNvSpPr>
          <p:nvPr>
            <p:ph type="sldNum" sz="quarter" idx="5"/>
          </p:nvPr>
        </p:nvSpPr>
        <p:spPr/>
        <p:txBody>
          <a:bodyPr/>
          <a:lstStyle/>
          <a:p>
            <a:fld id="{ADE37091-A282-4291-B0D4-A6617901368C}" type="slidenum">
              <a:rPr lang="en-JM" smtClean="0"/>
              <a:t>13</a:t>
            </a:fld>
            <a:endParaRPr lang="en-JM"/>
          </a:p>
        </p:txBody>
      </p:sp>
    </p:spTree>
    <p:extLst>
      <p:ext uri="{BB962C8B-B14F-4D97-AF65-F5344CB8AC3E}">
        <p14:creationId xmlns:p14="http://schemas.microsoft.com/office/powerpoint/2010/main" val="2933222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M" dirty="0"/>
              <a:t>Read verse 5 and 6 for they are connected.</a:t>
            </a:r>
          </a:p>
        </p:txBody>
      </p:sp>
      <p:sp>
        <p:nvSpPr>
          <p:cNvPr id="4" name="Slide Number Placeholder 3"/>
          <p:cNvSpPr>
            <a:spLocks noGrp="1"/>
          </p:cNvSpPr>
          <p:nvPr>
            <p:ph type="sldNum" sz="quarter" idx="5"/>
          </p:nvPr>
        </p:nvSpPr>
        <p:spPr/>
        <p:txBody>
          <a:bodyPr/>
          <a:lstStyle/>
          <a:p>
            <a:fld id="{ADE37091-A282-4291-B0D4-A6617901368C}" type="slidenum">
              <a:rPr lang="en-JM" smtClean="0"/>
              <a:t>16</a:t>
            </a:fld>
            <a:endParaRPr lang="en-JM"/>
          </a:p>
        </p:txBody>
      </p:sp>
    </p:spTree>
    <p:extLst>
      <p:ext uri="{BB962C8B-B14F-4D97-AF65-F5344CB8AC3E}">
        <p14:creationId xmlns:p14="http://schemas.microsoft.com/office/powerpoint/2010/main" val="3691245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A75E4-A1C2-54DC-1C2C-3A72FC41CD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9154CD-A810-8808-2273-FF48ACD651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39B316-A8F3-6C7D-5C7C-E286599CF4CF}"/>
              </a:ext>
            </a:extLst>
          </p:cNvPr>
          <p:cNvSpPr>
            <a:spLocks noGrp="1"/>
          </p:cNvSpPr>
          <p:nvPr>
            <p:ph type="body" idx="1"/>
          </p:nvPr>
        </p:nvSpPr>
        <p:spPr/>
        <p:txBody>
          <a:bodyPr/>
          <a:lstStyle/>
          <a:p>
            <a:r>
              <a:rPr lang="en-JM" dirty="0"/>
              <a:t>Dissembler, someone who hides their true feelings or facts. </a:t>
            </a:r>
            <a:r>
              <a:rPr lang="en-US" b="1" dirty="0">
                <a:solidFill>
                  <a:srgbClr val="FF0000"/>
                </a:solidFill>
              </a:rPr>
              <a:t>Isaiah 29:13</a:t>
            </a:r>
            <a:r>
              <a:rPr lang="en-US" dirty="0"/>
              <a:t>, God says, “These people come near to me with their mouth and honor me with their lips, but their hearts are far from me.”</a:t>
            </a:r>
          </a:p>
          <a:p>
            <a:endParaRPr lang="en-JM" dirty="0"/>
          </a:p>
        </p:txBody>
      </p:sp>
      <p:sp>
        <p:nvSpPr>
          <p:cNvPr id="4" name="Slide Number Placeholder 3">
            <a:extLst>
              <a:ext uri="{FF2B5EF4-FFF2-40B4-BE49-F238E27FC236}">
                <a16:creationId xmlns:a16="http://schemas.microsoft.com/office/drawing/2014/main" id="{F705560C-6301-FC76-8ADF-3BBCEF1FC7C5}"/>
              </a:ext>
            </a:extLst>
          </p:cNvPr>
          <p:cNvSpPr>
            <a:spLocks noGrp="1"/>
          </p:cNvSpPr>
          <p:nvPr>
            <p:ph type="sldNum" sz="quarter" idx="5"/>
          </p:nvPr>
        </p:nvSpPr>
        <p:spPr/>
        <p:txBody>
          <a:bodyPr/>
          <a:lstStyle/>
          <a:p>
            <a:fld id="{ADE37091-A282-4291-B0D4-A6617901368C}" type="slidenum">
              <a:rPr lang="en-JM" smtClean="0"/>
              <a:t>17</a:t>
            </a:fld>
            <a:endParaRPr lang="en-JM"/>
          </a:p>
        </p:txBody>
      </p:sp>
    </p:spTree>
    <p:extLst>
      <p:ext uri="{BB962C8B-B14F-4D97-AF65-F5344CB8AC3E}">
        <p14:creationId xmlns:p14="http://schemas.microsoft.com/office/powerpoint/2010/main" val="3507673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6B784-E267-A2FC-3648-B4AF66403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A433E-B299-5D88-1215-973936DC18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83375A-1BA1-658F-F04D-342F7E079CD9}"/>
              </a:ext>
            </a:extLst>
          </p:cNvPr>
          <p:cNvSpPr>
            <a:spLocks noGrp="1"/>
          </p:cNvSpPr>
          <p:nvPr>
            <p:ph type="body" idx="1"/>
          </p:nvPr>
        </p:nvSpPr>
        <p:spPr/>
        <p:txBody>
          <a:bodyPr/>
          <a:lstStyle/>
          <a:p>
            <a:endParaRPr lang="en-JM" dirty="0"/>
          </a:p>
        </p:txBody>
      </p:sp>
      <p:sp>
        <p:nvSpPr>
          <p:cNvPr id="4" name="Slide Number Placeholder 3">
            <a:extLst>
              <a:ext uri="{FF2B5EF4-FFF2-40B4-BE49-F238E27FC236}">
                <a16:creationId xmlns:a16="http://schemas.microsoft.com/office/drawing/2014/main" id="{2E95BA74-DE39-FE34-12E1-ACC248B7FD99}"/>
              </a:ext>
            </a:extLst>
          </p:cNvPr>
          <p:cNvSpPr>
            <a:spLocks noGrp="1"/>
          </p:cNvSpPr>
          <p:nvPr>
            <p:ph type="sldNum" sz="quarter" idx="5"/>
          </p:nvPr>
        </p:nvSpPr>
        <p:spPr/>
        <p:txBody>
          <a:bodyPr/>
          <a:lstStyle/>
          <a:p>
            <a:fld id="{ADE37091-A282-4291-B0D4-A6617901368C}" type="slidenum">
              <a:rPr lang="en-JM" smtClean="0"/>
              <a:t>18</a:t>
            </a:fld>
            <a:endParaRPr lang="en-JM"/>
          </a:p>
        </p:txBody>
      </p:sp>
    </p:spTree>
    <p:extLst>
      <p:ext uri="{BB962C8B-B14F-4D97-AF65-F5344CB8AC3E}">
        <p14:creationId xmlns:p14="http://schemas.microsoft.com/office/powerpoint/2010/main" val="1693319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90E40-22F2-6DA0-D6D0-B3DFB0415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25CE2-D8F1-D14D-6C80-147A5AC0E6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37ECF8-C662-BE6B-C350-805663682CB5}"/>
              </a:ext>
            </a:extLst>
          </p:cNvPr>
          <p:cNvSpPr>
            <a:spLocks noGrp="1"/>
          </p:cNvSpPr>
          <p:nvPr>
            <p:ph type="body" idx="1"/>
          </p:nvPr>
        </p:nvSpPr>
        <p:spPr/>
        <p:txBody>
          <a:bodyPr/>
          <a:lstStyle/>
          <a:p>
            <a:endParaRPr lang="en-JM" dirty="0"/>
          </a:p>
        </p:txBody>
      </p:sp>
      <p:sp>
        <p:nvSpPr>
          <p:cNvPr id="4" name="Slide Number Placeholder 3">
            <a:extLst>
              <a:ext uri="{FF2B5EF4-FFF2-40B4-BE49-F238E27FC236}">
                <a16:creationId xmlns:a16="http://schemas.microsoft.com/office/drawing/2014/main" id="{258C4D97-3B28-7F66-7149-B238440C909D}"/>
              </a:ext>
            </a:extLst>
          </p:cNvPr>
          <p:cNvSpPr>
            <a:spLocks noGrp="1"/>
          </p:cNvSpPr>
          <p:nvPr>
            <p:ph type="sldNum" sz="quarter" idx="5"/>
          </p:nvPr>
        </p:nvSpPr>
        <p:spPr/>
        <p:txBody>
          <a:bodyPr/>
          <a:lstStyle/>
          <a:p>
            <a:fld id="{ADE37091-A282-4291-B0D4-A6617901368C}" type="slidenum">
              <a:rPr lang="en-JM" smtClean="0"/>
              <a:t>19</a:t>
            </a:fld>
            <a:endParaRPr lang="en-JM"/>
          </a:p>
        </p:txBody>
      </p:sp>
    </p:spTree>
    <p:extLst>
      <p:ext uri="{BB962C8B-B14F-4D97-AF65-F5344CB8AC3E}">
        <p14:creationId xmlns:p14="http://schemas.microsoft.com/office/powerpoint/2010/main" val="2870548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72A9B-7141-A983-05C6-AB7B294CE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A9ADF1-1EED-7B6B-756B-A7A846C688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960F90-2D9A-F04C-25BC-6196ACFE13EA}"/>
              </a:ext>
            </a:extLst>
          </p:cNvPr>
          <p:cNvSpPr>
            <a:spLocks noGrp="1"/>
          </p:cNvSpPr>
          <p:nvPr>
            <p:ph type="body" idx="1"/>
          </p:nvPr>
        </p:nvSpPr>
        <p:spPr/>
        <p:txBody>
          <a:bodyPr/>
          <a:lstStyle/>
          <a:p>
            <a:r>
              <a:rPr lang="en-JM" dirty="0"/>
              <a:t>You may also see </a:t>
            </a:r>
            <a:r>
              <a:rPr lang="en-JM" i="1" dirty="0" err="1"/>
              <a:t>battologeo</a:t>
            </a:r>
            <a:r>
              <a:rPr lang="en-JM" i="1" dirty="0"/>
              <a:t>’.                                                Prate: </a:t>
            </a:r>
            <a:r>
              <a:rPr lang="en-US" i="1" dirty="0"/>
              <a:t>talk foolishly or at tedious length about something</a:t>
            </a:r>
            <a:endParaRPr lang="en-JM" i="1" dirty="0"/>
          </a:p>
          <a:p>
            <a:endParaRPr lang="en-JM" i="1" dirty="0"/>
          </a:p>
        </p:txBody>
      </p:sp>
      <p:sp>
        <p:nvSpPr>
          <p:cNvPr id="4" name="Slide Number Placeholder 3">
            <a:extLst>
              <a:ext uri="{FF2B5EF4-FFF2-40B4-BE49-F238E27FC236}">
                <a16:creationId xmlns:a16="http://schemas.microsoft.com/office/drawing/2014/main" id="{81ACB78E-09A6-4983-AA73-2D149404ECCB}"/>
              </a:ext>
            </a:extLst>
          </p:cNvPr>
          <p:cNvSpPr>
            <a:spLocks noGrp="1"/>
          </p:cNvSpPr>
          <p:nvPr>
            <p:ph type="sldNum" sz="quarter" idx="5"/>
          </p:nvPr>
        </p:nvSpPr>
        <p:spPr/>
        <p:txBody>
          <a:bodyPr/>
          <a:lstStyle/>
          <a:p>
            <a:fld id="{ADE37091-A282-4291-B0D4-A6617901368C}" type="slidenum">
              <a:rPr lang="en-JM" smtClean="0"/>
              <a:t>20</a:t>
            </a:fld>
            <a:endParaRPr lang="en-JM"/>
          </a:p>
        </p:txBody>
      </p:sp>
    </p:spTree>
    <p:extLst>
      <p:ext uri="{BB962C8B-B14F-4D97-AF65-F5344CB8AC3E}">
        <p14:creationId xmlns:p14="http://schemas.microsoft.com/office/powerpoint/2010/main" val="2706958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M" dirty="0"/>
          </a:p>
        </p:txBody>
      </p:sp>
      <p:sp>
        <p:nvSpPr>
          <p:cNvPr id="4" name="Slide Number Placeholder 3"/>
          <p:cNvSpPr>
            <a:spLocks noGrp="1"/>
          </p:cNvSpPr>
          <p:nvPr>
            <p:ph type="sldNum" sz="quarter" idx="5"/>
          </p:nvPr>
        </p:nvSpPr>
        <p:spPr/>
        <p:txBody>
          <a:bodyPr/>
          <a:lstStyle/>
          <a:p>
            <a:fld id="{ADE37091-A282-4291-B0D4-A6617901368C}" type="slidenum">
              <a:rPr lang="en-JM" smtClean="0"/>
              <a:t>23</a:t>
            </a:fld>
            <a:endParaRPr lang="en-JM"/>
          </a:p>
        </p:txBody>
      </p:sp>
    </p:spTree>
    <p:extLst>
      <p:ext uri="{BB962C8B-B14F-4D97-AF65-F5344CB8AC3E}">
        <p14:creationId xmlns:p14="http://schemas.microsoft.com/office/powerpoint/2010/main" val="1135322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72040-07E4-5EAF-C701-930CADC90C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BA719-AE05-55D8-7A1D-8C7963C7FC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A1BD79-E4F0-7492-7AE7-D415A4A0F1B4}"/>
              </a:ext>
            </a:extLst>
          </p:cNvPr>
          <p:cNvSpPr>
            <a:spLocks noGrp="1"/>
          </p:cNvSpPr>
          <p:nvPr>
            <p:ph type="body" idx="1"/>
          </p:nvPr>
        </p:nvSpPr>
        <p:spPr/>
        <p:txBody>
          <a:bodyPr/>
          <a:lstStyle/>
          <a:p>
            <a:endParaRPr lang="en-JM" dirty="0"/>
          </a:p>
        </p:txBody>
      </p:sp>
      <p:sp>
        <p:nvSpPr>
          <p:cNvPr id="4" name="Slide Number Placeholder 3">
            <a:extLst>
              <a:ext uri="{FF2B5EF4-FFF2-40B4-BE49-F238E27FC236}">
                <a16:creationId xmlns:a16="http://schemas.microsoft.com/office/drawing/2014/main" id="{8CF47DAD-C9FF-C960-0B29-4750244CF9DB}"/>
              </a:ext>
            </a:extLst>
          </p:cNvPr>
          <p:cNvSpPr>
            <a:spLocks noGrp="1"/>
          </p:cNvSpPr>
          <p:nvPr>
            <p:ph type="sldNum" sz="quarter" idx="5"/>
          </p:nvPr>
        </p:nvSpPr>
        <p:spPr/>
        <p:txBody>
          <a:bodyPr/>
          <a:lstStyle/>
          <a:p>
            <a:fld id="{ADE37091-A282-4291-B0D4-A6617901368C}" type="slidenum">
              <a:rPr lang="en-JM" smtClean="0"/>
              <a:t>24</a:t>
            </a:fld>
            <a:endParaRPr lang="en-JM"/>
          </a:p>
        </p:txBody>
      </p:sp>
    </p:spTree>
    <p:extLst>
      <p:ext uri="{BB962C8B-B14F-4D97-AF65-F5344CB8AC3E}">
        <p14:creationId xmlns:p14="http://schemas.microsoft.com/office/powerpoint/2010/main" val="1267336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F277D-0A30-52C6-D61C-B943934AD2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6B5407-0514-3133-3CE3-BB379DBD06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06E0C-6EAA-71BD-3B6F-135F60021BB3}"/>
              </a:ext>
            </a:extLst>
          </p:cNvPr>
          <p:cNvSpPr>
            <a:spLocks noGrp="1"/>
          </p:cNvSpPr>
          <p:nvPr>
            <p:ph type="body" idx="1"/>
          </p:nvPr>
        </p:nvSpPr>
        <p:spPr/>
        <p:txBody>
          <a:bodyPr/>
          <a:lstStyle/>
          <a:p>
            <a:r>
              <a:rPr lang="en-JM" dirty="0"/>
              <a:t>Elijah Prayed for Rain, Jesus in gethsemane, the persistent widow and the unjust Judge (Luke 18).  Luke 11: Friend at Midnight,… the friend gives him the bread because of his importunity, persistence, continual asking.</a:t>
            </a:r>
          </a:p>
        </p:txBody>
      </p:sp>
      <p:sp>
        <p:nvSpPr>
          <p:cNvPr id="4" name="Slide Number Placeholder 3">
            <a:extLst>
              <a:ext uri="{FF2B5EF4-FFF2-40B4-BE49-F238E27FC236}">
                <a16:creationId xmlns:a16="http://schemas.microsoft.com/office/drawing/2014/main" id="{824A596B-FA6F-E0A5-52C9-9CA356A22EF5}"/>
              </a:ext>
            </a:extLst>
          </p:cNvPr>
          <p:cNvSpPr>
            <a:spLocks noGrp="1"/>
          </p:cNvSpPr>
          <p:nvPr>
            <p:ph type="sldNum" sz="quarter" idx="5"/>
          </p:nvPr>
        </p:nvSpPr>
        <p:spPr/>
        <p:txBody>
          <a:bodyPr/>
          <a:lstStyle/>
          <a:p>
            <a:fld id="{ADE37091-A282-4291-B0D4-A6617901368C}" type="slidenum">
              <a:rPr lang="en-JM" smtClean="0"/>
              <a:t>25</a:t>
            </a:fld>
            <a:endParaRPr lang="en-JM"/>
          </a:p>
        </p:txBody>
      </p:sp>
    </p:spTree>
    <p:extLst>
      <p:ext uri="{BB962C8B-B14F-4D97-AF65-F5344CB8AC3E}">
        <p14:creationId xmlns:p14="http://schemas.microsoft.com/office/powerpoint/2010/main" val="37043517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24936-B151-D01B-BFC4-E6C55CD5EB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CAA4DB-CDE3-E9AD-2F82-3BD0DC0B97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0102A-22F9-893E-B53D-E34BD2962688}"/>
              </a:ext>
            </a:extLst>
          </p:cNvPr>
          <p:cNvSpPr>
            <a:spLocks noGrp="1"/>
          </p:cNvSpPr>
          <p:nvPr>
            <p:ph type="body" idx="1"/>
          </p:nvPr>
        </p:nvSpPr>
        <p:spPr/>
        <p:txBody>
          <a:bodyPr/>
          <a:lstStyle/>
          <a:p>
            <a:endParaRPr lang="en-JM" dirty="0"/>
          </a:p>
        </p:txBody>
      </p:sp>
      <p:sp>
        <p:nvSpPr>
          <p:cNvPr id="4" name="Slide Number Placeholder 3">
            <a:extLst>
              <a:ext uri="{FF2B5EF4-FFF2-40B4-BE49-F238E27FC236}">
                <a16:creationId xmlns:a16="http://schemas.microsoft.com/office/drawing/2014/main" id="{73FBBAF8-EC5A-E823-C0A4-81551651C1A6}"/>
              </a:ext>
            </a:extLst>
          </p:cNvPr>
          <p:cNvSpPr>
            <a:spLocks noGrp="1"/>
          </p:cNvSpPr>
          <p:nvPr>
            <p:ph type="sldNum" sz="quarter" idx="5"/>
          </p:nvPr>
        </p:nvSpPr>
        <p:spPr/>
        <p:txBody>
          <a:bodyPr/>
          <a:lstStyle/>
          <a:p>
            <a:fld id="{ADE37091-A282-4291-B0D4-A6617901368C}" type="slidenum">
              <a:rPr lang="en-JM" smtClean="0"/>
              <a:t>26</a:t>
            </a:fld>
            <a:endParaRPr lang="en-JM"/>
          </a:p>
        </p:txBody>
      </p:sp>
    </p:spTree>
    <p:extLst>
      <p:ext uri="{BB962C8B-B14F-4D97-AF65-F5344CB8AC3E}">
        <p14:creationId xmlns:p14="http://schemas.microsoft.com/office/powerpoint/2010/main" val="1076880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M" dirty="0"/>
          </a:p>
        </p:txBody>
      </p:sp>
      <p:sp>
        <p:nvSpPr>
          <p:cNvPr id="4" name="Slide Number Placeholder 3"/>
          <p:cNvSpPr>
            <a:spLocks noGrp="1"/>
          </p:cNvSpPr>
          <p:nvPr>
            <p:ph type="sldNum" sz="quarter" idx="5"/>
          </p:nvPr>
        </p:nvSpPr>
        <p:spPr/>
        <p:txBody>
          <a:bodyPr/>
          <a:lstStyle/>
          <a:p>
            <a:fld id="{ADE37091-A282-4291-B0D4-A6617901368C}" type="slidenum">
              <a:rPr lang="en-JM" smtClean="0"/>
              <a:t>27</a:t>
            </a:fld>
            <a:endParaRPr lang="en-JM"/>
          </a:p>
        </p:txBody>
      </p:sp>
    </p:spTree>
    <p:extLst>
      <p:ext uri="{BB962C8B-B14F-4D97-AF65-F5344CB8AC3E}">
        <p14:creationId xmlns:p14="http://schemas.microsoft.com/office/powerpoint/2010/main" val="35188587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M" dirty="0"/>
              <a:t>Anecdote: a short, funny story.</a:t>
            </a:r>
            <a:r>
              <a:rPr lang="en-US" dirty="0"/>
              <a:t> Witticism: a remark that is both clever and humorous…</a:t>
            </a:r>
            <a:endParaRPr lang="en-JM" dirty="0"/>
          </a:p>
        </p:txBody>
      </p:sp>
      <p:sp>
        <p:nvSpPr>
          <p:cNvPr id="4" name="Slide Number Placeholder 3"/>
          <p:cNvSpPr>
            <a:spLocks noGrp="1"/>
          </p:cNvSpPr>
          <p:nvPr>
            <p:ph type="sldNum" sz="quarter" idx="5"/>
          </p:nvPr>
        </p:nvSpPr>
        <p:spPr/>
        <p:txBody>
          <a:bodyPr/>
          <a:lstStyle/>
          <a:p>
            <a:fld id="{ADE37091-A282-4291-B0D4-A6617901368C}" type="slidenum">
              <a:rPr lang="en-JM" smtClean="0"/>
              <a:t>28</a:t>
            </a:fld>
            <a:endParaRPr lang="en-JM"/>
          </a:p>
        </p:txBody>
      </p:sp>
    </p:spTree>
    <p:extLst>
      <p:ext uri="{BB962C8B-B14F-4D97-AF65-F5344CB8AC3E}">
        <p14:creationId xmlns:p14="http://schemas.microsoft.com/office/powerpoint/2010/main" val="33269936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3224F-4357-DD4C-5927-A7DE0614E2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1F09CD-EE00-9E3D-A497-7799077CD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12C08B-E661-05E0-28A5-5ABEB1E08C4D}"/>
              </a:ext>
            </a:extLst>
          </p:cNvPr>
          <p:cNvSpPr>
            <a:spLocks noGrp="1"/>
          </p:cNvSpPr>
          <p:nvPr>
            <p:ph type="body" idx="1"/>
          </p:nvPr>
        </p:nvSpPr>
        <p:spPr/>
        <p:txBody>
          <a:bodyPr/>
          <a:lstStyle/>
          <a:p>
            <a:r>
              <a:rPr lang="en-JM" dirty="0"/>
              <a:t>Anecdote: a short, funny story.</a:t>
            </a:r>
            <a:r>
              <a:rPr lang="en-US" dirty="0"/>
              <a:t> Witticism: a remark that is both clever and humorous…</a:t>
            </a:r>
            <a:endParaRPr lang="en-JM" dirty="0"/>
          </a:p>
        </p:txBody>
      </p:sp>
      <p:sp>
        <p:nvSpPr>
          <p:cNvPr id="4" name="Slide Number Placeholder 3">
            <a:extLst>
              <a:ext uri="{FF2B5EF4-FFF2-40B4-BE49-F238E27FC236}">
                <a16:creationId xmlns:a16="http://schemas.microsoft.com/office/drawing/2014/main" id="{D8F98C01-6CA5-02F6-9BD8-D583C8DC8A37}"/>
              </a:ext>
            </a:extLst>
          </p:cNvPr>
          <p:cNvSpPr>
            <a:spLocks noGrp="1"/>
          </p:cNvSpPr>
          <p:nvPr>
            <p:ph type="sldNum" sz="quarter" idx="5"/>
          </p:nvPr>
        </p:nvSpPr>
        <p:spPr/>
        <p:txBody>
          <a:bodyPr/>
          <a:lstStyle/>
          <a:p>
            <a:fld id="{ADE37091-A282-4291-B0D4-A6617901368C}" type="slidenum">
              <a:rPr lang="en-JM" smtClean="0"/>
              <a:t>29</a:t>
            </a:fld>
            <a:endParaRPr lang="en-JM"/>
          </a:p>
        </p:txBody>
      </p:sp>
    </p:spTree>
    <p:extLst>
      <p:ext uri="{BB962C8B-B14F-4D97-AF65-F5344CB8AC3E}">
        <p14:creationId xmlns:p14="http://schemas.microsoft.com/office/powerpoint/2010/main" val="1580831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Tetragrammaton: The Hebrew name of God transliterated in four letters as YHWH or JHVH and articulated as Yahweh or Jehovah. Hebrew letters Yod-Heh-Vav-Heh (YHVH)</a:t>
            </a:r>
            <a:endParaRPr lang="en-JM" dirty="0"/>
          </a:p>
        </p:txBody>
      </p:sp>
      <p:sp>
        <p:nvSpPr>
          <p:cNvPr id="4" name="Slide Number Placeholder 3"/>
          <p:cNvSpPr>
            <a:spLocks noGrp="1"/>
          </p:cNvSpPr>
          <p:nvPr>
            <p:ph type="sldNum" sz="quarter" idx="5"/>
          </p:nvPr>
        </p:nvSpPr>
        <p:spPr/>
        <p:txBody>
          <a:bodyPr/>
          <a:lstStyle/>
          <a:p>
            <a:fld id="{ADE37091-A282-4291-B0D4-A6617901368C}" type="slidenum">
              <a:rPr lang="en-JM" smtClean="0"/>
              <a:t>30</a:t>
            </a:fld>
            <a:endParaRPr lang="en-JM"/>
          </a:p>
        </p:txBody>
      </p:sp>
    </p:spTree>
    <p:extLst>
      <p:ext uri="{BB962C8B-B14F-4D97-AF65-F5344CB8AC3E}">
        <p14:creationId xmlns:p14="http://schemas.microsoft.com/office/powerpoint/2010/main" val="34213159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M" dirty="0"/>
          </a:p>
        </p:txBody>
      </p:sp>
      <p:sp>
        <p:nvSpPr>
          <p:cNvPr id="4" name="Slide Number Placeholder 3"/>
          <p:cNvSpPr>
            <a:spLocks noGrp="1"/>
          </p:cNvSpPr>
          <p:nvPr>
            <p:ph type="sldNum" sz="quarter" idx="5"/>
          </p:nvPr>
        </p:nvSpPr>
        <p:spPr/>
        <p:txBody>
          <a:bodyPr/>
          <a:lstStyle/>
          <a:p>
            <a:fld id="{ADE37091-A282-4291-B0D4-A6617901368C}" type="slidenum">
              <a:rPr lang="en-JM" smtClean="0"/>
              <a:t>32</a:t>
            </a:fld>
            <a:endParaRPr lang="en-JM"/>
          </a:p>
        </p:txBody>
      </p:sp>
    </p:spTree>
    <p:extLst>
      <p:ext uri="{BB962C8B-B14F-4D97-AF65-F5344CB8AC3E}">
        <p14:creationId xmlns:p14="http://schemas.microsoft.com/office/powerpoint/2010/main" val="24274359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M" dirty="0"/>
              <a:t>Father, Lord, God, King, is not His name…</a:t>
            </a:r>
          </a:p>
        </p:txBody>
      </p:sp>
      <p:sp>
        <p:nvSpPr>
          <p:cNvPr id="4" name="Slide Number Placeholder 3"/>
          <p:cNvSpPr>
            <a:spLocks noGrp="1"/>
          </p:cNvSpPr>
          <p:nvPr>
            <p:ph type="sldNum" sz="quarter" idx="5"/>
          </p:nvPr>
        </p:nvSpPr>
        <p:spPr/>
        <p:txBody>
          <a:bodyPr/>
          <a:lstStyle/>
          <a:p>
            <a:fld id="{ADE37091-A282-4291-B0D4-A6617901368C}" type="slidenum">
              <a:rPr lang="en-JM" smtClean="0"/>
              <a:t>34</a:t>
            </a:fld>
            <a:endParaRPr lang="en-JM"/>
          </a:p>
        </p:txBody>
      </p:sp>
    </p:spTree>
    <p:extLst>
      <p:ext uri="{BB962C8B-B14F-4D97-AF65-F5344CB8AC3E}">
        <p14:creationId xmlns:p14="http://schemas.microsoft.com/office/powerpoint/2010/main" val="41127811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M" dirty="0"/>
              <a:t>3</a:t>
            </a:r>
            <a:r>
              <a:rPr lang="en-JM" baseline="30000" dirty="0"/>
              <a:t>rd</a:t>
            </a:r>
            <a:r>
              <a:rPr lang="en-JM" dirty="0"/>
              <a:t> commandment…</a:t>
            </a:r>
          </a:p>
        </p:txBody>
      </p:sp>
      <p:sp>
        <p:nvSpPr>
          <p:cNvPr id="4" name="Slide Number Placeholder 3"/>
          <p:cNvSpPr>
            <a:spLocks noGrp="1"/>
          </p:cNvSpPr>
          <p:nvPr>
            <p:ph type="sldNum" sz="quarter" idx="5"/>
          </p:nvPr>
        </p:nvSpPr>
        <p:spPr/>
        <p:txBody>
          <a:bodyPr/>
          <a:lstStyle/>
          <a:p>
            <a:fld id="{ADE37091-A282-4291-B0D4-A6617901368C}" type="slidenum">
              <a:rPr lang="en-JM" smtClean="0"/>
              <a:t>35</a:t>
            </a:fld>
            <a:endParaRPr lang="en-JM"/>
          </a:p>
        </p:txBody>
      </p:sp>
    </p:spTree>
    <p:extLst>
      <p:ext uri="{BB962C8B-B14F-4D97-AF65-F5344CB8AC3E}">
        <p14:creationId xmlns:p14="http://schemas.microsoft.com/office/powerpoint/2010/main" val="31782188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EFE90-DD34-F603-33EE-E79BC7D75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EB3BC-E548-7811-13DF-520BCE4BB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4CB57F-B644-D58C-0291-F09769E0AAD5}"/>
              </a:ext>
            </a:extLst>
          </p:cNvPr>
          <p:cNvSpPr>
            <a:spLocks noGrp="1"/>
          </p:cNvSpPr>
          <p:nvPr>
            <p:ph type="body" idx="1"/>
          </p:nvPr>
        </p:nvSpPr>
        <p:spPr/>
        <p:txBody>
          <a:bodyPr/>
          <a:lstStyle/>
          <a:p>
            <a:r>
              <a:rPr lang="en-JM" dirty="0"/>
              <a:t>3</a:t>
            </a:r>
            <a:r>
              <a:rPr lang="en-JM" baseline="30000" dirty="0"/>
              <a:t>rd</a:t>
            </a:r>
            <a:r>
              <a:rPr lang="en-JM" dirty="0"/>
              <a:t> commandment…</a:t>
            </a:r>
          </a:p>
        </p:txBody>
      </p:sp>
      <p:sp>
        <p:nvSpPr>
          <p:cNvPr id="4" name="Slide Number Placeholder 3">
            <a:extLst>
              <a:ext uri="{FF2B5EF4-FFF2-40B4-BE49-F238E27FC236}">
                <a16:creationId xmlns:a16="http://schemas.microsoft.com/office/drawing/2014/main" id="{509AB0F4-E0FC-EB50-FD0E-8FBD654A2E3A}"/>
              </a:ext>
            </a:extLst>
          </p:cNvPr>
          <p:cNvSpPr>
            <a:spLocks noGrp="1"/>
          </p:cNvSpPr>
          <p:nvPr>
            <p:ph type="sldNum" sz="quarter" idx="5"/>
          </p:nvPr>
        </p:nvSpPr>
        <p:spPr/>
        <p:txBody>
          <a:bodyPr/>
          <a:lstStyle/>
          <a:p>
            <a:fld id="{ADE37091-A282-4291-B0D4-A6617901368C}" type="slidenum">
              <a:rPr lang="en-JM" smtClean="0"/>
              <a:t>36</a:t>
            </a:fld>
            <a:endParaRPr lang="en-JM"/>
          </a:p>
        </p:txBody>
      </p:sp>
    </p:spTree>
    <p:extLst>
      <p:ext uri="{BB962C8B-B14F-4D97-AF65-F5344CB8AC3E}">
        <p14:creationId xmlns:p14="http://schemas.microsoft.com/office/powerpoint/2010/main" val="3117750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C81A0-FB7A-4357-8B37-1EC930D1E098}"/>
              </a:ext>
            </a:extLst>
          </p:cNvPr>
          <p:cNvSpPr>
            <a:spLocks noGrp="1"/>
          </p:cNvSpPr>
          <p:nvPr>
            <p:ph type="ctrTitle"/>
          </p:nvPr>
        </p:nvSpPr>
        <p:spPr>
          <a:xfrm>
            <a:off x="762000" y="1523999"/>
            <a:ext cx="10668000" cy="1985963"/>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D3C075C-7238-4F43-87E7-63A35BE6900C}"/>
              </a:ext>
            </a:extLst>
          </p:cNvPr>
          <p:cNvSpPr>
            <a:spLocks noGrp="1"/>
          </p:cNvSpPr>
          <p:nvPr>
            <p:ph type="subTitle" idx="1"/>
          </p:nvPr>
        </p:nvSpPr>
        <p:spPr>
          <a:xfrm>
            <a:off x="762000" y="3809999"/>
            <a:ext cx="10667998" cy="19859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AB67EEB-ABA8-4DA9-803B-0C6CD8A1284C}"/>
              </a:ext>
            </a:extLst>
          </p:cNvPr>
          <p:cNvSpPr>
            <a:spLocks noGrp="1"/>
          </p:cNvSpPr>
          <p:nvPr>
            <p:ph type="dt" sz="half" idx="10"/>
          </p:nvPr>
        </p:nvSpPr>
        <p:spPr/>
        <p:txBody>
          <a:bodyPr anchor="b" anchorCtr="0"/>
          <a:lstStyle/>
          <a:p>
            <a:fld id="{F4D57BDD-E64A-4D27-8978-82FFCA18A12C}" type="datetimeFigureOut">
              <a:rPr lang="en-US" smtClean="0"/>
              <a:t>1/27/2026</a:t>
            </a:fld>
            <a:endParaRPr lang="en-US"/>
          </a:p>
        </p:txBody>
      </p:sp>
      <p:sp>
        <p:nvSpPr>
          <p:cNvPr id="5" name="Footer Placeholder 4">
            <a:extLst>
              <a:ext uri="{FF2B5EF4-FFF2-40B4-BE49-F238E27FC236}">
                <a16:creationId xmlns:a16="http://schemas.microsoft.com/office/drawing/2014/main" id="{0FCFD314-1E75-41B9-A585-4F4A32A347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0CC8E8-C649-4A81-BF53-F078B2A98453}"/>
              </a:ext>
            </a:extLst>
          </p:cNvPr>
          <p:cNvSpPr>
            <a:spLocks noGrp="1"/>
          </p:cNvSpPr>
          <p:nvPr>
            <p:ph type="sldNum" sz="quarter" idx="12"/>
          </p:nvPr>
        </p:nvSpPr>
        <p:spPr/>
        <p:txBody>
          <a:bodyPr/>
          <a:lstStyle/>
          <a:p>
            <a:fld id="{D643A852-0206-46AC-B0EB-645612933129}" type="slidenum">
              <a:rPr lang="en-US" smtClean="0"/>
              <a:t>‹#›</a:t>
            </a:fld>
            <a:endParaRPr lang="en-US" dirty="0"/>
          </a:p>
        </p:txBody>
      </p:sp>
    </p:spTree>
    <p:extLst>
      <p:ext uri="{BB962C8B-B14F-4D97-AF65-F5344CB8AC3E}">
        <p14:creationId xmlns:p14="http://schemas.microsoft.com/office/powerpoint/2010/main" val="1293061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6A6A6-C260-4F8B-99DF-249C907BE5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36F8CB-5C97-4437-A672-4E43D0E5AE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90C990-05C1-4ECD-A899-722057AEA630}"/>
              </a:ext>
            </a:extLst>
          </p:cNvPr>
          <p:cNvSpPr>
            <a:spLocks noGrp="1"/>
          </p:cNvSpPr>
          <p:nvPr>
            <p:ph type="dt" sz="half" idx="10"/>
          </p:nvPr>
        </p:nvSpPr>
        <p:spPr/>
        <p:txBody>
          <a:bodyPr/>
          <a:lstStyle/>
          <a:p>
            <a:fld id="{F4D57BDD-E64A-4D27-8978-82FFCA18A12C}" type="datetimeFigureOut">
              <a:rPr lang="en-US" smtClean="0"/>
              <a:t>1/27/2026</a:t>
            </a:fld>
            <a:endParaRPr lang="en-US"/>
          </a:p>
        </p:txBody>
      </p:sp>
      <p:sp>
        <p:nvSpPr>
          <p:cNvPr id="5" name="Footer Placeholder 4">
            <a:extLst>
              <a:ext uri="{FF2B5EF4-FFF2-40B4-BE49-F238E27FC236}">
                <a16:creationId xmlns:a16="http://schemas.microsoft.com/office/drawing/2014/main" id="{C5E9811C-37A0-4DD1-8607-EFD4226E5D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CAB506-9570-4D3E-804F-A184A73DBCE6}"/>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4260834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569B8-DEA4-4F12-9078-ECD731F2AC92}"/>
              </a:ext>
            </a:extLst>
          </p:cNvPr>
          <p:cNvSpPr>
            <a:spLocks noGrp="1"/>
          </p:cNvSpPr>
          <p:nvPr>
            <p:ph type="title"/>
          </p:nvPr>
        </p:nvSpPr>
        <p:spPr>
          <a:xfrm>
            <a:off x="762000" y="1530351"/>
            <a:ext cx="10668000" cy="2279650"/>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0D1F3B-E79C-4822-999D-205B0E76C66F}"/>
              </a:ext>
            </a:extLst>
          </p:cNvPr>
          <p:cNvSpPr>
            <a:spLocks noGrp="1"/>
          </p:cNvSpPr>
          <p:nvPr>
            <p:ph type="body" idx="1"/>
          </p:nvPr>
        </p:nvSpPr>
        <p:spPr>
          <a:xfrm>
            <a:off x="762000" y="4589464"/>
            <a:ext cx="10668000" cy="1183184"/>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145166-621E-4C71-A40F-64E514536729}"/>
              </a:ext>
            </a:extLst>
          </p:cNvPr>
          <p:cNvSpPr>
            <a:spLocks noGrp="1"/>
          </p:cNvSpPr>
          <p:nvPr>
            <p:ph type="dt" sz="half" idx="10"/>
          </p:nvPr>
        </p:nvSpPr>
        <p:spPr/>
        <p:txBody>
          <a:bodyPr/>
          <a:lstStyle/>
          <a:p>
            <a:fld id="{F4D57BDD-E64A-4D27-8978-82FFCA18A12C}" type="datetimeFigureOut">
              <a:rPr lang="en-US" smtClean="0"/>
              <a:t>1/27/2026</a:t>
            </a:fld>
            <a:endParaRPr lang="en-US"/>
          </a:p>
        </p:txBody>
      </p:sp>
      <p:sp>
        <p:nvSpPr>
          <p:cNvPr id="5" name="Footer Placeholder 4">
            <a:extLst>
              <a:ext uri="{FF2B5EF4-FFF2-40B4-BE49-F238E27FC236}">
                <a16:creationId xmlns:a16="http://schemas.microsoft.com/office/drawing/2014/main" id="{44B8A175-E39F-477F-997B-99FF8677A5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69115F-5456-4FA3-8484-B1806E7C48C7}"/>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2630767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8BC5C-CCF0-4BA5-B102-213AC6FD5A48}"/>
              </a:ext>
            </a:extLst>
          </p:cNvPr>
          <p:cNvSpPr>
            <a:spLocks noGrp="1"/>
          </p:cNvSpPr>
          <p:nvPr>
            <p:ph type="title"/>
          </p:nvPr>
        </p:nvSpPr>
        <p:spPr>
          <a:xfrm>
            <a:off x="762000" y="1524000"/>
            <a:ext cx="9144000" cy="12636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2237E63-3B4F-4C2F-A87C-9533227EB684}"/>
              </a:ext>
            </a:extLst>
          </p:cNvPr>
          <p:cNvSpPr>
            <a:spLocks noGrp="1"/>
          </p:cNvSpPr>
          <p:nvPr>
            <p:ph sz="half" idx="1"/>
          </p:nvPr>
        </p:nvSpPr>
        <p:spPr>
          <a:xfrm>
            <a:off x="762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78ACE3E-2FED-4289-B138-3EC2826909F5}"/>
              </a:ext>
            </a:extLst>
          </p:cNvPr>
          <p:cNvSpPr>
            <a:spLocks noGrp="1"/>
          </p:cNvSpPr>
          <p:nvPr>
            <p:ph sz="half" idx="2"/>
          </p:nvPr>
        </p:nvSpPr>
        <p:spPr>
          <a:xfrm>
            <a:off x="6858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55DB51-20DA-4BEF-90BA-DDD37DC080CF}"/>
              </a:ext>
            </a:extLst>
          </p:cNvPr>
          <p:cNvSpPr>
            <a:spLocks noGrp="1"/>
          </p:cNvSpPr>
          <p:nvPr>
            <p:ph type="dt" sz="half" idx="10"/>
          </p:nvPr>
        </p:nvSpPr>
        <p:spPr/>
        <p:txBody>
          <a:bodyPr/>
          <a:lstStyle/>
          <a:p>
            <a:fld id="{F4D57BDD-E64A-4D27-8978-82FFCA18A12C}" type="datetimeFigureOut">
              <a:rPr lang="en-US" smtClean="0"/>
              <a:t>1/27/2026</a:t>
            </a:fld>
            <a:endParaRPr lang="en-US"/>
          </a:p>
        </p:txBody>
      </p:sp>
      <p:sp>
        <p:nvSpPr>
          <p:cNvPr id="6" name="Footer Placeholder 5">
            <a:extLst>
              <a:ext uri="{FF2B5EF4-FFF2-40B4-BE49-F238E27FC236}">
                <a16:creationId xmlns:a16="http://schemas.microsoft.com/office/drawing/2014/main" id="{506D22E1-F0DB-4CB7-B2E3-D578EEAA6E5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C29146B-54D6-4291-8EA2-6430024824AE}"/>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1497320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B4AE7-507A-4E14-96E2-5412FF8EA283}"/>
              </a:ext>
            </a:extLst>
          </p:cNvPr>
          <p:cNvSpPr>
            <a:spLocks noGrp="1"/>
          </p:cNvSpPr>
          <p:nvPr>
            <p:ph type="title"/>
          </p:nvPr>
        </p:nvSpPr>
        <p:spPr>
          <a:xfrm>
            <a:off x="762000" y="1527048"/>
            <a:ext cx="10668000" cy="75895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EDEEE83-2945-4C22-9597-57F1F1262841}"/>
              </a:ext>
            </a:extLst>
          </p:cNvPr>
          <p:cNvSpPr>
            <a:spLocks noGrp="1"/>
          </p:cNvSpPr>
          <p:nvPr>
            <p:ph type="body" idx="1"/>
          </p:nvPr>
        </p:nvSpPr>
        <p:spPr>
          <a:xfrm>
            <a:off x="762000" y="2285999"/>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C2494D-AD1D-4CB7-A17C-B69079113D71}"/>
              </a:ext>
            </a:extLst>
          </p:cNvPr>
          <p:cNvSpPr>
            <a:spLocks noGrp="1"/>
          </p:cNvSpPr>
          <p:nvPr>
            <p:ph sz="half" idx="2"/>
          </p:nvPr>
        </p:nvSpPr>
        <p:spPr>
          <a:xfrm>
            <a:off x="762001" y="3059113"/>
            <a:ext cx="4572000"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23E4950-830D-4EE3-9F51-DD730255E0CD}"/>
              </a:ext>
            </a:extLst>
          </p:cNvPr>
          <p:cNvSpPr>
            <a:spLocks noGrp="1"/>
          </p:cNvSpPr>
          <p:nvPr>
            <p:ph type="body" sz="quarter" idx="3"/>
          </p:nvPr>
        </p:nvSpPr>
        <p:spPr>
          <a:xfrm>
            <a:off x="6857998" y="2286000"/>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F244AA-BDAA-4FDD-B742-449DF905730C}"/>
              </a:ext>
            </a:extLst>
          </p:cNvPr>
          <p:cNvSpPr>
            <a:spLocks noGrp="1"/>
          </p:cNvSpPr>
          <p:nvPr>
            <p:ph sz="quarter" idx="4"/>
          </p:nvPr>
        </p:nvSpPr>
        <p:spPr>
          <a:xfrm>
            <a:off x="6858000" y="3059113"/>
            <a:ext cx="4571998"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B78494-ECE0-41D2-97E2-CFAC0434A8B8}"/>
              </a:ext>
            </a:extLst>
          </p:cNvPr>
          <p:cNvSpPr>
            <a:spLocks noGrp="1"/>
          </p:cNvSpPr>
          <p:nvPr>
            <p:ph type="dt" sz="half" idx="10"/>
          </p:nvPr>
        </p:nvSpPr>
        <p:spPr/>
        <p:txBody>
          <a:bodyPr/>
          <a:lstStyle/>
          <a:p>
            <a:fld id="{F4D57BDD-E64A-4D27-8978-82FFCA18A12C}" type="datetimeFigureOut">
              <a:rPr lang="en-US" smtClean="0"/>
              <a:t>1/27/2026</a:t>
            </a:fld>
            <a:endParaRPr lang="en-US"/>
          </a:p>
        </p:txBody>
      </p:sp>
      <p:sp>
        <p:nvSpPr>
          <p:cNvPr id="8" name="Footer Placeholder 7">
            <a:extLst>
              <a:ext uri="{FF2B5EF4-FFF2-40B4-BE49-F238E27FC236}">
                <a16:creationId xmlns:a16="http://schemas.microsoft.com/office/drawing/2014/main" id="{185E4C20-6CC5-4259-B554-B19F1A7AA0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09AB13-CCCC-4074-9B66-CE0B37902E3F}"/>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1903285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FB5FF-4FD1-4CE4-BBC5-E6402FE06F0C}"/>
              </a:ext>
            </a:extLst>
          </p:cNvPr>
          <p:cNvSpPr>
            <a:spLocks noGrp="1"/>
          </p:cNvSpPr>
          <p:nvPr>
            <p:ph type="title"/>
          </p:nvPr>
        </p:nvSpPr>
        <p:spPr>
          <a:xfrm>
            <a:off x="762000" y="1524000"/>
            <a:ext cx="9144000" cy="38100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E71AAD-C5B9-485B-84DD-60DAFD5F18BC}"/>
              </a:ext>
            </a:extLst>
          </p:cNvPr>
          <p:cNvSpPr>
            <a:spLocks noGrp="1"/>
          </p:cNvSpPr>
          <p:nvPr>
            <p:ph type="dt" sz="half" idx="10"/>
          </p:nvPr>
        </p:nvSpPr>
        <p:spPr/>
        <p:txBody>
          <a:bodyPr/>
          <a:lstStyle/>
          <a:p>
            <a:fld id="{F4D57BDD-E64A-4D27-8978-82FFCA18A12C}" type="datetimeFigureOut">
              <a:rPr lang="en-US" smtClean="0"/>
              <a:t>1/27/2026</a:t>
            </a:fld>
            <a:endParaRPr lang="en-US"/>
          </a:p>
        </p:txBody>
      </p:sp>
      <p:sp>
        <p:nvSpPr>
          <p:cNvPr id="4" name="Footer Placeholder 3">
            <a:extLst>
              <a:ext uri="{FF2B5EF4-FFF2-40B4-BE49-F238E27FC236}">
                <a16:creationId xmlns:a16="http://schemas.microsoft.com/office/drawing/2014/main" id="{9B7CACFF-0406-4EE2-9E8F-F594B952C2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52A47E-1990-4B6B-BCCB-75B6F213A8ED}"/>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2200401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C8FE4C-64F1-4C88-9D30-17F8131ED627}"/>
              </a:ext>
            </a:extLst>
          </p:cNvPr>
          <p:cNvSpPr>
            <a:spLocks noGrp="1"/>
          </p:cNvSpPr>
          <p:nvPr>
            <p:ph type="dt" sz="half" idx="10"/>
          </p:nvPr>
        </p:nvSpPr>
        <p:spPr/>
        <p:txBody>
          <a:bodyPr/>
          <a:lstStyle/>
          <a:p>
            <a:fld id="{F4D57BDD-E64A-4D27-8978-82FFCA18A12C}" type="datetimeFigureOut">
              <a:rPr lang="en-US" smtClean="0"/>
              <a:t>1/27/2026</a:t>
            </a:fld>
            <a:endParaRPr lang="en-US"/>
          </a:p>
        </p:txBody>
      </p:sp>
      <p:sp>
        <p:nvSpPr>
          <p:cNvPr id="3" name="Footer Placeholder 2">
            <a:extLst>
              <a:ext uri="{FF2B5EF4-FFF2-40B4-BE49-F238E27FC236}">
                <a16:creationId xmlns:a16="http://schemas.microsoft.com/office/drawing/2014/main" id="{D25D8FB3-6FA4-40A7-BDBF-76CD0F22FE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649F41-A021-4490-BB80-C89DF0293708}"/>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168486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CEF60-874B-45DE-BF65-CF0D08577588}"/>
              </a:ext>
            </a:extLst>
          </p:cNvPr>
          <p:cNvSpPr>
            <a:spLocks noGrp="1"/>
          </p:cNvSpPr>
          <p:nvPr>
            <p:ph type="title"/>
          </p:nvPr>
        </p:nvSpPr>
        <p:spPr>
          <a:xfrm>
            <a:off x="762000" y="1524000"/>
            <a:ext cx="3821113" cy="15240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CD757B0-722D-425F-8BD4-9CD9093BCBF5}"/>
              </a:ext>
            </a:extLst>
          </p:cNvPr>
          <p:cNvSpPr>
            <a:spLocks noGrp="1"/>
          </p:cNvSpPr>
          <p:nvPr>
            <p:ph idx="1"/>
          </p:nvPr>
        </p:nvSpPr>
        <p:spPr>
          <a:xfrm>
            <a:off x="5334000" y="1524000"/>
            <a:ext cx="6096000" cy="3810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DB0F60-AADF-41C3-8BFC-B405E0A3F9AC}"/>
              </a:ext>
            </a:extLst>
          </p:cNvPr>
          <p:cNvSpPr>
            <a:spLocks noGrp="1"/>
          </p:cNvSpPr>
          <p:nvPr>
            <p:ph type="body" sz="half" idx="2"/>
          </p:nvPr>
        </p:nvSpPr>
        <p:spPr>
          <a:xfrm>
            <a:off x="762000" y="3048000"/>
            <a:ext cx="3821113"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AB1E11-97B6-42FD-9F45-6EDC3B83FABD}"/>
              </a:ext>
            </a:extLst>
          </p:cNvPr>
          <p:cNvSpPr>
            <a:spLocks noGrp="1"/>
          </p:cNvSpPr>
          <p:nvPr>
            <p:ph type="dt" sz="half" idx="10"/>
          </p:nvPr>
        </p:nvSpPr>
        <p:spPr/>
        <p:txBody>
          <a:bodyPr/>
          <a:lstStyle/>
          <a:p>
            <a:fld id="{F4D57BDD-E64A-4D27-8978-82FFCA18A12C}" type="datetimeFigureOut">
              <a:rPr lang="en-US" smtClean="0"/>
              <a:t>1/27/2026</a:t>
            </a:fld>
            <a:endParaRPr lang="en-US"/>
          </a:p>
        </p:txBody>
      </p:sp>
      <p:sp>
        <p:nvSpPr>
          <p:cNvPr id="6" name="Footer Placeholder 5">
            <a:extLst>
              <a:ext uri="{FF2B5EF4-FFF2-40B4-BE49-F238E27FC236}">
                <a16:creationId xmlns:a16="http://schemas.microsoft.com/office/drawing/2014/main" id="{E14D7DA9-F910-4337-99A2-91F4EA3612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93A2F2-339E-4406-9A90-534A38C5A069}"/>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954048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71599-6E07-4A55-9B93-4CA5EFE3FD76}"/>
              </a:ext>
            </a:extLst>
          </p:cNvPr>
          <p:cNvSpPr>
            <a:spLocks noGrp="1"/>
          </p:cNvSpPr>
          <p:nvPr>
            <p:ph type="title"/>
          </p:nvPr>
        </p:nvSpPr>
        <p:spPr>
          <a:xfrm>
            <a:off x="762001" y="1524000"/>
            <a:ext cx="3810000" cy="15240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2C2D26-DACA-4941-955E-18F7E236758C}"/>
              </a:ext>
            </a:extLst>
          </p:cNvPr>
          <p:cNvSpPr>
            <a:spLocks noGrp="1"/>
          </p:cNvSpPr>
          <p:nvPr>
            <p:ph type="pic" idx="1"/>
          </p:nvPr>
        </p:nvSpPr>
        <p:spPr>
          <a:xfrm>
            <a:off x="5333999" y="1524000"/>
            <a:ext cx="6095999" cy="3810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7EDB26D-C5B0-41D6-A75F-F89A87BE243A}"/>
              </a:ext>
            </a:extLst>
          </p:cNvPr>
          <p:cNvSpPr>
            <a:spLocks noGrp="1"/>
          </p:cNvSpPr>
          <p:nvPr>
            <p:ph type="body" sz="half" idx="2"/>
          </p:nvPr>
        </p:nvSpPr>
        <p:spPr>
          <a:xfrm>
            <a:off x="762001" y="3048000"/>
            <a:ext cx="3810000"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9304B6-48DF-41FA-A089-8C83BBA63673}"/>
              </a:ext>
            </a:extLst>
          </p:cNvPr>
          <p:cNvSpPr>
            <a:spLocks noGrp="1"/>
          </p:cNvSpPr>
          <p:nvPr>
            <p:ph type="dt" sz="half" idx="10"/>
          </p:nvPr>
        </p:nvSpPr>
        <p:spPr/>
        <p:txBody>
          <a:bodyPr/>
          <a:lstStyle/>
          <a:p>
            <a:fld id="{F4D57BDD-E64A-4D27-8978-82FFCA18A12C}" type="datetimeFigureOut">
              <a:rPr lang="en-US" smtClean="0"/>
              <a:t>1/27/2026</a:t>
            </a:fld>
            <a:endParaRPr lang="en-US"/>
          </a:p>
        </p:txBody>
      </p:sp>
      <p:sp>
        <p:nvSpPr>
          <p:cNvPr id="6" name="Footer Placeholder 5">
            <a:extLst>
              <a:ext uri="{FF2B5EF4-FFF2-40B4-BE49-F238E27FC236}">
                <a16:creationId xmlns:a16="http://schemas.microsoft.com/office/drawing/2014/main" id="{14DFB82F-A17A-4BC7-A522-CD934BC35C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CC530C-8824-4BE3-884E-2AFF30B572BC}"/>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2586812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CE73F-2F7C-4941-9B13-ACB43A4983EC}"/>
              </a:ext>
            </a:extLst>
          </p:cNvPr>
          <p:cNvSpPr>
            <a:spLocks noGrp="1"/>
          </p:cNvSpPr>
          <p:nvPr>
            <p:ph type="title"/>
          </p:nvPr>
        </p:nvSpPr>
        <p:spPr>
          <a:xfrm>
            <a:off x="762000" y="1524000"/>
            <a:ext cx="9144000" cy="152399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8BC107E-F2BE-4057-B06B-1E50FD12B561}"/>
              </a:ext>
            </a:extLst>
          </p:cNvPr>
          <p:cNvSpPr>
            <a:spLocks noGrp="1"/>
          </p:cNvSpPr>
          <p:nvPr>
            <p:ph type="body" orient="vert" idx="1"/>
          </p:nvPr>
        </p:nvSpPr>
        <p:spPr>
          <a:xfrm>
            <a:off x="762000" y="3048000"/>
            <a:ext cx="10668000" cy="304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B9D7D8-1932-4215-A6E0-C16DA0DDB8B8}"/>
              </a:ext>
            </a:extLst>
          </p:cNvPr>
          <p:cNvSpPr>
            <a:spLocks noGrp="1"/>
          </p:cNvSpPr>
          <p:nvPr>
            <p:ph type="dt" sz="half" idx="10"/>
          </p:nvPr>
        </p:nvSpPr>
        <p:spPr/>
        <p:txBody>
          <a:bodyPr/>
          <a:lstStyle/>
          <a:p>
            <a:fld id="{F4D57BDD-E64A-4D27-8978-82FFCA18A12C}" type="datetimeFigureOut">
              <a:rPr lang="en-US" smtClean="0"/>
              <a:t>1/27/2026</a:t>
            </a:fld>
            <a:endParaRPr lang="en-US"/>
          </a:p>
        </p:txBody>
      </p:sp>
      <p:sp>
        <p:nvSpPr>
          <p:cNvPr id="5" name="Footer Placeholder 4">
            <a:extLst>
              <a:ext uri="{FF2B5EF4-FFF2-40B4-BE49-F238E27FC236}">
                <a16:creationId xmlns:a16="http://schemas.microsoft.com/office/drawing/2014/main" id="{4378B662-65E3-47B2-AD95-B041B57F3B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93DBC5-88B5-4F2A-A0E3-752CB421737A}"/>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2305537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6599DF-5B13-4800-ADD7-3A2A2F1C4889}"/>
              </a:ext>
            </a:extLst>
          </p:cNvPr>
          <p:cNvSpPr>
            <a:spLocks noGrp="1"/>
          </p:cNvSpPr>
          <p:nvPr>
            <p:ph type="title" orient="vert"/>
          </p:nvPr>
        </p:nvSpPr>
        <p:spPr>
          <a:xfrm>
            <a:off x="8724900" y="1523999"/>
            <a:ext cx="2705100" cy="4572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191E12-22D9-4DA9-A336-EA6A8B9B55B8}"/>
              </a:ext>
            </a:extLst>
          </p:cNvPr>
          <p:cNvSpPr>
            <a:spLocks noGrp="1"/>
          </p:cNvSpPr>
          <p:nvPr>
            <p:ph type="body" orient="vert" idx="1"/>
          </p:nvPr>
        </p:nvSpPr>
        <p:spPr>
          <a:xfrm>
            <a:off x="762000" y="1524000"/>
            <a:ext cx="7620000"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22A1D5-B7EF-43A4-81EF-B5A7EA35616B}"/>
              </a:ext>
            </a:extLst>
          </p:cNvPr>
          <p:cNvSpPr>
            <a:spLocks noGrp="1"/>
          </p:cNvSpPr>
          <p:nvPr>
            <p:ph type="dt" sz="half" idx="10"/>
          </p:nvPr>
        </p:nvSpPr>
        <p:spPr/>
        <p:txBody>
          <a:bodyPr/>
          <a:lstStyle/>
          <a:p>
            <a:fld id="{F4D57BDD-E64A-4D27-8978-82FFCA18A12C}" type="datetimeFigureOut">
              <a:rPr lang="en-US" smtClean="0"/>
              <a:t>1/27/2026</a:t>
            </a:fld>
            <a:endParaRPr lang="en-US"/>
          </a:p>
        </p:txBody>
      </p:sp>
      <p:sp>
        <p:nvSpPr>
          <p:cNvPr id="5" name="Footer Placeholder 4">
            <a:extLst>
              <a:ext uri="{FF2B5EF4-FFF2-40B4-BE49-F238E27FC236}">
                <a16:creationId xmlns:a16="http://schemas.microsoft.com/office/drawing/2014/main" id="{66809DFB-4410-42BF-B886-C984E3A53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6487E8-E9A0-429E-88E5-34B1BE86BD23}"/>
              </a:ext>
            </a:extLst>
          </p:cNvPr>
          <p:cNvSpPr>
            <a:spLocks noGrp="1"/>
          </p:cNvSpPr>
          <p:nvPr>
            <p:ph type="sldNum" sz="quarter" idx="12"/>
          </p:nvPr>
        </p:nvSpPr>
        <p:spPr/>
        <p:txBody>
          <a:bodyPr/>
          <a:lstStyle/>
          <a:p>
            <a:fld id="{D643A852-0206-46AC-B0EB-645612933129}" type="slidenum">
              <a:rPr lang="en-US" smtClean="0"/>
              <a:t>‹#›</a:t>
            </a:fld>
            <a:endParaRPr lang="en-US"/>
          </a:p>
        </p:txBody>
      </p:sp>
    </p:spTree>
    <p:extLst>
      <p:ext uri="{BB962C8B-B14F-4D97-AF65-F5344CB8AC3E}">
        <p14:creationId xmlns:p14="http://schemas.microsoft.com/office/powerpoint/2010/main" val="32692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B49B9-8C94-4604-AEEE-CB5051962D27}"/>
              </a:ext>
            </a:extLst>
          </p:cNvPr>
          <p:cNvSpPr>
            <a:spLocks noGrp="1"/>
          </p:cNvSpPr>
          <p:nvPr>
            <p:ph type="title"/>
          </p:nvPr>
        </p:nvSpPr>
        <p:spPr>
          <a:xfrm>
            <a:off x="762000" y="1524000"/>
            <a:ext cx="9144000" cy="1263649"/>
          </a:xfrm>
          <a:prstGeom prst="rect">
            <a:avLst/>
          </a:prstGeom>
        </p:spPr>
        <p:txBody>
          <a:bodyPr vert="horz" lIns="91440" tIns="45720" rIns="91440" bIns="4572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C3204E-CAF5-48A1-928F-757507EC48C4}"/>
              </a:ext>
            </a:extLst>
          </p:cNvPr>
          <p:cNvSpPr>
            <a:spLocks noGrp="1"/>
          </p:cNvSpPr>
          <p:nvPr>
            <p:ph type="body" idx="1"/>
          </p:nvPr>
        </p:nvSpPr>
        <p:spPr>
          <a:xfrm>
            <a:off x="762000" y="3047999"/>
            <a:ext cx="10668000" cy="3048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9540D12-4B42-4790-8677-C9250F3CDDCF}"/>
              </a:ext>
            </a:extLst>
          </p:cNvPr>
          <p:cNvSpPr>
            <a:spLocks noGrp="1"/>
          </p:cNvSpPr>
          <p:nvPr>
            <p:ph type="dt" sz="half" idx="2"/>
          </p:nvPr>
        </p:nvSpPr>
        <p:spPr>
          <a:xfrm>
            <a:off x="762000" y="401594"/>
            <a:ext cx="3048000" cy="365125"/>
          </a:xfrm>
          <a:prstGeom prst="rect">
            <a:avLst/>
          </a:prstGeom>
        </p:spPr>
        <p:txBody>
          <a:bodyPr vert="horz" lIns="91440" tIns="45720" rIns="91440" bIns="45720" rtlCol="0" anchor="b" anchorCtr="0"/>
          <a:lstStyle>
            <a:lvl1pPr algn="l">
              <a:defRPr sz="900">
                <a:solidFill>
                  <a:schemeClr val="tx1"/>
                </a:solidFill>
              </a:defRPr>
            </a:lvl1pPr>
          </a:lstStyle>
          <a:p>
            <a:fld id="{F4D57BDD-E64A-4D27-8978-82FFCA18A12C}" type="datetimeFigureOut">
              <a:rPr lang="en-US" smtClean="0"/>
              <a:pPr/>
              <a:t>1/27/2026</a:t>
            </a:fld>
            <a:endParaRPr lang="en-US" dirty="0"/>
          </a:p>
        </p:txBody>
      </p:sp>
      <p:sp>
        <p:nvSpPr>
          <p:cNvPr id="5" name="Footer Placeholder 4">
            <a:extLst>
              <a:ext uri="{FF2B5EF4-FFF2-40B4-BE49-F238E27FC236}">
                <a16:creationId xmlns:a16="http://schemas.microsoft.com/office/drawing/2014/main" id="{022B17CD-6C27-4CD1-B20D-EA4B8E54F4FD}"/>
              </a:ext>
            </a:extLst>
          </p:cNvPr>
          <p:cNvSpPr>
            <a:spLocks noGrp="1"/>
          </p:cNvSpPr>
          <p:nvPr>
            <p:ph type="ftr" sz="quarter" idx="3"/>
          </p:nvPr>
        </p:nvSpPr>
        <p:spPr>
          <a:xfrm>
            <a:off x="6858000" y="6096000"/>
            <a:ext cx="4572000" cy="365125"/>
          </a:xfrm>
          <a:prstGeom prst="rect">
            <a:avLst/>
          </a:prstGeom>
        </p:spPr>
        <p:txBody>
          <a:bodyPr vert="horz" lIns="91440" tIns="45720" rIns="91440" bIns="45720" rtlCol="0" anchor="t" anchorCtr="0"/>
          <a:lstStyle>
            <a:lvl1pPr algn="r">
              <a:defRPr sz="8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C03A934F-C817-4C99-A2CF-C763A3F20627}"/>
              </a:ext>
            </a:extLst>
          </p:cNvPr>
          <p:cNvSpPr>
            <a:spLocks noGrp="1"/>
          </p:cNvSpPr>
          <p:nvPr>
            <p:ph type="sldNum" sz="quarter" idx="4"/>
          </p:nvPr>
        </p:nvSpPr>
        <p:spPr>
          <a:xfrm>
            <a:off x="9144000" y="401594"/>
            <a:ext cx="2286000" cy="762000"/>
          </a:xfrm>
          <a:prstGeom prst="rect">
            <a:avLst/>
          </a:prstGeom>
        </p:spPr>
        <p:txBody>
          <a:bodyPr vert="horz" lIns="91440" tIns="45720" rIns="91440" bIns="45720" rtlCol="0" anchor="t" anchorCtr="0"/>
          <a:lstStyle>
            <a:lvl1pPr algn="r">
              <a:defRPr sz="3600">
                <a:solidFill>
                  <a:schemeClr val="tx1"/>
                </a:solidFill>
                <a:latin typeface="+mj-lt"/>
              </a:defRPr>
            </a:lvl1p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3143177109"/>
      </p:ext>
    </p:extLst>
  </p:cSld>
  <p:clrMap bg1="dk1" tx1="lt1" bg2="dk2" tx2="lt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1" r:id="rId6"/>
    <p:sldLayoutId id="2147483706" r:id="rId7"/>
    <p:sldLayoutId id="2147483702" r:id="rId8"/>
    <p:sldLayoutId id="2147483703" r:id="rId9"/>
    <p:sldLayoutId id="2147483704" r:id="rId10"/>
    <p:sldLayoutId id="214748370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E0025EB-B708-3A66-1F6A-CDDE8248BFD7}"/>
              </a:ext>
            </a:extLst>
          </p:cNvPr>
          <p:cNvPicPr>
            <a:picLocks noChangeAspect="1"/>
          </p:cNvPicPr>
          <p:nvPr/>
        </p:nvPicPr>
        <p:blipFill>
          <a:blip r:embed="rId2"/>
          <a:srcRect t="7358" b="8373"/>
          <a:stretch/>
        </p:blipFill>
        <p:spPr>
          <a:xfrm>
            <a:off x="6491055" y="782595"/>
            <a:ext cx="4848689" cy="2727366"/>
          </a:xfrm>
          <a:prstGeom prst="rect">
            <a:avLst/>
          </a:prstGeom>
        </p:spPr>
      </p:pic>
      <p:grpSp>
        <p:nvGrpSpPr>
          <p:cNvPr id="16" name="Group 15">
            <a:extLst>
              <a:ext uri="{FF2B5EF4-FFF2-40B4-BE49-F238E27FC236}">
                <a16:creationId xmlns:a16="http://schemas.microsoft.com/office/drawing/2014/main" id="{4252769E-B9F0-4068-A645-5BBEF16E9C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4" y="3296010"/>
            <a:ext cx="12191456" cy="2849976"/>
            <a:chOff x="476" y="-3923157"/>
            <a:chExt cx="10667524" cy="2493729"/>
          </a:xfrm>
        </p:grpSpPr>
        <p:sp>
          <p:nvSpPr>
            <p:cNvPr id="17" name="Freeform: Shape 16">
              <a:extLst>
                <a:ext uri="{FF2B5EF4-FFF2-40B4-BE49-F238E27FC236}">
                  <a16:creationId xmlns:a16="http://schemas.microsoft.com/office/drawing/2014/main" id="{1E12D6AD-7096-45BB-9C02-468B2704C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6"/>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39953252-97DE-4766-B2F6-E4FDA2FDA6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7"/>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9F0B59A9-ED10-A4C0-800D-2A614D6C5BC9}"/>
              </a:ext>
            </a:extLst>
          </p:cNvPr>
          <p:cNvSpPr>
            <a:spLocks noGrp="1"/>
          </p:cNvSpPr>
          <p:nvPr>
            <p:ph type="ctrTitle"/>
          </p:nvPr>
        </p:nvSpPr>
        <p:spPr>
          <a:xfrm>
            <a:off x="762000" y="782595"/>
            <a:ext cx="5334000" cy="2727367"/>
          </a:xfrm>
        </p:spPr>
        <p:txBody>
          <a:bodyPr>
            <a:normAutofit/>
          </a:bodyPr>
          <a:lstStyle/>
          <a:p>
            <a:pPr algn="l"/>
            <a:r>
              <a:rPr lang="en-JM" sz="6800"/>
              <a:t>Teach Me How To Pray</a:t>
            </a:r>
          </a:p>
        </p:txBody>
      </p:sp>
      <p:sp>
        <p:nvSpPr>
          <p:cNvPr id="3" name="Subtitle 2">
            <a:extLst>
              <a:ext uri="{FF2B5EF4-FFF2-40B4-BE49-F238E27FC236}">
                <a16:creationId xmlns:a16="http://schemas.microsoft.com/office/drawing/2014/main" id="{481D82F8-F3E4-1359-4D7C-915A05739A3A}"/>
              </a:ext>
            </a:extLst>
          </p:cNvPr>
          <p:cNvSpPr>
            <a:spLocks noGrp="1"/>
          </p:cNvSpPr>
          <p:nvPr>
            <p:ph type="subTitle" idx="1"/>
          </p:nvPr>
        </p:nvSpPr>
        <p:spPr>
          <a:xfrm>
            <a:off x="762000" y="3809999"/>
            <a:ext cx="8382000" cy="1223961"/>
          </a:xfrm>
        </p:spPr>
        <p:txBody>
          <a:bodyPr>
            <a:normAutofit lnSpcReduction="10000"/>
          </a:bodyPr>
          <a:lstStyle/>
          <a:p>
            <a:pPr algn="l"/>
            <a:endParaRPr lang="en-JM" dirty="0"/>
          </a:p>
          <a:p>
            <a:pPr algn="l"/>
            <a:endParaRPr lang="en-JM" dirty="0"/>
          </a:p>
          <a:p>
            <a:pPr algn="l"/>
            <a:r>
              <a:rPr lang="en-JM" dirty="0"/>
              <a:t>By: Pastor Kiwayne Ferron</a:t>
            </a:r>
          </a:p>
        </p:txBody>
      </p:sp>
    </p:spTree>
    <p:extLst>
      <p:ext uri="{BB962C8B-B14F-4D97-AF65-F5344CB8AC3E}">
        <p14:creationId xmlns:p14="http://schemas.microsoft.com/office/powerpoint/2010/main" val="3959556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B2ACFED-7AD6-6F24-BCE6-12FE642DA1C3}"/>
              </a:ext>
            </a:extLst>
          </p:cNvPr>
          <p:cNvSpPr>
            <a:spLocks noGrp="1"/>
          </p:cNvSpPr>
          <p:nvPr>
            <p:ph idx="1"/>
          </p:nvPr>
        </p:nvSpPr>
        <p:spPr>
          <a:xfrm>
            <a:off x="2407920" y="1201416"/>
            <a:ext cx="7376160" cy="2741133"/>
          </a:xfrm>
        </p:spPr>
        <p:txBody>
          <a:bodyPr anchor="ctr">
            <a:normAutofit/>
          </a:bodyPr>
          <a:lstStyle/>
          <a:p>
            <a:pPr algn="ctr"/>
            <a:r>
              <a:rPr lang="en-JM" dirty="0"/>
              <a:t>Did you know that prayer can be thought?</a:t>
            </a:r>
          </a:p>
        </p:txBody>
      </p:sp>
      <p:sp>
        <p:nvSpPr>
          <p:cNvPr id="10" name="Freeform: Shape 9">
            <a:extLst>
              <a:ext uri="{FF2B5EF4-FFF2-40B4-BE49-F238E27FC236}">
                <a16:creationId xmlns:a16="http://schemas.microsoft.com/office/drawing/2014/main" id="{280CBF0E-1AF1-4F17-84A3-89E3F964A9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236061"/>
            <a:ext cx="12192000" cy="822960"/>
          </a:xfrm>
          <a:custGeom>
            <a:avLst/>
            <a:gdLst>
              <a:gd name="connsiteX0" fmla="*/ 12192000 w 12192000"/>
              <a:gd name="connsiteY0" fmla="*/ 0 h 1203824"/>
              <a:gd name="connsiteX1" fmla="*/ 12192000 w 12192000"/>
              <a:gd name="connsiteY1" fmla="*/ 463429 h 1203824"/>
              <a:gd name="connsiteX2" fmla="*/ 12190876 w 12192000"/>
              <a:gd name="connsiteY2" fmla="*/ 463512 h 1203824"/>
              <a:gd name="connsiteX3" fmla="*/ 12077245 w 12192000"/>
              <a:gd name="connsiteY3" fmla="*/ 476327 h 1203824"/>
              <a:gd name="connsiteX4" fmla="*/ 11984517 w 12192000"/>
              <a:gd name="connsiteY4" fmla="*/ 479927 h 1203824"/>
              <a:gd name="connsiteX5" fmla="*/ 11951600 w 12192000"/>
              <a:gd name="connsiteY5" fmla="*/ 478957 h 1203824"/>
              <a:gd name="connsiteX6" fmla="*/ 11690904 w 12192000"/>
              <a:gd name="connsiteY6" fmla="*/ 471970 h 1203824"/>
              <a:gd name="connsiteX7" fmla="*/ 11413965 w 12192000"/>
              <a:gd name="connsiteY7" fmla="*/ 476172 h 1203824"/>
              <a:gd name="connsiteX8" fmla="*/ 11240739 w 12192000"/>
              <a:gd name="connsiteY8" fmla="*/ 523169 h 1203824"/>
              <a:gd name="connsiteX9" fmla="*/ 11175005 w 12192000"/>
              <a:gd name="connsiteY9" fmla="*/ 532169 h 1203824"/>
              <a:gd name="connsiteX10" fmla="*/ 10873726 w 12192000"/>
              <a:gd name="connsiteY10" fmla="*/ 580253 h 1203824"/>
              <a:gd name="connsiteX11" fmla="*/ 10821306 w 12192000"/>
              <a:gd name="connsiteY11" fmla="*/ 593207 h 1203824"/>
              <a:gd name="connsiteX12" fmla="*/ 10530811 w 12192000"/>
              <a:gd name="connsiteY12" fmla="*/ 612184 h 1203824"/>
              <a:gd name="connsiteX13" fmla="*/ 10426049 w 12192000"/>
              <a:gd name="connsiteY13" fmla="*/ 623354 h 1203824"/>
              <a:gd name="connsiteX14" fmla="*/ 10329156 w 12192000"/>
              <a:gd name="connsiteY14" fmla="*/ 630948 h 1203824"/>
              <a:gd name="connsiteX15" fmla="*/ 10194727 w 12192000"/>
              <a:gd name="connsiteY15" fmla="*/ 648617 h 1203824"/>
              <a:gd name="connsiteX16" fmla="*/ 10055906 w 12192000"/>
              <a:gd name="connsiteY16" fmla="*/ 671256 h 1203824"/>
              <a:gd name="connsiteX17" fmla="*/ 9900551 w 12192000"/>
              <a:gd name="connsiteY17" fmla="*/ 692855 h 1203824"/>
              <a:gd name="connsiteX18" fmla="*/ 9838464 w 12192000"/>
              <a:gd name="connsiteY18" fmla="*/ 696804 h 1203824"/>
              <a:gd name="connsiteX19" fmla="*/ 9672957 w 12192000"/>
              <a:gd name="connsiteY19" fmla="*/ 723816 h 1203824"/>
              <a:gd name="connsiteX20" fmla="*/ 9585066 w 12192000"/>
              <a:gd name="connsiteY20" fmla="*/ 730692 h 1203824"/>
              <a:gd name="connsiteX21" fmla="*/ 9441407 w 12192000"/>
              <a:gd name="connsiteY21" fmla="*/ 750055 h 1203824"/>
              <a:gd name="connsiteX22" fmla="*/ 9394459 w 12192000"/>
              <a:gd name="connsiteY22" fmla="*/ 755431 h 1203824"/>
              <a:gd name="connsiteX23" fmla="*/ 9352590 w 12192000"/>
              <a:gd name="connsiteY23" fmla="*/ 760650 h 1203824"/>
              <a:gd name="connsiteX24" fmla="*/ 9211614 w 12192000"/>
              <a:gd name="connsiteY24" fmla="*/ 796248 h 1203824"/>
              <a:gd name="connsiteX25" fmla="*/ 9084667 w 12192000"/>
              <a:gd name="connsiteY25" fmla="*/ 815303 h 1203824"/>
              <a:gd name="connsiteX26" fmla="*/ 8863666 w 12192000"/>
              <a:gd name="connsiteY26" fmla="*/ 859298 h 1203824"/>
              <a:gd name="connsiteX27" fmla="*/ 8813796 w 12192000"/>
              <a:gd name="connsiteY27" fmla="*/ 862070 h 1203824"/>
              <a:gd name="connsiteX28" fmla="*/ 8659351 w 12192000"/>
              <a:gd name="connsiteY28" fmla="*/ 882406 h 1203824"/>
              <a:gd name="connsiteX29" fmla="*/ 8571352 w 12192000"/>
              <a:gd name="connsiteY29" fmla="*/ 893639 h 1203824"/>
              <a:gd name="connsiteX30" fmla="*/ 8464106 w 12192000"/>
              <a:gd name="connsiteY30" fmla="*/ 918004 h 1203824"/>
              <a:gd name="connsiteX31" fmla="*/ 8278324 w 12192000"/>
              <a:gd name="connsiteY31" fmla="*/ 963769 h 1203824"/>
              <a:gd name="connsiteX32" fmla="*/ 8229128 w 12192000"/>
              <a:gd name="connsiteY32" fmla="*/ 973810 h 1203824"/>
              <a:gd name="connsiteX33" fmla="*/ 8139751 w 12192000"/>
              <a:gd name="connsiteY33" fmla="*/ 995815 h 1203824"/>
              <a:gd name="connsiteX34" fmla="*/ 8123571 w 12192000"/>
              <a:gd name="connsiteY34" fmla="*/ 999822 h 1203824"/>
              <a:gd name="connsiteX35" fmla="*/ 7988699 w 12192000"/>
              <a:gd name="connsiteY35" fmla="*/ 1042479 h 1203824"/>
              <a:gd name="connsiteX36" fmla="*/ 7917214 w 12192000"/>
              <a:gd name="connsiteY36" fmla="*/ 1054565 h 1203824"/>
              <a:gd name="connsiteX37" fmla="*/ 7710915 w 12192000"/>
              <a:gd name="connsiteY37" fmla="*/ 1084190 h 1203824"/>
              <a:gd name="connsiteX38" fmla="*/ 7622959 w 12192000"/>
              <a:gd name="connsiteY38" fmla="*/ 1093150 h 1203824"/>
              <a:gd name="connsiteX39" fmla="*/ 7410782 w 12192000"/>
              <a:gd name="connsiteY39" fmla="*/ 1109640 h 1203824"/>
              <a:gd name="connsiteX40" fmla="*/ 7277754 w 12192000"/>
              <a:gd name="connsiteY40" fmla="*/ 1121822 h 1203824"/>
              <a:gd name="connsiteX41" fmla="*/ 7124540 w 12192000"/>
              <a:gd name="connsiteY41" fmla="*/ 1132918 h 1203824"/>
              <a:gd name="connsiteX42" fmla="*/ 6949752 w 12192000"/>
              <a:gd name="connsiteY42" fmla="*/ 1151058 h 1203824"/>
              <a:gd name="connsiteX43" fmla="*/ 6630249 w 12192000"/>
              <a:gd name="connsiteY43" fmla="*/ 1176063 h 1203824"/>
              <a:gd name="connsiteX44" fmla="*/ 6320634 w 12192000"/>
              <a:gd name="connsiteY44" fmla="*/ 1198901 h 1203824"/>
              <a:gd name="connsiteX45" fmla="*/ 6192343 w 12192000"/>
              <a:gd name="connsiteY45" fmla="*/ 1198323 h 1203824"/>
              <a:gd name="connsiteX46" fmla="*/ 5966562 w 12192000"/>
              <a:gd name="connsiteY46" fmla="*/ 1203723 h 1203824"/>
              <a:gd name="connsiteX47" fmla="*/ 5867227 w 12192000"/>
              <a:gd name="connsiteY47" fmla="*/ 1201847 h 1203824"/>
              <a:gd name="connsiteX48" fmla="*/ 5630172 w 12192000"/>
              <a:gd name="connsiteY48" fmla="*/ 1202248 h 1203824"/>
              <a:gd name="connsiteX49" fmla="*/ 5348949 w 12192000"/>
              <a:gd name="connsiteY49" fmla="*/ 1191768 h 1203824"/>
              <a:gd name="connsiteX50" fmla="*/ 5241228 w 12192000"/>
              <a:gd name="connsiteY50" fmla="*/ 1192408 h 1203824"/>
              <a:gd name="connsiteX51" fmla="*/ 4971133 w 12192000"/>
              <a:gd name="connsiteY51" fmla="*/ 1193559 h 1203824"/>
              <a:gd name="connsiteX52" fmla="*/ 4869416 w 12192000"/>
              <a:gd name="connsiteY52" fmla="*/ 1200519 h 1203824"/>
              <a:gd name="connsiteX53" fmla="*/ 4753274 w 12192000"/>
              <a:gd name="connsiteY53" fmla="*/ 1200850 h 1203824"/>
              <a:gd name="connsiteX54" fmla="*/ 4611883 w 12192000"/>
              <a:gd name="connsiteY54" fmla="*/ 1192701 h 1203824"/>
              <a:gd name="connsiteX55" fmla="*/ 4376825 w 12192000"/>
              <a:gd name="connsiteY55" fmla="*/ 1184131 h 1203824"/>
              <a:gd name="connsiteX56" fmla="*/ 4285471 w 12192000"/>
              <a:gd name="connsiteY56" fmla="*/ 1187158 h 1203824"/>
              <a:gd name="connsiteX57" fmla="*/ 3866543 w 12192000"/>
              <a:gd name="connsiteY57" fmla="*/ 1181596 h 1203824"/>
              <a:gd name="connsiteX58" fmla="*/ 3651342 w 12192000"/>
              <a:gd name="connsiteY58" fmla="*/ 1174348 h 1203824"/>
              <a:gd name="connsiteX59" fmla="*/ 3518453 w 12192000"/>
              <a:gd name="connsiteY59" fmla="*/ 1177258 h 1203824"/>
              <a:gd name="connsiteX60" fmla="*/ 3400818 w 12192000"/>
              <a:gd name="connsiteY60" fmla="*/ 1169685 h 1203824"/>
              <a:gd name="connsiteX61" fmla="*/ 3037154 w 12192000"/>
              <a:gd name="connsiteY61" fmla="*/ 1153217 h 1203824"/>
              <a:gd name="connsiteX62" fmla="*/ 2866260 w 12192000"/>
              <a:gd name="connsiteY62" fmla="*/ 1132283 h 1203824"/>
              <a:gd name="connsiteX63" fmla="*/ 2582173 w 12192000"/>
              <a:gd name="connsiteY63" fmla="*/ 1088979 h 1203824"/>
              <a:gd name="connsiteX64" fmla="*/ 2395406 w 12192000"/>
              <a:gd name="connsiteY64" fmla="*/ 1035945 h 1203824"/>
              <a:gd name="connsiteX65" fmla="*/ 2294751 w 12192000"/>
              <a:gd name="connsiteY65" fmla="*/ 1014618 h 1203824"/>
              <a:gd name="connsiteX66" fmla="*/ 2122944 w 12192000"/>
              <a:gd name="connsiteY66" fmla="*/ 984751 h 1203824"/>
              <a:gd name="connsiteX67" fmla="*/ 1905504 w 12192000"/>
              <a:gd name="connsiteY67" fmla="*/ 941380 h 1203824"/>
              <a:gd name="connsiteX68" fmla="*/ 1671045 w 12192000"/>
              <a:gd name="connsiteY68" fmla="*/ 924228 h 1203824"/>
              <a:gd name="connsiteX69" fmla="*/ 1543856 w 12192000"/>
              <a:gd name="connsiteY69" fmla="*/ 898190 h 1203824"/>
              <a:gd name="connsiteX70" fmla="*/ 1419784 w 12192000"/>
              <a:gd name="connsiteY70" fmla="*/ 868500 h 1203824"/>
              <a:gd name="connsiteX71" fmla="*/ 1355116 w 12192000"/>
              <a:gd name="connsiteY71" fmla="*/ 849214 h 1203824"/>
              <a:gd name="connsiteX72" fmla="*/ 1223713 w 12192000"/>
              <a:gd name="connsiteY72" fmla="*/ 821702 h 1203824"/>
              <a:gd name="connsiteX73" fmla="*/ 1094193 w 12192000"/>
              <a:gd name="connsiteY73" fmla="*/ 804872 h 1203824"/>
              <a:gd name="connsiteX74" fmla="*/ 1001115 w 12192000"/>
              <a:gd name="connsiteY74" fmla="*/ 783030 h 1203824"/>
              <a:gd name="connsiteX75" fmla="*/ 879548 w 12192000"/>
              <a:gd name="connsiteY75" fmla="*/ 747884 h 1203824"/>
              <a:gd name="connsiteX76" fmla="*/ 711163 w 12192000"/>
              <a:gd name="connsiteY76" fmla="*/ 719039 h 1203824"/>
              <a:gd name="connsiteX77" fmla="*/ 557941 w 12192000"/>
              <a:gd name="connsiteY77" fmla="*/ 707101 h 1203824"/>
              <a:gd name="connsiteX78" fmla="*/ 480347 w 12192000"/>
              <a:gd name="connsiteY78" fmla="*/ 668702 h 1203824"/>
              <a:gd name="connsiteX79" fmla="*/ 296224 w 12192000"/>
              <a:gd name="connsiteY79" fmla="*/ 603583 h 1203824"/>
              <a:gd name="connsiteX80" fmla="*/ 72689 w 12192000"/>
              <a:gd name="connsiteY80" fmla="*/ 560892 h 1203824"/>
              <a:gd name="connsiteX81" fmla="*/ 0 w 12192000"/>
              <a:gd name="connsiteY81" fmla="*/ 543486 h 1203824"/>
              <a:gd name="connsiteX82" fmla="*/ 0 w 12192000"/>
              <a:gd name="connsiteY82" fmla="*/ 384357 h 1203824"/>
              <a:gd name="connsiteX83" fmla="*/ 51784 w 12192000"/>
              <a:gd name="connsiteY83" fmla="*/ 393937 h 1203824"/>
              <a:gd name="connsiteX84" fmla="*/ 205561 w 12192000"/>
              <a:gd name="connsiteY84" fmla="*/ 414859 h 1203824"/>
              <a:gd name="connsiteX85" fmla="*/ 354391 w 12192000"/>
              <a:gd name="connsiteY85" fmla="*/ 426667 h 1203824"/>
              <a:gd name="connsiteX86" fmla="*/ 448281 w 12192000"/>
              <a:gd name="connsiteY86" fmla="*/ 436308 h 1203824"/>
              <a:gd name="connsiteX87" fmla="*/ 611518 w 12192000"/>
              <a:gd name="connsiteY87" fmla="*/ 434166 h 1203824"/>
              <a:gd name="connsiteX88" fmla="*/ 746076 w 12192000"/>
              <a:gd name="connsiteY88" fmla="*/ 422520 h 1203824"/>
              <a:gd name="connsiteX89" fmla="*/ 902724 w 12192000"/>
              <a:gd name="connsiteY89" fmla="*/ 409989 h 1203824"/>
              <a:gd name="connsiteX90" fmla="*/ 1113854 w 12192000"/>
              <a:gd name="connsiteY90" fmla="*/ 414230 h 1203824"/>
              <a:gd name="connsiteX91" fmla="*/ 1333449 w 12192000"/>
              <a:gd name="connsiteY91" fmla="*/ 459938 h 1203824"/>
              <a:gd name="connsiteX92" fmla="*/ 1408608 w 12192000"/>
              <a:gd name="connsiteY92" fmla="*/ 458278 h 1203824"/>
              <a:gd name="connsiteX93" fmla="*/ 1630191 w 12192000"/>
              <a:gd name="connsiteY93" fmla="*/ 403061 h 1203824"/>
              <a:gd name="connsiteX94" fmla="*/ 1956289 w 12192000"/>
              <a:gd name="connsiteY94" fmla="*/ 332366 h 1203824"/>
              <a:gd name="connsiteX95" fmla="*/ 2042814 w 12192000"/>
              <a:gd name="connsiteY95" fmla="*/ 344002 h 1203824"/>
              <a:gd name="connsiteX96" fmla="*/ 2183420 w 12192000"/>
              <a:gd name="connsiteY96" fmla="*/ 369635 h 1203824"/>
              <a:gd name="connsiteX97" fmla="*/ 2269566 w 12192000"/>
              <a:gd name="connsiteY97" fmla="*/ 439859 h 1203824"/>
              <a:gd name="connsiteX98" fmla="*/ 2331129 w 12192000"/>
              <a:gd name="connsiteY98" fmla="*/ 524163 h 1203824"/>
              <a:gd name="connsiteX99" fmla="*/ 2385112 w 12192000"/>
              <a:gd name="connsiteY99" fmla="*/ 555357 h 1203824"/>
              <a:gd name="connsiteX100" fmla="*/ 2444033 w 12192000"/>
              <a:gd name="connsiteY100" fmla="*/ 572629 h 1203824"/>
              <a:gd name="connsiteX101" fmla="*/ 2525979 w 12192000"/>
              <a:gd name="connsiteY101" fmla="*/ 603233 h 1203824"/>
              <a:gd name="connsiteX102" fmla="*/ 2603911 w 12192000"/>
              <a:gd name="connsiteY102" fmla="*/ 684825 h 1203824"/>
              <a:gd name="connsiteX103" fmla="*/ 2678828 w 12192000"/>
              <a:gd name="connsiteY103" fmla="*/ 706990 h 1203824"/>
              <a:gd name="connsiteX104" fmla="*/ 2738094 w 12192000"/>
              <a:gd name="connsiteY104" fmla="*/ 711376 h 1203824"/>
              <a:gd name="connsiteX105" fmla="*/ 2983806 w 12192000"/>
              <a:gd name="connsiteY105" fmla="*/ 728243 h 1203824"/>
              <a:gd name="connsiteX106" fmla="*/ 3013997 w 12192000"/>
              <a:gd name="connsiteY106" fmla="*/ 725446 h 1203824"/>
              <a:gd name="connsiteX107" fmla="*/ 3364419 w 12192000"/>
              <a:gd name="connsiteY107" fmla="*/ 720577 h 1203824"/>
              <a:gd name="connsiteX108" fmla="*/ 3460521 w 12192000"/>
              <a:gd name="connsiteY108" fmla="*/ 717628 h 1203824"/>
              <a:gd name="connsiteX109" fmla="*/ 3710982 w 12192000"/>
              <a:gd name="connsiteY109" fmla="*/ 714182 h 1203824"/>
              <a:gd name="connsiteX110" fmla="*/ 3850961 w 12192000"/>
              <a:gd name="connsiteY110" fmla="*/ 778802 h 1203824"/>
              <a:gd name="connsiteX111" fmla="*/ 3946286 w 12192000"/>
              <a:gd name="connsiteY111" fmla="*/ 816372 h 1203824"/>
              <a:gd name="connsiteX112" fmla="*/ 4065132 w 12192000"/>
              <a:gd name="connsiteY112" fmla="*/ 832459 h 1203824"/>
              <a:gd name="connsiteX113" fmla="*/ 4132173 w 12192000"/>
              <a:gd name="connsiteY113" fmla="*/ 835167 h 1203824"/>
              <a:gd name="connsiteX114" fmla="*/ 4305858 w 12192000"/>
              <a:gd name="connsiteY114" fmla="*/ 804156 h 1203824"/>
              <a:gd name="connsiteX115" fmla="*/ 4382131 w 12192000"/>
              <a:gd name="connsiteY115" fmla="*/ 769481 h 1203824"/>
              <a:gd name="connsiteX116" fmla="*/ 4453289 w 12192000"/>
              <a:gd name="connsiteY116" fmla="*/ 752531 h 1203824"/>
              <a:gd name="connsiteX117" fmla="*/ 4657971 w 12192000"/>
              <a:gd name="connsiteY117" fmla="*/ 795835 h 1203824"/>
              <a:gd name="connsiteX118" fmla="*/ 4682399 w 12192000"/>
              <a:gd name="connsiteY118" fmla="*/ 813876 h 1203824"/>
              <a:gd name="connsiteX119" fmla="*/ 4771814 w 12192000"/>
              <a:gd name="connsiteY119" fmla="*/ 907046 h 1203824"/>
              <a:gd name="connsiteX120" fmla="*/ 4827520 w 12192000"/>
              <a:gd name="connsiteY120" fmla="*/ 929876 h 1203824"/>
              <a:gd name="connsiteX121" fmla="*/ 4849942 w 12192000"/>
              <a:gd name="connsiteY121" fmla="*/ 933851 h 1203824"/>
              <a:gd name="connsiteX122" fmla="*/ 5009626 w 12192000"/>
              <a:gd name="connsiteY122" fmla="*/ 957896 h 1203824"/>
              <a:gd name="connsiteX123" fmla="*/ 5158711 w 12192000"/>
              <a:gd name="connsiteY123" fmla="*/ 963814 h 1203824"/>
              <a:gd name="connsiteX124" fmla="*/ 5376427 w 12192000"/>
              <a:gd name="connsiteY124" fmla="*/ 963151 h 1203824"/>
              <a:gd name="connsiteX125" fmla="*/ 5475787 w 12192000"/>
              <a:gd name="connsiteY125" fmla="*/ 980508 h 1203824"/>
              <a:gd name="connsiteX126" fmla="*/ 5653401 w 12192000"/>
              <a:gd name="connsiteY126" fmla="*/ 987268 h 1203824"/>
              <a:gd name="connsiteX127" fmla="*/ 5726340 w 12192000"/>
              <a:gd name="connsiteY127" fmla="*/ 985357 h 1203824"/>
              <a:gd name="connsiteX128" fmla="*/ 5790563 w 12192000"/>
              <a:gd name="connsiteY128" fmla="*/ 991300 h 1203824"/>
              <a:gd name="connsiteX129" fmla="*/ 5860260 w 12192000"/>
              <a:gd name="connsiteY129" fmla="*/ 1004958 h 1203824"/>
              <a:gd name="connsiteX130" fmla="*/ 6042101 w 12192000"/>
              <a:gd name="connsiteY130" fmla="*/ 1036226 h 1203824"/>
              <a:gd name="connsiteX131" fmla="*/ 6301998 w 12192000"/>
              <a:gd name="connsiteY131" fmla="*/ 989138 h 1203824"/>
              <a:gd name="connsiteX132" fmla="*/ 6452025 w 12192000"/>
              <a:gd name="connsiteY132" fmla="*/ 968489 h 1203824"/>
              <a:gd name="connsiteX133" fmla="*/ 6589205 w 12192000"/>
              <a:gd name="connsiteY133" fmla="*/ 939474 h 1203824"/>
              <a:gd name="connsiteX134" fmla="*/ 6631069 w 12192000"/>
              <a:gd name="connsiteY134" fmla="*/ 911222 h 1203824"/>
              <a:gd name="connsiteX135" fmla="*/ 6828274 w 12192000"/>
              <a:gd name="connsiteY135" fmla="*/ 942941 h 1203824"/>
              <a:gd name="connsiteX136" fmla="*/ 6900803 w 12192000"/>
              <a:gd name="connsiteY136" fmla="*/ 984140 h 1203824"/>
              <a:gd name="connsiteX137" fmla="*/ 7034668 w 12192000"/>
              <a:gd name="connsiteY137" fmla="*/ 1018665 h 1203824"/>
              <a:gd name="connsiteX138" fmla="*/ 7281067 w 12192000"/>
              <a:gd name="connsiteY138" fmla="*/ 966327 h 1203824"/>
              <a:gd name="connsiteX139" fmla="*/ 7412780 w 12192000"/>
              <a:gd name="connsiteY139" fmla="*/ 909206 h 1203824"/>
              <a:gd name="connsiteX140" fmla="*/ 7500327 w 12192000"/>
              <a:gd name="connsiteY140" fmla="*/ 894826 h 1203824"/>
              <a:gd name="connsiteX141" fmla="*/ 7662324 w 12192000"/>
              <a:gd name="connsiteY141" fmla="*/ 927415 h 1203824"/>
              <a:gd name="connsiteX142" fmla="*/ 7725334 w 12192000"/>
              <a:gd name="connsiteY142" fmla="*/ 924844 h 1203824"/>
              <a:gd name="connsiteX143" fmla="*/ 7833279 w 12192000"/>
              <a:gd name="connsiteY143" fmla="*/ 913031 h 1203824"/>
              <a:gd name="connsiteX144" fmla="*/ 7928605 w 12192000"/>
              <a:gd name="connsiteY144" fmla="*/ 881683 h 1203824"/>
              <a:gd name="connsiteX145" fmla="*/ 8146597 w 12192000"/>
              <a:gd name="connsiteY145" fmla="*/ 762968 h 1203824"/>
              <a:gd name="connsiteX146" fmla="*/ 8183577 w 12192000"/>
              <a:gd name="connsiteY146" fmla="*/ 749005 h 1203824"/>
              <a:gd name="connsiteX147" fmla="*/ 8250224 w 12192000"/>
              <a:gd name="connsiteY147" fmla="*/ 733642 h 1203824"/>
              <a:gd name="connsiteX148" fmla="*/ 8505929 w 12192000"/>
              <a:gd name="connsiteY148" fmla="*/ 626542 h 1203824"/>
              <a:gd name="connsiteX149" fmla="*/ 8564194 w 12192000"/>
              <a:gd name="connsiteY149" fmla="*/ 618796 h 1203824"/>
              <a:gd name="connsiteX150" fmla="*/ 8660705 w 12192000"/>
              <a:gd name="connsiteY150" fmla="*/ 611069 h 1203824"/>
              <a:gd name="connsiteX151" fmla="*/ 8762255 w 12192000"/>
              <a:gd name="connsiteY151" fmla="*/ 585060 h 1203824"/>
              <a:gd name="connsiteX152" fmla="*/ 8836439 w 12192000"/>
              <a:gd name="connsiteY152" fmla="*/ 566358 h 1203824"/>
              <a:gd name="connsiteX153" fmla="*/ 9050728 w 12192000"/>
              <a:gd name="connsiteY153" fmla="*/ 559575 h 1203824"/>
              <a:gd name="connsiteX154" fmla="*/ 9229627 w 12192000"/>
              <a:gd name="connsiteY154" fmla="*/ 557464 h 1203824"/>
              <a:gd name="connsiteX155" fmla="*/ 9253451 w 12192000"/>
              <a:gd name="connsiteY155" fmla="*/ 550855 h 1203824"/>
              <a:gd name="connsiteX156" fmla="*/ 9484214 w 12192000"/>
              <a:gd name="connsiteY156" fmla="*/ 498671 h 1203824"/>
              <a:gd name="connsiteX157" fmla="*/ 9582633 w 12192000"/>
              <a:gd name="connsiteY157" fmla="*/ 458384 h 1203824"/>
              <a:gd name="connsiteX158" fmla="*/ 9719670 w 12192000"/>
              <a:gd name="connsiteY158" fmla="*/ 415607 h 1203824"/>
              <a:gd name="connsiteX159" fmla="*/ 9871784 w 12192000"/>
              <a:gd name="connsiteY159" fmla="*/ 366147 h 1203824"/>
              <a:gd name="connsiteX160" fmla="*/ 9984494 w 12192000"/>
              <a:gd name="connsiteY160" fmla="*/ 336660 h 1203824"/>
              <a:gd name="connsiteX161" fmla="*/ 10154708 w 12192000"/>
              <a:gd name="connsiteY161" fmla="*/ 322193 h 1203824"/>
              <a:gd name="connsiteX162" fmla="*/ 10190446 w 12192000"/>
              <a:gd name="connsiteY162" fmla="*/ 325025 h 1203824"/>
              <a:gd name="connsiteX163" fmla="*/ 10530736 w 12192000"/>
              <a:gd name="connsiteY163" fmla="*/ 335953 h 1203824"/>
              <a:gd name="connsiteX164" fmla="*/ 10752157 w 12192000"/>
              <a:gd name="connsiteY164" fmla="*/ 305117 h 1203824"/>
              <a:gd name="connsiteX165" fmla="*/ 10824452 w 12192000"/>
              <a:gd name="connsiteY165" fmla="*/ 285927 h 1203824"/>
              <a:gd name="connsiteX166" fmla="*/ 10953152 w 12192000"/>
              <a:gd name="connsiteY166" fmla="*/ 228102 h 1203824"/>
              <a:gd name="connsiteX167" fmla="*/ 11011614 w 12192000"/>
              <a:gd name="connsiteY167" fmla="*/ 214096 h 1203824"/>
              <a:gd name="connsiteX168" fmla="*/ 11116031 w 12192000"/>
              <a:gd name="connsiteY168" fmla="*/ 195421 h 1203824"/>
              <a:gd name="connsiteX169" fmla="*/ 11344303 w 12192000"/>
              <a:gd name="connsiteY169" fmla="*/ 166629 h 1203824"/>
              <a:gd name="connsiteX170" fmla="*/ 11639050 w 12192000"/>
              <a:gd name="connsiteY170" fmla="*/ 108526 h 1203824"/>
              <a:gd name="connsiteX171" fmla="*/ 11757532 w 12192000"/>
              <a:gd name="connsiteY171" fmla="*/ 96530 h 1203824"/>
              <a:gd name="connsiteX172" fmla="*/ 11885799 w 12192000"/>
              <a:gd name="connsiteY172" fmla="*/ 86728 h 1203824"/>
              <a:gd name="connsiteX173" fmla="*/ 11922874 w 12192000"/>
              <a:gd name="connsiteY173" fmla="*/ 81060 h 1203824"/>
              <a:gd name="connsiteX174" fmla="*/ 12115331 w 12192000"/>
              <a:gd name="connsiteY174" fmla="*/ 33587 h 1203824"/>
              <a:gd name="connsiteX175" fmla="*/ 12158080 w 12192000"/>
              <a:gd name="connsiteY175" fmla="*/ 14081 h 120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1203824">
                <a:moveTo>
                  <a:pt x="12192000" y="0"/>
                </a:moveTo>
                <a:lnTo>
                  <a:pt x="12192000" y="463429"/>
                </a:lnTo>
                <a:lnTo>
                  <a:pt x="12190876" y="463512"/>
                </a:lnTo>
                <a:cubicBezTo>
                  <a:pt x="12153133" y="467010"/>
                  <a:pt x="12115042" y="473200"/>
                  <a:pt x="12077245" y="476327"/>
                </a:cubicBezTo>
                <a:cubicBezTo>
                  <a:pt x="12046307" y="479040"/>
                  <a:pt x="12015359" y="479114"/>
                  <a:pt x="11984517" y="479927"/>
                </a:cubicBezTo>
                <a:cubicBezTo>
                  <a:pt x="11973265" y="480210"/>
                  <a:pt x="11961485" y="476792"/>
                  <a:pt x="11951600" y="478957"/>
                </a:cubicBezTo>
                <a:cubicBezTo>
                  <a:pt x="11853497" y="501074"/>
                  <a:pt x="11777036" y="475730"/>
                  <a:pt x="11690904" y="471970"/>
                </a:cubicBezTo>
                <a:cubicBezTo>
                  <a:pt x="11600358" y="467893"/>
                  <a:pt x="11511400" y="454530"/>
                  <a:pt x="11413965" y="476172"/>
                </a:cubicBezTo>
                <a:cubicBezTo>
                  <a:pt x="11355010" y="489304"/>
                  <a:pt x="11299073" y="508237"/>
                  <a:pt x="11240739" y="523169"/>
                </a:cubicBezTo>
                <a:cubicBezTo>
                  <a:pt x="11219994" y="528395"/>
                  <a:pt x="11196384" y="531385"/>
                  <a:pt x="11175005" y="532169"/>
                </a:cubicBezTo>
                <a:cubicBezTo>
                  <a:pt x="11071819" y="536506"/>
                  <a:pt x="10971303" y="549336"/>
                  <a:pt x="10873726" y="580253"/>
                </a:cubicBezTo>
                <a:cubicBezTo>
                  <a:pt x="10856992" y="585473"/>
                  <a:pt x="10839156" y="590660"/>
                  <a:pt x="10821306" y="593207"/>
                </a:cubicBezTo>
                <a:cubicBezTo>
                  <a:pt x="10723500" y="607162"/>
                  <a:pt x="10626924" y="616976"/>
                  <a:pt x="10530811" y="612184"/>
                </a:cubicBezTo>
                <a:cubicBezTo>
                  <a:pt x="10498527" y="610559"/>
                  <a:pt x="10460885" y="619895"/>
                  <a:pt x="10426049" y="623354"/>
                </a:cubicBezTo>
                <a:cubicBezTo>
                  <a:pt x="10393740" y="626644"/>
                  <a:pt x="10360820" y="630774"/>
                  <a:pt x="10329156" y="630948"/>
                </a:cubicBezTo>
                <a:cubicBezTo>
                  <a:pt x="10282924" y="631125"/>
                  <a:pt x="10240698" y="636395"/>
                  <a:pt x="10194727" y="648617"/>
                </a:cubicBezTo>
                <a:cubicBezTo>
                  <a:pt x="10150847" y="660165"/>
                  <a:pt x="10102287" y="664450"/>
                  <a:pt x="10055906" y="671256"/>
                </a:cubicBezTo>
                <a:cubicBezTo>
                  <a:pt x="10004174" y="678826"/>
                  <a:pt x="9952442" y="686395"/>
                  <a:pt x="9900551" y="692855"/>
                </a:cubicBezTo>
                <a:cubicBezTo>
                  <a:pt x="9879793" y="695439"/>
                  <a:pt x="9855180" y="691398"/>
                  <a:pt x="9838464" y="696804"/>
                </a:cubicBezTo>
                <a:cubicBezTo>
                  <a:pt x="9784563" y="714690"/>
                  <a:pt x="9727517" y="710557"/>
                  <a:pt x="9672957" y="723816"/>
                </a:cubicBezTo>
                <a:cubicBezTo>
                  <a:pt x="9646220" y="730464"/>
                  <a:pt x="9614440" y="727257"/>
                  <a:pt x="9585066" y="730692"/>
                </a:cubicBezTo>
                <a:cubicBezTo>
                  <a:pt x="9537047" y="736221"/>
                  <a:pt x="9489294" y="743601"/>
                  <a:pt x="9441407" y="750055"/>
                </a:cubicBezTo>
                <a:cubicBezTo>
                  <a:pt x="9425674" y="752111"/>
                  <a:pt x="9410218" y="753561"/>
                  <a:pt x="9394459" y="755431"/>
                </a:cubicBezTo>
                <a:cubicBezTo>
                  <a:pt x="9380484" y="757048"/>
                  <a:pt x="9365611" y="757472"/>
                  <a:pt x="9352590" y="760650"/>
                </a:cubicBezTo>
                <a:cubicBezTo>
                  <a:pt x="9305415" y="772102"/>
                  <a:pt x="9259379" y="786411"/>
                  <a:pt x="9211614" y="796248"/>
                </a:cubicBezTo>
                <a:cubicBezTo>
                  <a:pt x="9170220" y="804796"/>
                  <a:pt x="9126523" y="807444"/>
                  <a:pt x="9084667" y="815303"/>
                </a:cubicBezTo>
                <a:cubicBezTo>
                  <a:pt x="9010868" y="829042"/>
                  <a:pt x="8937412" y="845188"/>
                  <a:pt x="8863666" y="859298"/>
                </a:cubicBezTo>
                <a:cubicBezTo>
                  <a:pt x="8847706" y="862330"/>
                  <a:pt x="8830271" y="860096"/>
                  <a:pt x="8813796" y="862070"/>
                </a:cubicBezTo>
                <a:cubicBezTo>
                  <a:pt x="8762262" y="868479"/>
                  <a:pt x="8710833" y="875626"/>
                  <a:pt x="8659351" y="882406"/>
                </a:cubicBezTo>
                <a:cubicBezTo>
                  <a:pt x="8630055" y="886396"/>
                  <a:pt x="8600505" y="891179"/>
                  <a:pt x="8571352" y="893639"/>
                </a:cubicBezTo>
                <a:cubicBezTo>
                  <a:pt x="8532843" y="896868"/>
                  <a:pt x="8497743" y="898476"/>
                  <a:pt x="8464106" y="918004"/>
                </a:cubicBezTo>
                <a:cubicBezTo>
                  <a:pt x="8412327" y="948238"/>
                  <a:pt x="8341122" y="949523"/>
                  <a:pt x="8278324" y="963769"/>
                </a:cubicBezTo>
                <a:cubicBezTo>
                  <a:pt x="8262086" y="967408"/>
                  <a:pt x="8245335" y="969987"/>
                  <a:pt x="8229128" y="973810"/>
                </a:cubicBezTo>
                <a:cubicBezTo>
                  <a:pt x="8199180" y="980915"/>
                  <a:pt x="8169646" y="988338"/>
                  <a:pt x="8139751" y="995815"/>
                </a:cubicBezTo>
                <a:cubicBezTo>
                  <a:pt x="8134478" y="997132"/>
                  <a:pt x="8128438" y="998185"/>
                  <a:pt x="8123571" y="999822"/>
                </a:cubicBezTo>
                <a:cubicBezTo>
                  <a:pt x="8078628" y="1014164"/>
                  <a:pt x="8034565" y="1029514"/>
                  <a:pt x="7988699" y="1042479"/>
                </a:cubicBezTo>
                <a:cubicBezTo>
                  <a:pt x="7966302" y="1048884"/>
                  <a:pt x="7941011" y="1052871"/>
                  <a:pt x="7917214" y="1054565"/>
                </a:cubicBezTo>
                <a:cubicBezTo>
                  <a:pt x="7847636" y="1059584"/>
                  <a:pt x="7779165" y="1067276"/>
                  <a:pt x="7710915" y="1084190"/>
                </a:cubicBezTo>
                <a:cubicBezTo>
                  <a:pt x="7683826" y="1090885"/>
                  <a:pt x="7652466" y="1090640"/>
                  <a:pt x="7622959" y="1093150"/>
                </a:cubicBezTo>
                <a:cubicBezTo>
                  <a:pt x="7552361" y="1098691"/>
                  <a:pt x="7481710" y="1103861"/>
                  <a:pt x="7410782" y="1109640"/>
                </a:cubicBezTo>
                <a:cubicBezTo>
                  <a:pt x="7366505" y="1113312"/>
                  <a:pt x="7322030" y="1118147"/>
                  <a:pt x="7277754" y="1121822"/>
                </a:cubicBezTo>
                <a:cubicBezTo>
                  <a:pt x="7226619" y="1125906"/>
                  <a:pt x="7175601" y="1128277"/>
                  <a:pt x="7124540" y="1132918"/>
                </a:cubicBezTo>
                <a:cubicBezTo>
                  <a:pt x="7066293" y="1138207"/>
                  <a:pt x="7008028" y="1145955"/>
                  <a:pt x="6949752" y="1151058"/>
                </a:cubicBezTo>
                <a:cubicBezTo>
                  <a:pt x="6843217" y="1160027"/>
                  <a:pt x="6736882" y="1167834"/>
                  <a:pt x="6630249" y="1176063"/>
                </a:cubicBezTo>
                <a:cubicBezTo>
                  <a:pt x="6526849" y="1184018"/>
                  <a:pt x="6423556" y="1192713"/>
                  <a:pt x="6320634" y="1198901"/>
                </a:cubicBezTo>
                <a:cubicBezTo>
                  <a:pt x="6277297" y="1201496"/>
                  <a:pt x="6235232" y="1197679"/>
                  <a:pt x="6192343" y="1198323"/>
                </a:cubicBezTo>
                <a:cubicBezTo>
                  <a:pt x="6117131" y="1199612"/>
                  <a:pt x="6041418" y="1202485"/>
                  <a:pt x="5966562" y="1203723"/>
                </a:cubicBezTo>
                <a:cubicBezTo>
                  <a:pt x="5933144" y="1204338"/>
                  <a:pt x="5900754" y="1201974"/>
                  <a:pt x="5867227" y="1201847"/>
                </a:cubicBezTo>
                <a:cubicBezTo>
                  <a:pt x="5788180" y="1201796"/>
                  <a:pt x="5708354" y="1203933"/>
                  <a:pt x="5630172" y="1202248"/>
                </a:cubicBezTo>
                <a:cubicBezTo>
                  <a:pt x="5535908" y="1200213"/>
                  <a:pt x="5442984" y="1194779"/>
                  <a:pt x="5348949" y="1191768"/>
                </a:cubicBezTo>
                <a:cubicBezTo>
                  <a:pt x="5313810" y="1190551"/>
                  <a:pt x="5277251" y="1192179"/>
                  <a:pt x="5241228" y="1192408"/>
                </a:cubicBezTo>
                <a:cubicBezTo>
                  <a:pt x="5151316" y="1192775"/>
                  <a:pt x="5061657" y="1192349"/>
                  <a:pt x="4971133" y="1193559"/>
                </a:cubicBezTo>
                <a:cubicBezTo>
                  <a:pt x="4937685" y="1193988"/>
                  <a:pt x="4903114" y="1199299"/>
                  <a:pt x="4869416" y="1200519"/>
                </a:cubicBezTo>
                <a:cubicBezTo>
                  <a:pt x="4830283" y="1201947"/>
                  <a:pt x="4791348" y="1202215"/>
                  <a:pt x="4753274" y="1200850"/>
                </a:cubicBezTo>
                <a:cubicBezTo>
                  <a:pt x="4705682" y="1199144"/>
                  <a:pt x="4659172" y="1194829"/>
                  <a:pt x="4611883" y="1192701"/>
                </a:cubicBezTo>
                <a:cubicBezTo>
                  <a:pt x="4533819" y="1189298"/>
                  <a:pt x="4455420" y="1186135"/>
                  <a:pt x="4376825" y="1184131"/>
                </a:cubicBezTo>
                <a:cubicBezTo>
                  <a:pt x="4347226" y="1183446"/>
                  <a:pt x="4315374" y="1187423"/>
                  <a:pt x="4285471" y="1187158"/>
                </a:cubicBezTo>
                <a:cubicBezTo>
                  <a:pt x="4145774" y="1185753"/>
                  <a:pt x="4006046" y="1184162"/>
                  <a:pt x="3866543" y="1181596"/>
                </a:cubicBezTo>
                <a:cubicBezTo>
                  <a:pt x="3794230" y="1180207"/>
                  <a:pt x="3723633" y="1175551"/>
                  <a:pt x="3651342" y="1174348"/>
                </a:cubicBezTo>
                <a:cubicBezTo>
                  <a:pt x="3607885" y="1173562"/>
                  <a:pt x="3561907" y="1178044"/>
                  <a:pt x="3518453" y="1177258"/>
                </a:cubicBezTo>
                <a:cubicBezTo>
                  <a:pt x="3478287" y="1176568"/>
                  <a:pt x="3440399" y="1171400"/>
                  <a:pt x="3400818" y="1169685"/>
                </a:cubicBezTo>
                <a:cubicBezTo>
                  <a:pt x="3279824" y="1164099"/>
                  <a:pt x="3157310" y="1160621"/>
                  <a:pt x="3037154" y="1153217"/>
                </a:cubicBezTo>
                <a:cubicBezTo>
                  <a:pt x="2978373" y="1149708"/>
                  <a:pt x="2922429" y="1140508"/>
                  <a:pt x="2866260" y="1132283"/>
                </a:cubicBezTo>
                <a:cubicBezTo>
                  <a:pt x="2771049" y="1118489"/>
                  <a:pt x="2677107" y="1103380"/>
                  <a:pt x="2582173" y="1088979"/>
                </a:cubicBezTo>
                <a:cubicBezTo>
                  <a:pt x="2511090" y="1078352"/>
                  <a:pt x="2447356" y="1063086"/>
                  <a:pt x="2395406" y="1035945"/>
                </a:cubicBezTo>
                <a:cubicBezTo>
                  <a:pt x="2371411" y="1023508"/>
                  <a:pt x="2331675" y="1015582"/>
                  <a:pt x="2294751" y="1014618"/>
                </a:cubicBezTo>
                <a:cubicBezTo>
                  <a:pt x="2228580" y="1012920"/>
                  <a:pt x="2177384" y="998698"/>
                  <a:pt x="2122944" y="984751"/>
                </a:cubicBezTo>
                <a:cubicBezTo>
                  <a:pt x="2054121" y="967003"/>
                  <a:pt x="1981585" y="951294"/>
                  <a:pt x="1905504" y="941380"/>
                </a:cubicBezTo>
                <a:cubicBezTo>
                  <a:pt x="1830544" y="931682"/>
                  <a:pt x="1747929" y="932141"/>
                  <a:pt x="1671045" y="924228"/>
                </a:cubicBezTo>
                <a:cubicBezTo>
                  <a:pt x="1625936" y="919523"/>
                  <a:pt x="1585613" y="907528"/>
                  <a:pt x="1543856" y="898190"/>
                </a:cubicBezTo>
                <a:cubicBezTo>
                  <a:pt x="1502093" y="888855"/>
                  <a:pt x="1460606" y="878913"/>
                  <a:pt x="1419784" y="868500"/>
                </a:cubicBezTo>
                <a:cubicBezTo>
                  <a:pt x="1397486" y="862806"/>
                  <a:pt x="1378078" y="854435"/>
                  <a:pt x="1355116" y="849214"/>
                </a:cubicBezTo>
                <a:cubicBezTo>
                  <a:pt x="1311848" y="839527"/>
                  <a:pt x="1265353" y="832754"/>
                  <a:pt x="1223713" y="821702"/>
                </a:cubicBezTo>
                <a:cubicBezTo>
                  <a:pt x="1183577" y="811001"/>
                  <a:pt x="1138864" y="809072"/>
                  <a:pt x="1094193" y="804872"/>
                </a:cubicBezTo>
                <a:cubicBezTo>
                  <a:pt x="1060244" y="801784"/>
                  <a:pt x="1034230" y="787936"/>
                  <a:pt x="1001115" y="783030"/>
                </a:cubicBezTo>
                <a:cubicBezTo>
                  <a:pt x="953853" y="775990"/>
                  <a:pt x="916853" y="764276"/>
                  <a:pt x="879548" y="747884"/>
                </a:cubicBezTo>
                <a:cubicBezTo>
                  <a:pt x="837586" y="729513"/>
                  <a:pt x="770061" y="725929"/>
                  <a:pt x="711163" y="719039"/>
                </a:cubicBezTo>
                <a:cubicBezTo>
                  <a:pt x="661152" y="713146"/>
                  <a:pt x="604343" y="715774"/>
                  <a:pt x="557941" y="707101"/>
                </a:cubicBezTo>
                <a:cubicBezTo>
                  <a:pt x="525381" y="700984"/>
                  <a:pt x="499355" y="684493"/>
                  <a:pt x="480347" y="668702"/>
                </a:cubicBezTo>
                <a:cubicBezTo>
                  <a:pt x="437718" y="632865"/>
                  <a:pt x="370204" y="616630"/>
                  <a:pt x="296224" y="603583"/>
                </a:cubicBezTo>
                <a:cubicBezTo>
                  <a:pt x="220741" y="590184"/>
                  <a:pt x="148480" y="573869"/>
                  <a:pt x="72689" y="560892"/>
                </a:cubicBezTo>
                <a:lnTo>
                  <a:pt x="0" y="543486"/>
                </a:lnTo>
                <a:lnTo>
                  <a:pt x="0" y="384357"/>
                </a:lnTo>
                <a:lnTo>
                  <a:pt x="51784" y="393937"/>
                </a:lnTo>
                <a:cubicBezTo>
                  <a:pt x="104770" y="397707"/>
                  <a:pt x="153378" y="409086"/>
                  <a:pt x="205561" y="414859"/>
                </a:cubicBezTo>
                <a:cubicBezTo>
                  <a:pt x="254062" y="420400"/>
                  <a:pt x="305001" y="422574"/>
                  <a:pt x="354391" y="426667"/>
                </a:cubicBezTo>
                <a:cubicBezTo>
                  <a:pt x="386450" y="429269"/>
                  <a:pt x="420771" y="429847"/>
                  <a:pt x="448281" y="436308"/>
                </a:cubicBezTo>
                <a:cubicBezTo>
                  <a:pt x="499904" y="448391"/>
                  <a:pt x="551004" y="446576"/>
                  <a:pt x="611518" y="434166"/>
                </a:cubicBezTo>
                <a:cubicBezTo>
                  <a:pt x="654695" y="425361"/>
                  <a:pt x="702395" y="422710"/>
                  <a:pt x="746076" y="422520"/>
                </a:cubicBezTo>
                <a:cubicBezTo>
                  <a:pt x="798481" y="422218"/>
                  <a:pt x="848400" y="419817"/>
                  <a:pt x="902724" y="409989"/>
                </a:cubicBezTo>
                <a:cubicBezTo>
                  <a:pt x="977291" y="396518"/>
                  <a:pt x="1048428" y="397321"/>
                  <a:pt x="1113854" y="414230"/>
                </a:cubicBezTo>
                <a:cubicBezTo>
                  <a:pt x="1184155" y="432145"/>
                  <a:pt x="1258677" y="446437"/>
                  <a:pt x="1333449" y="459938"/>
                </a:cubicBezTo>
                <a:cubicBezTo>
                  <a:pt x="1354772" y="463883"/>
                  <a:pt x="1385284" y="463304"/>
                  <a:pt x="1408608" y="458278"/>
                </a:cubicBezTo>
                <a:cubicBezTo>
                  <a:pt x="1483492" y="441930"/>
                  <a:pt x="1561495" y="427025"/>
                  <a:pt x="1630191" y="403061"/>
                </a:cubicBezTo>
                <a:cubicBezTo>
                  <a:pt x="1735315" y="366348"/>
                  <a:pt x="1840887" y="337881"/>
                  <a:pt x="1956289" y="332366"/>
                </a:cubicBezTo>
                <a:cubicBezTo>
                  <a:pt x="1986669" y="330865"/>
                  <a:pt x="2019100" y="336056"/>
                  <a:pt x="2042814" y="344002"/>
                </a:cubicBezTo>
                <a:cubicBezTo>
                  <a:pt x="2085261" y="358150"/>
                  <a:pt x="2126350" y="370413"/>
                  <a:pt x="2183420" y="369635"/>
                </a:cubicBezTo>
                <a:cubicBezTo>
                  <a:pt x="2235035" y="368879"/>
                  <a:pt x="2279659" y="405942"/>
                  <a:pt x="2269566" y="439859"/>
                </a:cubicBezTo>
                <a:cubicBezTo>
                  <a:pt x="2258267" y="478101"/>
                  <a:pt x="2277762" y="504964"/>
                  <a:pt x="2331129" y="524163"/>
                </a:cubicBezTo>
                <a:cubicBezTo>
                  <a:pt x="2352980" y="531807"/>
                  <a:pt x="2364861" y="546162"/>
                  <a:pt x="2385112" y="555357"/>
                </a:cubicBezTo>
                <a:cubicBezTo>
                  <a:pt x="2401860" y="562976"/>
                  <a:pt x="2421927" y="570875"/>
                  <a:pt x="2444033" y="572629"/>
                </a:cubicBezTo>
                <a:cubicBezTo>
                  <a:pt x="2483469" y="575878"/>
                  <a:pt x="2509763" y="584022"/>
                  <a:pt x="2525979" y="603233"/>
                </a:cubicBezTo>
                <a:cubicBezTo>
                  <a:pt x="2549282" y="631254"/>
                  <a:pt x="2578520" y="657481"/>
                  <a:pt x="2603911" y="684825"/>
                </a:cubicBezTo>
                <a:cubicBezTo>
                  <a:pt x="2618910" y="700624"/>
                  <a:pt x="2643515" y="707120"/>
                  <a:pt x="2678828" y="706990"/>
                </a:cubicBezTo>
                <a:cubicBezTo>
                  <a:pt x="2699243" y="707100"/>
                  <a:pt x="2725615" y="705603"/>
                  <a:pt x="2738094" y="711376"/>
                </a:cubicBezTo>
                <a:cubicBezTo>
                  <a:pt x="2805960" y="742855"/>
                  <a:pt x="2895980" y="733032"/>
                  <a:pt x="2983806" y="728243"/>
                </a:cubicBezTo>
                <a:cubicBezTo>
                  <a:pt x="2993929" y="727744"/>
                  <a:pt x="3004007" y="726871"/>
                  <a:pt x="3013997" y="725446"/>
                </a:cubicBezTo>
                <a:cubicBezTo>
                  <a:pt x="3136002" y="707474"/>
                  <a:pt x="3250133" y="713470"/>
                  <a:pt x="3364419" y="720577"/>
                </a:cubicBezTo>
                <a:cubicBezTo>
                  <a:pt x="3394563" y="722507"/>
                  <a:pt x="3428050" y="719807"/>
                  <a:pt x="3460521" y="717628"/>
                </a:cubicBezTo>
                <a:cubicBezTo>
                  <a:pt x="3545330" y="712137"/>
                  <a:pt x="3633314" y="698262"/>
                  <a:pt x="3710982" y="714182"/>
                </a:cubicBezTo>
                <a:cubicBezTo>
                  <a:pt x="3772122" y="726607"/>
                  <a:pt x="3825029" y="745116"/>
                  <a:pt x="3850961" y="778802"/>
                </a:cubicBezTo>
                <a:cubicBezTo>
                  <a:pt x="3868395" y="801427"/>
                  <a:pt x="3898481" y="813185"/>
                  <a:pt x="3946286" y="816372"/>
                </a:cubicBezTo>
                <a:cubicBezTo>
                  <a:pt x="3987480" y="819179"/>
                  <a:pt x="4025130" y="827781"/>
                  <a:pt x="4065132" y="832459"/>
                </a:cubicBezTo>
                <a:cubicBezTo>
                  <a:pt x="4086246" y="834922"/>
                  <a:pt x="4110400" y="838274"/>
                  <a:pt x="4132173" y="835167"/>
                </a:cubicBezTo>
                <a:cubicBezTo>
                  <a:pt x="4190358" y="826865"/>
                  <a:pt x="4249453" y="817300"/>
                  <a:pt x="4305858" y="804156"/>
                </a:cubicBezTo>
                <a:cubicBezTo>
                  <a:pt x="4334041" y="797490"/>
                  <a:pt x="4360739" y="782919"/>
                  <a:pt x="4382131" y="769481"/>
                </a:cubicBezTo>
                <a:cubicBezTo>
                  <a:pt x="4404161" y="755388"/>
                  <a:pt x="4425552" y="747047"/>
                  <a:pt x="4453289" y="752531"/>
                </a:cubicBezTo>
                <a:cubicBezTo>
                  <a:pt x="4522267" y="766292"/>
                  <a:pt x="4590589" y="780524"/>
                  <a:pt x="4657971" y="795835"/>
                </a:cubicBezTo>
                <a:cubicBezTo>
                  <a:pt x="4669645" y="798513"/>
                  <a:pt x="4675987" y="807238"/>
                  <a:pt x="4682399" y="813876"/>
                </a:cubicBezTo>
                <a:cubicBezTo>
                  <a:pt x="4712325" y="844914"/>
                  <a:pt x="4739115" y="876968"/>
                  <a:pt x="4771814" y="907046"/>
                </a:cubicBezTo>
                <a:cubicBezTo>
                  <a:pt x="4783117" y="917329"/>
                  <a:pt x="4807945" y="922850"/>
                  <a:pt x="4827520" y="929876"/>
                </a:cubicBezTo>
                <a:cubicBezTo>
                  <a:pt x="4833681" y="932206"/>
                  <a:pt x="4845543" y="931081"/>
                  <a:pt x="4849942" y="933851"/>
                </a:cubicBezTo>
                <a:cubicBezTo>
                  <a:pt x="4888949" y="959631"/>
                  <a:pt x="4951287" y="954890"/>
                  <a:pt x="5009626" y="957896"/>
                </a:cubicBezTo>
                <a:cubicBezTo>
                  <a:pt x="5059523" y="960407"/>
                  <a:pt x="5111928" y="960104"/>
                  <a:pt x="5158711" y="963814"/>
                </a:cubicBezTo>
                <a:cubicBezTo>
                  <a:pt x="5231307" y="969696"/>
                  <a:pt x="5298173" y="973751"/>
                  <a:pt x="5376427" y="963151"/>
                </a:cubicBezTo>
                <a:cubicBezTo>
                  <a:pt x="5408579" y="958754"/>
                  <a:pt x="5448461" y="970245"/>
                  <a:pt x="5475787" y="980508"/>
                </a:cubicBezTo>
                <a:cubicBezTo>
                  <a:pt x="5528518" y="1000363"/>
                  <a:pt x="5584839" y="1001958"/>
                  <a:pt x="5653401" y="987268"/>
                </a:cubicBezTo>
                <a:cubicBezTo>
                  <a:pt x="5676008" y="982341"/>
                  <a:pt x="5702558" y="984595"/>
                  <a:pt x="5726340" y="985357"/>
                </a:cubicBezTo>
                <a:cubicBezTo>
                  <a:pt x="5748643" y="985952"/>
                  <a:pt x="5770110" y="988364"/>
                  <a:pt x="5790563" y="991300"/>
                </a:cubicBezTo>
                <a:cubicBezTo>
                  <a:pt x="5815128" y="994969"/>
                  <a:pt x="5845522" y="996110"/>
                  <a:pt x="5860260" y="1004958"/>
                </a:cubicBezTo>
                <a:cubicBezTo>
                  <a:pt x="5906803" y="1032493"/>
                  <a:pt x="5977069" y="1037385"/>
                  <a:pt x="6042101" y="1036226"/>
                </a:cubicBezTo>
                <a:cubicBezTo>
                  <a:pt x="6128232" y="1034888"/>
                  <a:pt x="6222269" y="1027704"/>
                  <a:pt x="6301998" y="989138"/>
                </a:cubicBezTo>
                <a:cubicBezTo>
                  <a:pt x="6349672" y="965909"/>
                  <a:pt x="6396952" y="955198"/>
                  <a:pt x="6452025" y="968489"/>
                </a:cubicBezTo>
                <a:cubicBezTo>
                  <a:pt x="6489401" y="977695"/>
                  <a:pt x="6558002" y="960731"/>
                  <a:pt x="6589205" y="939474"/>
                </a:cubicBezTo>
                <a:cubicBezTo>
                  <a:pt x="6600499" y="931821"/>
                  <a:pt x="6612148" y="924116"/>
                  <a:pt x="6631069" y="911222"/>
                </a:cubicBezTo>
                <a:cubicBezTo>
                  <a:pt x="6674305" y="951313"/>
                  <a:pt x="6752346" y="944332"/>
                  <a:pt x="6828274" y="942941"/>
                </a:cubicBezTo>
                <a:cubicBezTo>
                  <a:pt x="6874780" y="942157"/>
                  <a:pt x="6889173" y="963896"/>
                  <a:pt x="6900803" y="984140"/>
                </a:cubicBezTo>
                <a:cubicBezTo>
                  <a:pt x="6921316" y="1020676"/>
                  <a:pt x="6959796" y="1032557"/>
                  <a:pt x="7034668" y="1018665"/>
                </a:cubicBezTo>
                <a:cubicBezTo>
                  <a:pt x="7117337" y="1003282"/>
                  <a:pt x="7199637" y="985309"/>
                  <a:pt x="7281067" y="966327"/>
                </a:cubicBezTo>
                <a:cubicBezTo>
                  <a:pt x="7332521" y="954266"/>
                  <a:pt x="7378029" y="936255"/>
                  <a:pt x="7412780" y="909206"/>
                </a:cubicBezTo>
                <a:cubicBezTo>
                  <a:pt x="7446535" y="882864"/>
                  <a:pt x="7455445" y="884046"/>
                  <a:pt x="7500327" y="894826"/>
                </a:cubicBezTo>
                <a:cubicBezTo>
                  <a:pt x="7552743" y="907363"/>
                  <a:pt x="7606735" y="918164"/>
                  <a:pt x="7662324" y="927415"/>
                </a:cubicBezTo>
                <a:cubicBezTo>
                  <a:pt x="7679867" y="930387"/>
                  <a:pt x="7704114" y="926740"/>
                  <a:pt x="7725334" y="924844"/>
                </a:cubicBezTo>
                <a:cubicBezTo>
                  <a:pt x="7761320" y="921787"/>
                  <a:pt x="7798617" y="920242"/>
                  <a:pt x="7833279" y="913031"/>
                </a:cubicBezTo>
                <a:cubicBezTo>
                  <a:pt x="7866516" y="906023"/>
                  <a:pt x="7898634" y="893700"/>
                  <a:pt x="7928605" y="881683"/>
                </a:cubicBezTo>
                <a:cubicBezTo>
                  <a:pt x="8012311" y="848025"/>
                  <a:pt x="8088138" y="810205"/>
                  <a:pt x="8146597" y="762968"/>
                </a:cubicBezTo>
                <a:cubicBezTo>
                  <a:pt x="8154091" y="756800"/>
                  <a:pt x="8170249" y="752606"/>
                  <a:pt x="8183577" y="749005"/>
                </a:cubicBezTo>
                <a:cubicBezTo>
                  <a:pt x="8205312" y="743071"/>
                  <a:pt x="8227788" y="737222"/>
                  <a:pt x="8250224" y="733642"/>
                </a:cubicBezTo>
                <a:cubicBezTo>
                  <a:pt x="8359189" y="716209"/>
                  <a:pt x="8441164" y="678078"/>
                  <a:pt x="8505929" y="626542"/>
                </a:cubicBezTo>
                <a:cubicBezTo>
                  <a:pt x="8524585" y="611796"/>
                  <a:pt x="8540107" y="608259"/>
                  <a:pt x="8564194" y="618796"/>
                </a:cubicBezTo>
                <a:cubicBezTo>
                  <a:pt x="8592162" y="631043"/>
                  <a:pt x="8628032" y="619507"/>
                  <a:pt x="8660705" y="611069"/>
                </a:cubicBezTo>
                <a:cubicBezTo>
                  <a:pt x="8694442" y="602479"/>
                  <a:pt x="8728514" y="593651"/>
                  <a:pt x="8762255" y="585060"/>
                </a:cubicBezTo>
                <a:cubicBezTo>
                  <a:pt x="8787227" y="578855"/>
                  <a:pt x="8811899" y="573069"/>
                  <a:pt x="8836439" y="566358"/>
                </a:cubicBezTo>
                <a:cubicBezTo>
                  <a:pt x="8912856" y="545447"/>
                  <a:pt x="8983243" y="538425"/>
                  <a:pt x="9050728" y="559575"/>
                </a:cubicBezTo>
                <a:cubicBezTo>
                  <a:pt x="9102219" y="575830"/>
                  <a:pt x="9164950" y="573868"/>
                  <a:pt x="9229627" y="557464"/>
                </a:cubicBezTo>
                <a:cubicBezTo>
                  <a:pt x="9237706" y="555368"/>
                  <a:pt x="9247529" y="550190"/>
                  <a:pt x="9253451" y="550855"/>
                </a:cubicBezTo>
                <a:cubicBezTo>
                  <a:pt x="9342568" y="560232"/>
                  <a:pt x="9405310" y="512383"/>
                  <a:pt x="9484214" y="498671"/>
                </a:cubicBezTo>
                <a:cubicBezTo>
                  <a:pt x="9519035" y="492570"/>
                  <a:pt x="9552778" y="473783"/>
                  <a:pt x="9582633" y="458384"/>
                </a:cubicBezTo>
                <a:cubicBezTo>
                  <a:pt x="9623689" y="437231"/>
                  <a:pt x="9660183" y="417297"/>
                  <a:pt x="9719670" y="415607"/>
                </a:cubicBezTo>
                <a:cubicBezTo>
                  <a:pt x="9779189" y="414101"/>
                  <a:pt x="9830940" y="393878"/>
                  <a:pt x="9871784" y="366147"/>
                </a:cubicBezTo>
                <a:cubicBezTo>
                  <a:pt x="9903014" y="345075"/>
                  <a:pt x="9939570" y="338349"/>
                  <a:pt x="9984494" y="336660"/>
                </a:cubicBezTo>
                <a:cubicBezTo>
                  <a:pt x="10040642" y="334503"/>
                  <a:pt x="10098165" y="326674"/>
                  <a:pt x="10154708" y="322193"/>
                </a:cubicBezTo>
                <a:cubicBezTo>
                  <a:pt x="10166953" y="321201"/>
                  <a:pt x="10182669" y="321603"/>
                  <a:pt x="10190446" y="325025"/>
                </a:cubicBezTo>
                <a:cubicBezTo>
                  <a:pt x="10285769" y="367692"/>
                  <a:pt x="10408999" y="350677"/>
                  <a:pt x="10530736" y="335953"/>
                </a:cubicBezTo>
                <a:cubicBezTo>
                  <a:pt x="10604506" y="327127"/>
                  <a:pt x="10678397" y="316584"/>
                  <a:pt x="10752157" y="305117"/>
                </a:cubicBezTo>
                <a:cubicBezTo>
                  <a:pt x="10777120" y="301365"/>
                  <a:pt x="10803110" y="294636"/>
                  <a:pt x="10824452" y="285927"/>
                </a:cubicBezTo>
                <a:cubicBezTo>
                  <a:pt x="10868837" y="267698"/>
                  <a:pt x="10909147" y="246465"/>
                  <a:pt x="10953152" y="228102"/>
                </a:cubicBezTo>
                <a:cubicBezTo>
                  <a:pt x="10969622" y="221030"/>
                  <a:pt x="10991730" y="217688"/>
                  <a:pt x="11011614" y="214096"/>
                </a:cubicBezTo>
                <a:cubicBezTo>
                  <a:pt x="11046743" y="207573"/>
                  <a:pt x="11086641" y="206412"/>
                  <a:pt x="11116031" y="195421"/>
                </a:cubicBezTo>
                <a:cubicBezTo>
                  <a:pt x="11192467" y="166956"/>
                  <a:pt x="11266913" y="160299"/>
                  <a:pt x="11344303" y="166629"/>
                </a:cubicBezTo>
                <a:cubicBezTo>
                  <a:pt x="11452657" y="175527"/>
                  <a:pt x="11551626" y="159519"/>
                  <a:pt x="11639050" y="108526"/>
                </a:cubicBezTo>
                <a:cubicBezTo>
                  <a:pt x="11678385" y="85543"/>
                  <a:pt x="11720243" y="87879"/>
                  <a:pt x="11757532" y="96530"/>
                </a:cubicBezTo>
                <a:cubicBezTo>
                  <a:pt x="11800499" y="106640"/>
                  <a:pt x="11840704" y="105056"/>
                  <a:pt x="11885799" y="86728"/>
                </a:cubicBezTo>
                <a:cubicBezTo>
                  <a:pt x="11895784" y="82659"/>
                  <a:pt x="11910604" y="81867"/>
                  <a:pt x="11922874" y="81060"/>
                </a:cubicBezTo>
                <a:cubicBezTo>
                  <a:pt x="11992783" y="75806"/>
                  <a:pt x="12063500" y="73647"/>
                  <a:pt x="12115331" y="33587"/>
                </a:cubicBezTo>
                <a:cubicBezTo>
                  <a:pt x="12125500" y="25715"/>
                  <a:pt x="12143693" y="20477"/>
                  <a:pt x="12158080" y="14081"/>
                </a:cubicBez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534676D8-D37A-4610-BBFB-A1DC26D527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236061"/>
            <a:ext cx="12192000" cy="822960"/>
          </a:xfrm>
          <a:custGeom>
            <a:avLst/>
            <a:gdLst>
              <a:gd name="connsiteX0" fmla="*/ 12192000 w 12192000"/>
              <a:gd name="connsiteY0" fmla="*/ 0 h 1203824"/>
              <a:gd name="connsiteX1" fmla="*/ 12192000 w 12192000"/>
              <a:gd name="connsiteY1" fmla="*/ 463429 h 1203824"/>
              <a:gd name="connsiteX2" fmla="*/ 12190876 w 12192000"/>
              <a:gd name="connsiteY2" fmla="*/ 463512 h 1203824"/>
              <a:gd name="connsiteX3" fmla="*/ 12077245 w 12192000"/>
              <a:gd name="connsiteY3" fmla="*/ 476327 h 1203824"/>
              <a:gd name="connsiteX4" fmla="*/ 11984517 w 12192000"/>
              <a:gd name="connsiteY4" fmla="*/ 479927 h 1203824"/>
              <a:gd name="connsiteX5" fmla="*/ 11951600 w 12192000"/>
              <a:gd name="connsiteY5" fmla="*/ 478957 h 1203824"/>
              <a:gd name="connsiteX6" fmla="*/ 11690904 w 12192000"/>
              <a:gd name="connsiteY6" fmla="*/ 471970 h 1203824"/>
              <a:gd name="connsiteX7" fmla="*/ 11413965 w 12192000"/>
              <a:gd name="connsiteY7" fmla="*/ 476172 h 1203824"/>
              <a:gd name="connsiteX8" fmla="*/ 11240739 w 12192000"/>
              <a:gd name="connsiteY8" fmla="*/ 523169 h 1203824"/>
              <a:gd name="connsiteX9" fmla="*/ 11175005 w 12192000"/>
              <a:gd name="connsiteY9" fmla="*/ 532169 h 1203824"/>
              <a:gd name="connsiteX10" fmla="*/ 10873726 w 12192000"/>
              <a:gd name="connsiteY10" fmla="*/ 580253 h 1203824"/>
              <a:gd name="connsiteX11" fmla="*/ 10821306 w 12192000"/>
              <a:gd name="connsiteY11" fmla="*/ 593207 h 1203824"/>
              <a:gd name="connsiteX12" fmla="*/ 10530811 w 12192000"/>
              <a:gd name="connsiteY12" fmla="*/ 612184 h 1203824"/>
              <a:gd name="connsiteX13" fmla="*/ 10426049 w 12192000"/>
              <a:gd name="connsiteY13" fmla="*/ 623354 h 1203824"/>
              <a:gd name="connsiteX14" fmla="*/ 10329156 w 12192000"/>
              <a:gd name="connsiteY14" fmla="*/ 630948 h 1203824"/>
              <a:gd name="connsiteX15" fmla="*/ 10194727 w 12192000"/>
              <a:gd name="connsiteY15" fmla="*/ 648617 h 1203824"/>
              <a:gd name="connsiteX16" fmla="*/ 10055906 w 12192000"/>
              <a:gd name="connsiteY16" fmla="*/ 671256 h 1203824"/>
              <a:gd name="connsiteX17" fmla="*/ 9900551 w 12192000"/>
              <a:gd name="connsiteY17" fmla="*/ 692855 h 1203824"/>
              <a:gd name="connsiteX18" fmla="*/ 9838464 w 12192000"/>
              <a:gd name="connsiteY18" fmla="*/ 696804 h 1203824"/>
              <a:gd name="connsiteX19" fmla="*/ 9672957 w 12192000"/>
              <a:gd name="connsiteY19" fmla="*/ 723816 h 1203824"/>
              <a:gd name="connsiteX20" fmla="*/ 9585066 w 12192000"/>
              <a:gd name="connsiteY20" fmla="*/ 730692 h 1203824"/>
              <a:gd name="connsiteX21" fmla="*/ 9441407 w 12192000"/>
              <a:gd name="connsiteY21" fmla="*/ 750055 h 1203824"/>
              <a:gd name="connsiteX22" fmla="*/ 9394459 w 12192000"/>
              <a:gd name="connsiteY22" fmla="*/ 755431 h 1203824"/>
              <a:gd name="connsiteX23" fmla="*/ 9352590 w 12192000"/>
              <a:gd name="connsiteY23" fmla="*/ 760650 h 1203824"/>
              <a:gd name="connsiteX24" fmla="*/ 9211614 w 12192000"/>
              <a:gd name="connsiteY24" fmla="*/ 796248 h 1203824"/>
              <a:gd name="connsiteX25" fmla="*/ 9084667 w 12192000"/>
              <a:gd name="connsiteY25" fmla="*/ 815303 h 1203824"/>
              <a:gd name="connsiteX26" fmla="*/ 8863666 w 12192000"/>
              <a:gd name="connsiteY26" fmla="*/ 859298 h 1203824"/>
              <a:gd name="connsiteX27" fmla="*/ 8813796 w 12192000"/>
              <a:gd name="connsiteY27" fmla="*/ 862070 h 1203824"/>
              <a:gd name="connsiteX28" fmla="*/ 8659351 w 12192000"/>
              <a:gd name="connsiteY28" fmla="*/ 882406 h 1203824"/>
              <a:gd name="connsiteX29" fmla="*/ 8571352 w 12192000"/>
              <a:gd name="connsiteY29" fmla="*/ 893639 h 1203824"/>
              <a:gd name="connsiteX30" fmla="*/ 8464106 w 12192000"/>
              <a:gd name="connsiteY30" fmla="*/ 918004 h 1203824"/>
              <a:gd name="connsiteX31" fmla="*/ 8278324 w 12192000"/>
              <a:gd name="connsiteY31" fmla="*/ 963769 h 1203824"/>
              <a:gd name="connsiteX32" fmla="*/ 8229128 w 12192000"/>
              <a:gd name="connsiteY32" fmla="*/ 973810 h 1203824"/>
              <a:gd name="connsiteX33" fmla="*/ 8139751 w 12192000"/>
              <a:gd name="connsiteY33" fmla="*/ 995815 h 1203824"/>
              <a:gd name="connsiteX34" fmla="*/ 8123571 w 12192000"/>
              <a:gd name="connsiteY34" fmla="*/ 999822 h 1203824"/>
              <a:gd name="connsiteX35" fmla="*/ 7988699 w 12192000"/>
              <a:gd name="connsiteY35" fmla="*/ 1042479 h 1203824"/>
              <a:gd name="connsiteX36" fmla="*/ 7917214 w 12192000"/>
              <a:gd name="connsiteY36" fmla="*/ 1054565 h 1203824"/>
              <a:gd name="connsiteX37" fmla="*/ 7710915 w 12192000"/>
              <a:gd name="connsiteY37" fmla="*/ 1084190 h 1203824"/>
              <a:gd name="connsiteX38" fmla="*/ 7622959 w 12192000"/>
              <a:gd name="connsiteY38" fmla="*/ 1093150 h 1203824"/>
              <a:gd name="connsiteX39" fmla="*/ 7410782 w 12192000"/>
              <a:gd name="connsiteY39" fmla="*/ 1109640 h 1203824"/>
              <a:gd name="connsiteX40" fmla="*/ 7277754 w 12192000"/>
              <a:gd name="connsiteY40" fmla="*/ 1121822 h 1203824"/>
              <a:gd name="connsiteX41" fmla="*/ 7124540 w 12192000"/>
              <a:gd name="connsiteY41" fmla="*/ 1132918 h 1203824"/>
              <a:gd name="connsiteX42" fmla="*/ 6949752 w 12192000"/>
              <a:gd name="connsiteY42" fmla="*/ 1151058 h 1203824"/>
              <a:gd name="connsiteX43" fmla="*/ 6630249 w 12192000"/>
              <a:gd name="connsiteY43" fmla="*/ 1176063 h 1203824"/>
              <a:gd name="connsiteX44" fmla="*/ 6320634 w 12192000"/>
              <a:gd name="connsiteY44" fmla="*/ 1198901 h 1203824"/>
              <a:gd name="connsiteX45" fmla="*/ 6192343 w 12192000"/>
              <a:gd name="connsiteY45" fmla="*/ 1198323 h 1203824"/>
              <a:gd name="connsiteX46" fmla="*/ 5966562 w 12192000"/>
              <a:gd name="connsiteY46" fmla="*/ 1203723 h 1203824"/>
              <a:gd name="connsiteX47" fmla="*/ 5867227 w 12192000"/>
              <a:gd name="connsiteY47" fmla="*/ 1201847 h 1203824"/>
              <a:gd name="connsiteX48" fmla="*/ 5630172 w 12192000"/>
              <a:gd name="connsiteY48" fmla="*/ 1202248 h 1203824"/>
              <a:gd name="connsiteX49" fmla="*/ 5348949 w 12192000"/>
              <a:gd name="connsiteY49" fmla="*/ 1191768 h 1203824"/>
              <a:gd name="connsiteX50" fmla="*/ 5241228 w 12192000"/>
              <a:gd name="connsiteY50" fmla="*/ 1192408 h 1203824"/>
              <a:gd name="connsiteX51" fmla="*/ 4971133 w 12192000"/>
              <a:gd name="connsiteY51" fmla="*/ 1193559 h 1203824"/>
              <a:gd name="connsiteX52" fmla="*/ 4869416 w 12192000"/>
              <a:gd name="connsiteY52" fmla="*/ 1200519 h 1203824"/>
              <a:gd name="connsiteX53" fmla="*/ 4753274 w 12192000"/>
              <a:gd name="connsiteY53" fmla="*/ 1200850 h 1203824"/>
              <a:gd name="connsiteX54" fmla="*/ 4611883 w 12192000"/>
              <a:gd name="connsiteY54" fmla="*/ 1192701 h 1203824"/>
              <a:gd name="connsiteX55" fmla="*/ 4376825 w 12192000"/>
              <a:gd name="connsiteY55" fmla="*/ 1184131 h 1203824"/>
              <a:gd name="connsiteX56" fmla="*/ 4285471 w 12192000"/>
              <a:gd name="connsiteY56" fmla="*/ 1187158 h 1203824"/>
              <a:gd name="connsiteX57" fmla="*/ 3866543 w 12192000"/>
              <a:gd name="connsiteY57" fmla="*/ 1181596 h 1203824"/>
              <a:gd name="connsiteX58" fmla="*/ 3651342 w 12192000"/>
              <a:gd name="connsiteY58" fmla="*/ 1174348 h 1203824"/>
              <a:gd name="connsiteX59" fmla="*/ 3518453 w 12192000"/>
              <a:gd name="connsiteY59" fmla="*/ 1177258 h 1203824"/>
              <a:gd name="connsiteX60" fmla="*/ 3400818 w 12192000"/>
              <a:gd name="connsiteY60" fmla="*/ 1169685 h 1203824"/>
              <a:gd name="connsiteX61" fmla="*/ 3037154 w 12192000"/>
              <a:gd name="connsiteY61" fmla="*/ 1153217 h 1203824"/>
              <a:gd name="connsiteX62" fmla="*/ 2866260 w 12192000"/>
              <a:gd name="connsiteY62" fmla="*/ 1132283 h 1203824"/>
              <a:gd name="connsiteX63" fmla="*/ 2582173 w 12192000"/>
              <a:gd name="connsiteY63" fmla="*/ 1088979 h 1203824"/>
              <a:gd name="connsiteX64" fmla="*/ 2395406 w 12192000"/>
              <a:gd name="connsiteY64" fmla="*/ 1035945 h 1203824"/>
              <a:gd name="connsiteX65" fmla="*/ 2294751 w 12192000"/>
              <a:gd name="connsiteY65" fmla="*/ 1014618 h 1203824"/>
              <a:gd name="connsiteX66" fmla="*/ 2122944 w 12192000"/>
              <a:gd name="connsiteY66" fmla="*/ 984751 h 1203824"/>
              <a:gd name="connsiteX67" fmla="*/ 1905504 w 12192000"/>
              <a:gd name="connsiteY67" fmla="*/ 941380 h 1203824"/>
              <a:gd name="connsiteX68" fmla="*/ 1671045 w 12192000"/>
              <a:gd name="connsiteY68" fmla="*/ 924228 h 1203824"/>
              <a:gd name="connsiteX69" fmla="*/ 1543856 w 12192000"/>
              <a:gd name="connsiteY69" fmla="*/ 898190 h 1203824"/>
              <a:gd name="connsiteX70" fmla="*/ 1419784 w 12192000"/>
              <a:gd name="connsiteY70" fmla="*/ 868500 h 1203824"/>
              <a:gd name="connsiteX71" fmla="*/ 1355116 w 12192000"/>
              <a:gd name="connsiteY71" fmla="*/ 849214 h 1203824"/>
              <a:gd name="connsiteX72" fmla="*/ 1223713 w 12192000"/>
              <a:gd name="connsiteY72" fmla="*/ 821702 h 1203824"/>
              <a:gd name="connsiteX73" fmla="*/ 1094193 w 12192000"/>
              <a:gd name="connsiteY73" fmla="*/ 804872 h 1203824"/>
              <a:gd name="connsiteX74" fmla="*/ 1001115 w 12192000"/>
              <a:gd name="connsiteY74" fmla="*/ 783030 h 1203824"/>
              <a:gd name="connsiteX75" fmla="*/ 879548 w 12192000"/>
              <a:gd name="connsiteY75" fmla="*/ 747884 h 1203824"/>
              <a:gd name="connsiteX76" fmla="*/ 711163 w 12192000"/>
              <a:gd name="connsiteY76" fmla="*/ 719039 h 1203824"/>
              <a:gd name="connsiteX77" fmla="*/ 557941 w 12192000"/>
              <a:gd name="connsiteY77" fmla="*/ 707101 h 1203824"/>
              <a:gd name="connsiteX78" fmla="*/ 480347 w 12192000"/>
              <a:gd name="connsiteY78" fmla="*/ 668702 h 1203824"/>
              <a:gd name="connsiteX79" fmla="*/ 296224 w 12192000"/>
              <a:gd name="connsiteY79" fmla="*/ 603583 h 1203824"/>
              <a:gd name="connsiteX80" fmla="*/ 72689 w 12192000"/>
              <a:gd name="connsiteY80" fmla="*/ 560892 h 1203824"/>
              <a:gd name="connsiteX81" fmla="*/ 0 w 12192000"/>
              <a:gd name="connsiteY81" fmla="*/ 543486 h 1203824"/>
              <a:gd name="connsiteX82" fmla="*/ 0 w 12192000"/>
              <a:gd name="connsiteY82" fmla="*/ 384357 h 1203824"/>
              <a:gd name="connsiteX83" fmla="*/ 51784 w 12192000"/>
              <a:gd name="connsiteY83" fmla="*/ 393937 h 1203824"/>
              <a:gd name="connsiteX84" fmla="*/ 205561 w 12192000"/>
              <a:gd name="connsiteY84" fmla="*/ 414859 h 1203824"/>
              <a:gd name="connsiteX85" fmla="*/ 354391 w 12192000"/>
              <a:gd name="connsiteY85" fmla="*/ 426667 h 1203824"/>
              <a:gd name="connsiteX86" fmla="*/ 448281 w 12192000"/>
              <a:gd name="connsiteY86" fmla="*/ 436308 h 1203824"/>
              <a:gd name="connsiteX87" fmla="*/ 611518 w 12192000"/>
              <a:gd name="connsiteY87" fmla="*/ 434166 h 1203824"/>
              <a:gd name="connsiteX88" fmla="*/ 746076 w 12192000"/>
              <a:gd name="connsiteY88" fmla="*/ 422520 h 1203824"/>
              <a:gd name="connsiteX89" fmla="*/ 902724 w 12192000"/>
              <a:gd name="connsiteY89" fmla="*/ 409989 h 1203824"/>
              <a:gd name="connsiteX90" fmla="*/ 1113854 w 12192000"/>
              <a:gd name="connsiteY90" fmla="*/ 414230 h 1203824"/>
              <a:gd name="connsiteX91" fmla="*/ 1333449 w 12192000"/>
              <a:gd name="connsiteY91" fmla="*/ 459938 h 1203824"/>
              <a:gd name="connsiteX92" fmla="*/ 1408608 w 12192000"/>
              <a:gd name="connsiteY92" fmla="*/ 458278 h 1203824"/>
              <a:gd name="connsiteX93" fmla="*/ 1630191 w 12192000"/>
              <a:gd name="connsiteY93" fmla="*/ 403061 h 1203824"/>
              <a:gd name="connsiteX94" fmla="*/ 1956289 w 12192000"/>
              <a:gd name="connsiteY94" fmla="*/ 332366 h 1203824"/>
              <a:gd name="connsiteX95" fmla="*/ 2042814 w 12192000"/>
              <a:gd name="connsiteY95" fmla="*/ 344002 h 1203824"/>
              <a:gd name="connsiteX96" fmla="*/ 2183420 w 12192000"/>
              <a:gd name="connsiteY96" fmla="*/ 369635 h 1203824"/>
              <a:gd name="connsiteX97" fmla="*/ 2269566 w 12192000"/>
              <a:gd name="connsiteY97" fmla="*/ 439859 h 1203824"/>
              <a:gd name="connsiteX98" fmla="*/ 2331129 w 12192000"/>
              <a:gd name="connsiteY98" fmla="*/ 524163 h 1203824"/>
              <a:gd name="connsiteX99" fmla="*/ 2385112 w 12192000"/>
              <a:gd name="connsiteY99" fmla="*/ 555357 h 1203824"/>
              <a:gd name="connsiteX100" fmla="*/ 2444033 w 12192000"/>
              <a:gd name="connsiteY100" fmla="*/ 572629 h 1203824"/>
              <a:gd name="connsiteX101" fmla="*/ 2525979 w 12192000"/>
              <a:gd name="connsiteY101" fmla="*/ 603233 h 1203824"/>
              <a:gd name="connsiteX102" fmla="*/ 2603911 w 12192000"/>
              <a:gd name="connsiteY102" fmla="*/ 684825 h 1203824"/>
              <a:gd name="connsiteX103" fmla="*/ 2678828 w 12192000"/>
              <a:gd name="connsiteY103" fmla="*/ 706990 h 1203824"/>
              <a:gd name="connsiteX104" fmla="*/ 2738094 w 12192000"/>
              <a:gd name="connsiteY104" fmla="*/ 711376 h 1203824"/>
              <a:gd name="connsiteX105" fmla="*/ 2983806 w 12192000"/>
              <a:gd name="connsiteY105" fmla="*/ 728243 h 1203824"/>
              <a:gd name="connsiteX106" fmla="*/ 3013997 w 12192000"/>
              <a:gd name="connsiteY106" fmla="*/ 725446 h 1203824"/>
              <a:gd name="connsiteX107" fmla="*/ 3364419 w 12192000"/>
              <a:gd name="connsiteY107" fmla="*/ 720577 h 1203824"/>
              <a:gd name="connsiteX108" fmla="*/ 3460521 w 12192000"/>
              <a:gd name="connsiteY108" fmla="*/ 717628 h 1203824"/>
              <a:gd name="connsiteX109" fmla="*/ 3710982 w 12192000"/>
              <a:gd name="connsiteY109" fmla="*/ 714182 h 1203824"/>
              <a:gd name="connsiteX110" fmla="*/ 3850961 w 12192000"/>
              <a:gd name="connsiteY110" fmla="*/ 778802 h 1203824"/>
              <a:gd name="connsiteX111" fmla="*/ 3946286 w 12192000"/>
              <a:gd name="connsiteY111" fmla="*/ 816372 h 1203824"/>
              <a:gd name="connsiteX112" fmla="*/ 4065132 w 12192000"/>
              <a:gd name="connsiteY112" fmla="*/ 832459 h 1203824"/>
              <a:gd name="connsiteX113" fmla="*/ 4132173 w 12192000"/>
              <a:gd name="connsiteY113" fmla="*/ 835167 h 1203824"/>
              <a:gd name="connsiteX114" fmla="*/ 4305858 w 12192000"/>
              <a:gd name="connsiteY114" fmla="*/ 804156 h 1203824"/>
              <a:gd name="connsiteX115" fmla="*/ 4382131 w 12192000"/>
              <a:gd name="connsiteY115" fmla="*/ 769481 h 1203824"/>
              <a:gd name="connsiteX116" fmla="*/ 4453289 w 12192000"/>
              <a:gd name="connsiteY116" fmla="*/ 752531 h 1203824"/>
              <a:gd name="connsiteX117" fmla="*/ 4657971 w 12192000"/>
              <a:gd name="connsiteY117" fmla="*/ 795835 h 1203824"/>
              <a:gd name="connsiteX118" fmla="*/ 4682399 w 12192000"/>
              <a:gd name="connsiteY118" fmla="*/ 813876 h 1203824"/>
              <a:gd name="connsiteX119" fmla="*/ 4771814 w 12192000"/>
              <a:gd name="connsiteY119" fmla="*/ 907046 h 1203824"/>
              <a:gd name="connsiteX120" fmla="*/ 4827520 w 12192000"/>
              <a:gd name="connsiteY120" fmla="*/ 929876 h 1203824"/>
              <a:gd name="connsiteX121" fmla="*/ 4849942 w 12192000"/>
              <a:gd name="connsiteY121" fmla="*/ 933851 h 1203824"/>
              <a:gd name="connsiteX122" fmla="*/ 5009626 w 12192000"/>
              <a:gd name="connsiteY122" fmla="*/ 957896 h 1203824"/>
              <a:gd name="connsiteX123" fmla="*/ 5158711 w 12192000"/>
              <a:gd name="connsiteY123" fmla="*/ 963814 h 1203824"/>
              <a:gd name="connsiteX124" fmla="*/ 5376427 w 12192000"/>
              <a:gd name="connsiteY124" fmla="*/ 963151 h 1203824"/>
              <a:gd name="connsiteX125" fmla="*/ 5475787 w 12192000"/>
              <a:gd name="connsiteY125" fmla="*/ 980508 h 1203824"/>
              <a:gd name="connsiteX126" fmla="*/ 5653401 w 12192000"/>
              <a:gd name="connsiteY126" fmla="*/ 987268 h 1203824"/>
              <a:gd name="connsiteX127" fmla="*/ 5726340 w 12192000"/>
              <a:gd name="connsiteY127" fmla="*/ 985357 h 1203824"/>
              <a:gd name="connsiteX128" fmla="*/ 5790563 w 12192000"/>
              <a:gd name="connsiteY128" fmla="*/ 991300 h 1203824"/>
              <a:gd name="connsiteX129" fmla="*/ 5860260 w 12192000"/>
              <a:gd name="connsiteY129" fmla="*/ 1004958 h 1203824"/>
              <a:gd name="connsiteX130" fmla="*/ 6042101 w 12192000"/>
              <a:gd name="connsiteY130" fmla="*/ 1036226 h 1203824"/>
              <a:gd name="connsiteX131" fmla="*/ 6301998 w 12192000"/>
              <a:gd name="connsiteY131" fmla="*/ 989138 h 1203824"/>
              <a:gd name="connsiteX132" fmla="*/ 6452025 w 12192000"/>
              <a:gd name="connsiteY132" fmla="*/ 968489 h 1203824"/>
              <a:gd name="connsiteX133" fmla="*/ 6589205 w 12192000"/>
              <a:gd name="connsiteY133" fmla="*/ 939474 h 1203824"/>
              <a:gd name="connsiteX134" fmla="*/ 6631069 w 12192000"/>
              <a:gd name="connsiteY134" fmla="*/ 911222 h 1203824"/>
              <a:gd name="connsiteX135" fmla="*/ 6828274 w 12192000"/>
              <a:gd name="connsiteY135" fmla="*/ 942941 h 1203824"/>
              <a:gd name="connsiteX136" fmla="*/ 6900803 w 12192000"/>
              <a:gd name="connsiteY136" fmla="*/ 984140 h 1203824"/>
              <a:gd name="connsiteX137" fmla="*/ 7034668 w 12192000"/>
              <a:gd name="connsiteY137" fmla="*/ 1018665 h 1203824"/>
              <a:gd name="connsiteX138" fmla="*/ 7281067 w 12192000"/>
              <a:gd name="connsiteY138" fmla="*/ 966327 h 1203824"/>
              <a:gd name="connsiteX139" fmla="*/ 7412780 w 12192000"/>
              <a:gd name="connsiteY139" fmla="*/ 909206 h 1203824"/>
              <a:gd name="connsiteX140" fmla="*/ 7500327 w 12192000"/>
              <a:gd name="connsiteY140" fmla="*/ 894826 h 1203824"/>
              <a:gd name="connsiteX141" fmla="*/ 7662324 w 12192000"/>
              <a:gd name="connsiteY141" fmla="*/ 927415 h 1203824"/>
              <a:gd name="connsiteX142" fmla="*/ 7725334 w 12192000"/>
              <a:gd name="connsiteY142" fmla="*/ 924844 h 1203824"/>
              <a:gd name="connsiteX143" fmla="*/ 7833279 w 12192000"/>
              <a:gd name="connsiteY143" fmla="*/ 913031 h 1203824"/>
              <a:gd name="connsiteX144" fmla="*/ 7928605 w 12192000"/>
              <a:gd name="connsiteY144" fmla="*/ 881683 h 1203824"/>
              <a:gd name="connsiteX145" fmla="*/ 8146597 w 12192000"/>
              <a:gd name="connsiteY145" fmla="*/ 762968 h 1203824"/>
              <a:gd name="connsiteX146" fmla="*/ 8183577 w 12192000"/>
              <a:gd name="connsiteY146" fmla="*/ 749005 h 1203824"/>
              <a:gd name="connsiteX147" fmla="*/ 8250224 w 12192000"/>
              <a:gd name="connsiteY147" fmla="*/ 733642 h 1203824"/>
              <a:gd name="connsiteX148" fmla="*/ 8505929 w 12192000"/>
              <a:gd name="connsiteY148" fmla="*/ 626542 h 1203824"/>
              <a:gd name="connsiteX149" fmla="*/ 8564194 w 12192000"/>
              <a:gd name="connsiteY149" fmla="*/ 618796 h 1203824"/>
              <a:gd name="connsiteX150" fmla="*/ 8660705 w 12192000"/>
              <a:gd name="connsiteY150" fmla="*/ 611069 h 1203824"/>
              <a:gd name="connsiteX151" fmla="*/ 8762255 w 12192000"/>
              <a:gd name="connsiteY151" fmla="*/ 585060 h 1203824"/>
              <a:gd name="connsiteX152" fmla="*/ 8836439 w 12192000"/>
              <a:gd name="connsiteY152" fmla="*/ 566358 h 1203824"/>
              <a:gd name="connsiteX153" fmla="*/ 9050728 w 12192000"/>
              <a:gd name="connsiteY153" fmla="*/ 559575 h 1203824"/>
              <a:gd name="connsiteX154" fmla="*/ 9229627 w 12192000"/>
              <a:gd name="connsiteY154" fmla="*/ 557464 h 1203824"/>
              <a:gd name="connsiteX155" fmla="*/ 9253451 w 12192000"/>
              <a:gd name="connsiteY155" fmla="*/ 550855 h 1203824"/>
              <a:gd name="connsiteX156" fmla="*/ 9484214 w 12192000"/>
              <a:gd name="connsiteY156" fmla="*/ 498671 h 1203824"/>
              <a:gd name="connsiteX157" fmla="*/ 9582633 w 12192000"/>
              <a:gd name="connsiteY157" fmla="*/ 458384 h 1203824"/>
              <a:gd name="connsiteX158" fmla="*/ 9719670 w 12192000"/>
              <a:gd name="connsiteY158" fmla="*/ 415607 h 1203824"/>
              <a:gd name="connsiteX159" fmla="*/ 9871784 w 12192000"/>
              <a:gd name="connsiteY159" fmla="*/ 366147 h 1203824"/>
              <a:gd name="connsiteX160" fmla="*/ 9984494 w 12192000"/>
              <a:gd name="connsiteY160" fmla="*/ 336660 h 1203824"/>
              <a:gd name="connsiteX161" fmla="*/ 10154708 w 12192000"/>
              <a:gd name="connsiteY161" fmla="*/ 322193 h 1203824"/>
              <a:gd name="connsiteX162" fmla="*/ 10190446 w 12192000"/>
              <a:gd name="connsiteY162" fmla="*/ 325025 h 1203824"/>
              <a:gd name="connsiteX163" fmla="*/ 10530736 w 12192000"/>
              <a:gd name="connsiteY163" fmla="*/ 335953 h 1203824"/>
              <a:gd name="connsiteX164" fmla="*/ 10752157 w 12192000"/>
              <a:gd name="connsiteY164" fmla="*/ 305117 h 1203824"/>
              <a:gd name="connsiteX165" fmla="*/ 10824452 w 12192000"/>
              <a:gd name="connsiteY165" fmla="*/ 285927 h 1203824"/>
              <a:gd name="connsiteX166" fmla="*/ 10953152 w 12192000"/>
              <a:gd name="connsiteY166" fmla="*/ 228102 h 1203824"/>
              <a:gd name="connsiteX167" fmla="*/ 11011614 w 12192000"/>
              <a:gd name="connsiteY167" fmla="*/ 214096 h 1203824"/>
              <a:gd name="connsiteX168" fmla="*/ 11116031 w 12192000"/>
              <a:gd name="connsiteY168" fmla="*/ 195421 h 1203824"/>
              <a:gd name="connsiteX169" fmla="*/ 11344303 w 12192000"/>
              <a:gd name="connsiteY169" fmla="*/ 166629 h 1203824"/>
              <a:gd name="connsiteX170" fmla="*/ 11639050 w 12192000"/>
              <a:gd name="connsiteY170" fmla="*/ 108526 h 1203824"/>
              <a:gd name="connsiteX171" fmla="*/ 11757532 w 12192000"/>
              <a:gd name="connsiteY171" fmla="*/ 96530 h 1203824"/>
              <a:gd name="connsiteX172" fmla="*/ 11885799 w 12192000"/>
              <a:gd name="connsiteY172" fmla="*/ 86728 h 1203824"/>
              <a:gd name="connsiteX173" fmla="*/ 11922874 w 12192000"/>
              <a:gd name="connsiteY173" fmla="*/ 81060 h 1203824"/>
              <a:gd name="connsiteX174" fmla="*/ 12115331 w 12192000"/>
              <a:gd name="connsiteY174" fmla="*/ 33587 h 1203824"/>
              <a:gd name="connsiteX175" fmla="*/ 12158080 w 12192000"/>
              <a:gd name="connsiteY175" fmla="*/ 14081 h 120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1203824">
                <a:moveTo>
                  <a:pt x="12192000" y="0"/>
                </a:moveTo>
                <a:lnTo>
                  <a:pt x="12192000" y="463429"/>
                </a:lnTo>
                <a:lnTo>
                  <a:pt x="12190876" y="463512"/>
                </a:lnTo>
                <a:cubicBezTo>
                  <a:pt x="12153133" y="467010"/>
                  <a:pt x="12115042" y="473200"/>
                  <a:pt x="12077245" y="476327"/>
                </a:cubicBezTo>
                <a:cubicBezTo>
                  <a:pt x="12046307" y="479040"/>
                  <a:pt x="12015359" y="479114"/>
                  <a:pt x="11984517" y="479927"/>
                </a:cubicBezTo>
                <a:cubicBezTo>
                  <a:pt x="11973265" y="480210"/>
                  <a:pt x="11961485" y="476792"/>
                  <a:pt x="11951600" y="478957"/>
                </a:cubicBezTo>
                <a:cubicBezTo>
                  <a:pt x="11853497" y="501074"/>
                  <a:pt x="11777036" y="475730"/>
                  <a:pt x="11690904" y="471970"/>
                </a:cubicBezTo>
                <a:cubicBezTo>
                  <a:pt x="11600358" y="467893"/>
                  <a:pt x="11511400" y="454530"/>
                  <a:pt x="11413965" y="476172"/>
                </a:cubicBezTo>
                <a:cubicBezTo>
                  <a:pt x="11355010" y="489304"/>
                  <a:pt x="11299073" y="508237"/>
                  <a:pt x="11240739" y="523169"/>
                </a:cubicBezTo>
                <a:cubicBezTo>
                  <a:pt x="11219994" y="528395"/>
                  <a:pt x="11196384" y="531385"/>
                  <a:pt x="11175005" y="532169"/>
                </a:cubicBezTo>
                <a:cubicBezTo>
                  <a:pt x="11071819" y="536506"/>
                  <a:pt x="10971303" y="549336"/>
                  <a:pt x="10873726" y="580253"/>
                </a:cubicBezTo>
                <a:cubicBezTo>
                  <a:pt x="10856992" y="585473"/>
                  <a:pt x="10839156" y="590660"/>
                  <a:pt x="10821306" y="593207"/>
                </a:cubicBezTo>
                <a:cubicBezTo>
                  <a:pt x="10723500" y="607162"/>
                  <a:pt x="10626924" y="616976"/>
                  <a:pt x="10530811" y="612184"/>
                </a:cubicBezTo>
                <a:cubicBezTo>
                  <a:pt x="10498527" y="610559"/>
                  <a:pt x="10460885" y="619895"/>
                  <a:pt x="10426049" y="623354"/>
                </a:cubicBezTo>
                <a:cubicBezTo>
                  <a:pt x="10393740" y="626644"/>
                  <a:pt x="10360820" y="630774"/>
                  <a:pt x="10329156" y="630948"/>
                </a:cubicBezTo>
                <a:cubicBezTo>
                  <a:pt x="10282924" y="631125"/>
                  <a:pt x="10240698" y="636395"/>
                  <a:pt x="10194727" y="648617"/>
                </a:cubicBezTo>
                <a:cubicBezTo>
                  <a:pt x="10150847" y="660165"/>
                  <a:pt x="10102287" y="664450"/>
                  <a:pt x="10055906" y="671256"/>
                </a:cubicBezTo>
                <a:cubicBezTo>
                  <a:pt x="10004174" y="678826"/>
                  <a:pt x="9952442" y="686395"/>
                  <a:pt x="9900551" y="692855"/>
                </a:cubicBezTo>
                <a:cubicBezTo>
                  <a:pt x="9879793" y="695439"/>
                  <a:pt x="9855180" y="691398"/>
                  <a:pt x="9838464" y="696804"/>
                </a:cubicBezTo>
                <a:cubicBezTo>
                  <a:pt x="9784563" y="714690"/>
                  <a:pt x="9727517" y="710557"/>
                  <a:pt x="9672957" y="723816"/>
                </a:cubicBezTo>
                <a:cubicBezTo>
                  <a:pt x="9646220" y="730464"/>
                  <a:pt x="9614440" y="727257"/>
                  <a:pt x="9585066" y="730692"/>
                </a:cubicBezTo>
                <a:cubicBezTo>
                  <a:pt x="9537047" y="736221"/>
                  <a:pt x="9489294" y="743601"/>
                  <a:pt x="9441407" y="750055"/>
                </a:cubicBezTo>
                <a:cubicBezTo>
                  <a:pt x="9425674" y="752111"/>
                  <a:pt x="9410218" y="753561"/>
                  <a:pt x="9394459" y="755431"/>
                </a:cubicBezTo>
                <a:cubicBezTo>
                  <a:pt x="9380484" y="757048"/>
                  <a:pt x="9365611" y="757472"/>
                  <a:pt x="9352590" y="760650"/>
                </a:cubicBezTo>
                <a:cubicBezTo>
                  <a:pt x="9305415" y="772102"/>
                  <a:pt x="9259379" y="786411"/>
                  <a:pt x="9211614" y="796248"/>
                </a:cubicBezTo>
                <a:cubicBezTo>
                  <a:pt x="9170220" y="804796"/>
                  <a:pt x="9126523" y="807444"/>
                  <a:pt x="9084667" y="815303"/>
                </a:cubicBezTo>
                <a:cubicBezTo>
                  <a:pt x="9010868" y="829042"/>
                  <a:pt x="8937412" y="845188"/>
                  <a:pt x="8863666" y="859298"/>
                </a:cubicBezTo>
                <a:cubicBezTo>
                  <a:pt x="8847706" y="862330"/>
                  <a:pt x="8830271" y="860096"/>
                  <a:pt x="8813796" y="862070"/>
                </a:cubicBezTo>
                <a:cubicBezTo>
                  <a:pt x="8762262" y="868479"/>
                  <a:pt x="8710833" y="875626"/>
                  <a:pt x="8659351" y="882406"/>
                </a:cubicBezTo>
                <a:cubicBezTo>
                  <a:pt x="8630055" y="886396"/>
                  <a:pt x="8600505" y="891179"/>
                  <a:pt x="8571352" y="893639"/>
                </a:cubicBezTo>
                <a:cubicBezTo>
                  <a:pt x="8532843" y="896868"/>
                  <a:pt x="8497743" y="898476"/>
                  <a:pt x="8464106" y="918004"/>
                </a:cubicBezTo>
                <a:cubicBezTo>
                  <a:pt x="8412327" y="948238"/>
                  <a:pt x="8341122" y="949523"/>
                  <a:pt x="8278324" y="963769"/>
                </a:cubicBezTo>
                <a:cubicBezTo>
                  <a:pt x="8262086" y="967408"/>
                  <a:pt x="8245335" y="969987"/>
                  <a:pt x="8229128" y="973810"/>
                </a:cubicBezTo>
                <a:cubicBezTo>
                  <a:pt x="8199180" y="980915"/>
                  <a:pt x="8169646" y="988338"/>
                  <a:pt x="8139751" y="995815"/>
                </a:cubicBezTo>
                <a:cubicBezTo>
                  <a:pt x="8134478" y="997132"/>
                  <a:pt x="8128438" y="998185"/>
                  <a:pt x="8123571" y="999822"/>
                </a:cubicBezTo>
                <a:cubicBezTo>
                  <a:pt x="8078628" y="1014164"/>
                  <a:pt x="8034565" y="1029514"/>
                  <a:pt x="7988699" y="1042479"/>
                </a:cubicBezTo>
                <a:cubicBezTo>
                  <a:pt x="7966302" y="1048884"/>
                  <a:pt x="7941011" y="1052871"/>
                  <a:pt x="7917214" y="1054565"/>
                </a:cubicBezTo>
                <a:cubicBezTo>
                  <a:pt x="7847636" y="1059584"/>
                  <a:pt x="7779165" y="1067276"/>
                  <a:pt x="7710915" y="1084190"/>
                </a:cubicBezTo>
                <a:cubicBezTo>
                  <a:pt x="7683826" y="1090885"/>
                  <a:pt x="7652466" y="1090640"/>
                  <a:pt x="7622959" y="1093150"/>
                </a:cubicBezTo>
                <a:cubicBezTo>
                  <a:pt x="7552361" y="1098691"/>
                  <a:pt x="7481710" y="1103861"/>
                  <a:pt x="7410782" y="1109640"/>
                </a:cubicBezTo>
                <a:cubicBezTo>
                  <a:pt x="7366505" y="1113312"/>
                  <a:pt x="7322030" y="1118147"/>
                  <a:pt x="7277754" y="1121822"/>
                </a:cubicBezTo>
                <a:cubicBezTo>
                  <a:pt x="7226619" y="1125906"/>
                  <a:pt x="7175601" y="1128277"/>
                  <a:pt x="7124540" y="1132918"/>
                </a:cubicBezTo>
                <a:cubicBezTo>
                  <a:pt x="7066293" y="1138207"/>
                  <a:pt x="7008028" y="1145955"/>
                  <a:pt x="6949752" y="1151058"/>
                </a:cubicBezTo>
                <a:cubicBezTo>
                  <a:pt x="6843217" y="1160027"/>
                  <a:pt x="6736882" y="1167834"/>
                  <a:pt x="6630249" y="1176063"/>
                </a:cubicBezTo>
                <a:cubicBezTo>
                  <a:pt x="6526849" y="1184018"/>
                  <a:pt x="6423556" y="1192713"/>
                  <a:pt x="6320634" y="1198901"/>
                </a:cubicBezTo>
                <a:cubicBezTo>
                  <a:pt x="6277297" y="1201496"/>
                  <a:pt x="6235232" y="1197679"/>
                  <a:pt x="6192343" y="1198323"/>
                </a:cubicBezTo>
                <a:cubicBezTo>
                  <a:pt x="6117131" y="1199612"/>
                  <a:pt x="6041418" y="1202485"/>
                  <a:pt x="5966562" y="1203723"/>
                </a:cubicBezTo>
                <a:cubicBezTo>
                  <a:pt x="5933144" y="1204338"/>
                  <a:pt x="5900754" y="1201974"/>
                  <a:pt x="5867227" y="1201847"/>
                </a:cubicBezTo>
                <a:cubicBezTo>
                  <a:pt x="5788180" y="1201796"/>
                  <a:pt x="5708354" y="1203933"/>
                  <a:pt x="5630172" y="1202248"/>
                </a:cubicBezTo>
                <a:cubicBezTo>
                  <a:pt x="5535908" y="1200213"/>
                  <a:pt x="5442984" y="1194779"/>
                  <a:pt x="5348949" y="1191768"/>
                </a:cubicBezTo>
                <a:cubicBezTo>
                  <a:pt x="5313810" y="1190551"/>
                  <a:pt x="5277251" y="1192179"/>
                  <a:pt x="5241228" y="1192408"/>
                </a:cubicBezTo>
                <a:cubicBezTo>
                  <a:pt x="5151316" y="1192775"/>
                  <a:pt x="5061657" y="1192349"/>
                  <a:pt x="4971133" y="1193559"/>
                </a:cubicBezTo>
                <a:cubicBezTo>
                  <a:pt x="4937685" y="1193988"/>
                  <a:pt x="4903114" y="1199299"/>
                  <a:pt x="4869416" y="1200519"/>
                </a:cubicBezTo>
                <a:cubicBezTo>
                  <a:pt x="4830283" y="1201947"/>
                  <a:pt x="4791348" y="1202215"/>
                  <a:pt x="4753274" y="1200850"/>
                </a:cubicBezTo>
                <a:cubicBezTo>
                  <a:pt x="4705682" y="1199144"/>
                  <a:pt x="4659172" y="1194829"/>
                  <a:pt x="4611883" y="1192701"/>
                </a:cubicBezTo>
                <a:cubicBezTo>
                  <a:pt x="4533819" y="1189298"/>
                  <a:pt x="4455420" y="1186135"/>
                  <a:pt x="4376825" y="1184131"/>
                </a:cubicBezTo>
                <a:cubicBezTo>
                  <a:pt x="4347226" y="1183446"/>
                  <a:pt x="4315374" y="1187423"/>
                  <a:pt x="4285471" y="1187158"/>
                </a:cubicBezTo>
                <a:cubicBezTo>
                  <a:pt x="4145774" y="1185753"/>
                  <a:pt x="4006046" y="1184162"/>
                  <a:pt x="3866543" y="1181596"/>
                </a:cubicBezTo>
                <a:cubicBezTo>
                  <a:pt x="3794230" y="1180207"/>
                  <a:pt x="3723633" y="1175551"/>
                  <a:pt x="3651342" y="1174348"/>
                </a:cubicBezTo>
                <a:cubicBezTo>
                  <a:pt x="3607885" y="1173562"/>
                  <a:pt x="3561907" y="1178044"/>
                  <a:pt x="3518453" y="1177258"/>
                </a:cubicBezTo>
                <a:cubicBezTo>
                  <a:pt x="3478287" y="1176568"/>
                  <a:pt x="3440399" y="1171400"/>
                  <a:pt x="3400818" y="1169685"/>
                </a:cubicBezTo>
                <a:cubicBezTo>
                  <a:pt x="3279824" y="1164099"/>
                  <a:pt x="3157310" y="1160621"/>
                  <a:pt x="3037154" y="1153217"/>
                </a:cubicBezTo>
                <a:cubicBezTo>
                  <a:pt x="2978373" y="1149708"/>
                  <a:pt x="2922429" y="1140508"/>
                  <a:pt x="2866260" y="1132283"/>
                </a:cubicBezTo>
                <a:cubicBezTo>
                  <a:pt x="2771049" y="1118489"/>
                  <a:pt x="2677107" y="1103380"/>
                  <a:pt x="2582173" y="1088979"/>
                </a:cubicBezTo>
                <a:cubicBezTo>
                  <a:pt x="2511090" y="1078352"/>
                  <a:pt x="2447356" y="1063086"/>
                  <a:pt x="2395406" y="1035945"/>
                </a:cubicBezTo>
                <a:cubicBezTo>
                  <a:pt x="2371411" y="1023508"/>
                  <a:pt x="2331675" y="1015582"/>
                  <a:pt x="2294751" y="1014618"/>
                </a:cubicBezTo>
                <a:cubicBezTo>
                  <a:pt x="2228580" y="1012920"/>
                  <a:pt x="2177384" y="998698"/>
                  <a:pt x="2122944" y="984751"/>
                </a:cubicBezTo>
                <a:cubicBezTo>
                  <a:pt x="2054121" y="967003"/>
                  <a:pt x="1981585" y="951294"/>
                  <a:pt x="1905504" y="941380"/>
                </a:cubicBezTo>
                <a:cubicBezTo>
                  <a:pt x="1830544" y="931682"/>
                  <a:pt x="1747929" y="932141"/>
                  <a:pt x="1671045" y="924228"/>
                </a:cubicBezTo>
                <a:cubicBezTo>
                  <a:pt x="1625936" y="919523"/>
                  <a:pt x="1585613" y="907528"/>
                  <a:pt x="1543856" y="898190"/>
                </a:cubicBezTo>
                <a:cubicBezTo>
                  <a:pt x="1502093" y="888855"/>
                  <a:pt x="1460606" y="878913"/>
                  <a:pt x="1419784" y="868500"/>
                </a:cubicBezTo>
                <a:cubicBezTo>
                  <a:pt x="1397486" y="862806"/>
                  <a:pt x="1378078" y="854435"/>
                  <a:pt x="1355116" y="849214"/>
                </a:cubicBezTo>
                <a:cubicBezTo>
                  <a:pt x="1311848" y="839527"/>
                  <a:pt x="1265353" y="832754"/>
                  <a:pt x="1223713" y="821702"/>
                </a:cubicBezTo>
                <a:cubicBezTo>
                  <a:pt x="1183577" y="811001"/>
                  <a:pt x="1138864" y="809072"/>
                  <a:pt x="1094193" y="804872"/>
                </a:cubicBezTo>
                <a:cubicBezTo>
                  <a:pt x="1060244" y="801784"/>
                  <a:pt x="1034230" y="787936"/>
                  <a:pt x="1001115" y="783030"/>
                </a:cubicBezTo>
                <a:cubicBezTo>
                  <a:pt x="953853" y="775990"/>
                  <a:pt x="916853" y="764276"/>
                  <a:pt x="879548" y="747884"/>
                </a:cubicBezTo>
                <a:cubicBezTo>
                  <a:pt x="837586" y="729513"/>
                  <a:pt x="770061" y="725929"/>
                  <a:pt x="711163" y="719039"/>
                </a:cubicBezTo>
                <a:cubicBezTo>
                  <a:pt x="661152" y="713146"/>
                  <a:pt x="604343" y="715774"/>
                  <a:pt x="557941" y="707101"/>
                </a:cubicBezTo>
                <a:cubicBezTo>
                  <a:pt x="525381" y="700984"/>
                  <a:pt x="499355" y="684493"/>
                  <a:pt x="480347" y="668702"/>
                </a:cubicBezTo>
                <a:cubicBezTo>
                  <a:pt x="437718" y="632865"/>
                  <a:pt x="370204" y="616630"/>
                  <a:pt x="296224" y="603583"/>
                </a:cubicBezTo>
                <a:cubicBezTo>
                  <a:pt x="220741" y="590184"/>
                  <a:pt x="148480" y="573869"/>
                  <a:pt x="72689" y="560892"/>
                </a:cubicBezTo>
                <a:lnTo>
                  <a:pt x="0" y="543486"/>
                </a:lnTo>
                <a:lnTo>
                  <a:pt x="0" y="384357"/>
                </a:lnTo>
                <a:lnTo>
                  <a:pt x="51784" y="393937"/>
                </a:lnTo>
                <a:cubicBezTo>
                  <a:pt x="104770" y="397707"/>
                  <a:pt x="153378" y="409086"/>
                  <a:pt x="205561" y="414859"/>
                </a:cubicBezTo>
                <a:cubicBezTo>
                  <a:pt x="254062" y="420400"/>
                  <a:pt x="305001" y="422574"/>
                  <a:pt x="354391" y="426667"/>
                </a:cubicBezTo>
                <a:cubicBezTo>
                  <a:pt x="386450" y="429269"/>
                  <a:pt x="420771" y="429847"/>
                  <a:pt x="448281" y="436308"/>
                </a:cubicBezTo>
                <a:cubicBezTo>
                  <a:pt x="499904" y="448391"/>
                  <a:pt x="551004" y="446576"/>
                  <a:pt x="611518" y="434166"/>
                </a:cubicBezTo>
                <a:cubicBezTo>
                  <a:pt x="654695" y="425361"/>
                  <a:pt x="702395" y="422710"/>
                  <a:pt x="746076" y="422520"/>
                </a:cubicBezTo>
                <a:cubicBezTo>
                  <a:pt x="798481" y="422218"/>
                  <a:pt x="848400" y="419817"/>
                  <a:pt x="902724" y="409989"/>
                </a:cubicBezTo>
                <a:cubicBezTo>
                  <a:pt x="977291" y="396518"/>
                  <a:pt x="1048428" y="397321"/>
                  <a:pt x="1113854" y="414230"/>
                </a:cubicBezTo>
                <a:cubicBezTo>
                  <a:pt x="1184155" y="432145"/>
                  <a:pt x="1258677" y="446437"/>
                  <a:pt x="1333449" y="459938"/>
                </a:cubicBezTo>
                <a:cubicBezTo>
                  <a:pt x="1354772" y="463883"/>
                  <a:pt x="1385284" y="463304"/>
                  <a:pt x="1408608" y="458278"/>
                </a:cubicBezTo>
                <a:cubicBezTo>
                  <a:pt x="1483492" y="441930"/>
                  <a:pt x="1561495" y="427025"/>
                  <a:pt x="1630191" y="403061"/>
                </a:cubicBezTo>
                <a:cubicBezTo>
                  <a:pt x="1735315" y="366348"/>
                  <a:pt x="1840887" y="337881"/>
                  <a:pt x="1956289" y="332366"/>
                </a:cubicBezTo>
                <a:cubicBezTo>
                  <a:pt x="1986669" y="330865"/>
                  <a:pt x="2019100" y="336056"/>
                  <a:pt x="2042814" y="344002"/>
                </a:cubicBezTo>
                <a:cubicBezTo>
                  <a:pt x="2085261" y="358150"/>
                  <a:pt x="2126350" y="370413"/>
                  <a:pt x="2183420" y="369635"/>
                </a:cubicBezTo>
                <a:cubicBezTo>
                  <a:pt x="2235035" y="368879"/>
                  <a:pt x="2279659" y="405942"/>
                  <a:pt x="2269566" y="439859"/>
                </a:cubicBezTo>
                <a:cubicBezTo>
                  <a:pt x="2258267" y="478101"/>
                  <a:pt x="2277762" y="504964"/>
                  <a:pt x="2331129" y="524163"/>
                </a:cubicBezTo>
                <a:cubicBezTo>
                  <a:pt x="2352980" y="531807"/>
                  <a:pt x="2364861" y="546162"/>
                  <a:pt x="2385112" y="555357"/>
                </a:cubicBezTo>
                <a:cubicBezTo>
                  <a:pt x="2401860" y="562976"/>
                  <a:pt x="2421927" y="570875"/>
                  <a:pt x="2444033" y="572629"/>
                </a:cubicBezTo>
                <a:cubicBezTo>
                  <a:pt x="2483469" y="575878"/>
                  <a:pt x="2509763" y="584022"/>
                  <a:pt x="2525979" y="603233"/>
                </a:cubicBezTo>
                <a:cubicBezTo>
                  <a:pt x="2549282" y="631254"/>
                  <a:pt x="2578520" y="657481"/>
                  <a:pt x="2603911" y="684825"/>
                </a:cubicBezTo>
                <a:cubicBezTo>
                  <a:pt x="2618910" y="700624"/>
                  <a:pt x="2643515" y="707120"/>
                  <a:pt x="2678828" y="706990"/>
                </a:cubicBezTo>
                <a:cubicBezTo>
                  <a:pt x="2699243" y="707100"/>
                  <a:pt x="2725615" y="705603"/>
                  <a:pt x="2738094" y="711376"/>
                </a:cubicBezTo>
                <a:cubicBezTo>
                  <a:pt x="2805960" y="742855"/>
                  <a:pt x="2895980" y="733032"/>
                  <a:pt x="2983806" y="728243"/>
                </a:cubicBezTo>
                <a:cubicBezTo>
                  <a:pt x="2993929" y="727744"/>
                  <a:pt x="3004007" y="726871"/>
                  <a:pt x="3013997" y="725446"/>
                </a:cubicBezTo>
                <a:cubicBezTo>
                  <a:pt x="3136002" y="707474"/>
                  <a:pt x="3250133" y="713470"/>
                  <a:pt x="3364419" y="720577"/>
                </a:cubicBezTo>
                <a:cubicBezTo>
                  <a:pt x="3394563" y="722507"/>
                  <a:pt x="3428050" y="719807"/>
                  <a:pt x="3460521" y="717628"/>
                </a:cubicBezTo>
                <a:cubicBezTo>
                  <a:pt x="3545330" y="712137"/>
                  <a:pt x="3633314" y="698262"/>
                  <a:pt x="3710982" y="714182"/>
                </a:cubicBezTo>
                <a:cubicBezTo>
                  <a:pt x="3772122" y="726607"/>
                  <a:pt x="3825029" y="745116"/>
                  <a:pt x="3850961" y="778802"/>
                </a:cubicBezTo>
                <a:cubicBezTo>
                  <a:pt x="3868395" y="801427"/>
                  <a:pt x="3898481" y="813185"/>
                  <a:pt x="3946286" y="816372"/>
                </a:cubicBezTo>
                <a:cubicBezTo>
                  <a:pt x="3987480" y="819179"/>
                  <a:pt x="4025130" y="827781"/>
                  <a:pt x="4065132" y="832459"/>
                </a:cubicBezTo>
                <a:cubicBezTo>
                  <a:pt x="4086246" y="834922"/>
                  <a:pt x="4110400" y="838274"/>
                  <a:pt x="4132173" y="835167"/>
                </a:cubicBezTo>
                <a:cubicBezTo>
                  <a:pt x="4190358" y="826865"/>
                  <a:pt x="4249453" y="817300"/>
                  <a:pt x="4305858" y="804156"/>
                </a:cubicBezTo>
                <a:cubicBezTo>
                  <a:pt x="4334041" y="797490"/>
                  <a:pt x="4360739" y="782919"/>
                  <a:pt x="4382131" y="769481"/>
                </a:cubicBezTo>
                <a:cubicBezTo>
                  <a:pt x="4404161" y="755388"/>
                  <a:pt x="4425552" y="747047"/>
                  <a:pt x="4453289" y="752531"/>
                </a:cubicBezTo>
                <a:cubicBezTo>
                  <a:pt x="4522267" y="766292"/>
                  <a:pt x="4590589" y="780524"/>
                  <a:pt x="4657971" y="795835"/>
                </a:cubicBezTo>
                <a:cubicBezTo>
                  <a:pt x="4669645" y="798513"/>
                  <a:pt x="4675987" y="807238"/>
                  <a:pt x="4682399" y="813876"/>
                </a:cubicBezTo>
                <a:cubicBezTo>
                  <a:pt x="4712325" y="844914"/>
                  <a:pt x="4739115" y="876968"/>
                  <a:pt x="4771814" y="907046"/>
                </a:cubicBezTo>
                <a:cubicBezTo>
                  <a:pt x="4783117" y="917329"/>
                  <a:pt x="4807945" y="922850"/>
                  <a:pt x="4827520" y="929876"/>
                </a:cubicBezTo>
                <a:cubicBezTo>
                  <a:pt x="4833681" y="932206"/>
                  <a:pt x="4845543" y="931081"/>
                  <a:pt x="4849942" y="933851"/>
                </a:cubicBezTo>
                <a:cubicBezTo>
                  <a:pt x="4888949" y="959631"/>
                  <a:pt x="4951287" y="954890"/>
                  <a:pt x="5009626" y="957896"/>
                </a:cubicBezTo>
                <a:cubicBezTo>
                  <a:pt x="5059523" y="960407"/>
                  <a:pt x="5111928" y="960104"/>
                  <a:pt x="5158711" y="963814"/>
                </a:cubicBezTo>
                <a:cubicBezTo>
                  <a:pt x="5231307" y="969696"/>
                  <a:pt x="5298173" y="973751"/>
                  <a:pt x="5376427" y="963151"/>
                </a:cubicBezTo>
                <a:cubicBezTo>
                  <a:pt x="5408579" y="958754"/>
                  <a:pt x="5448461" y="970245"/>
                  <a:pt x="5475787" y="980508"/>
                </a:cubicBezTo>
                <a:cubicBezTo>
                  <a:pt x="5528518" y="1000363"/>
                  <a:pt x="5584839" y="1001958"/>
                  <a:pt x="5653401" y="987268"/>
                </a:cubicBezTo>
                <a:cubicBezTo>
                  <a:pt x="5676008" y="982341"/>
                  <a:pt x="5702558" y="984595"/>
                  <a:pt x="5726340" y="985357"/>
                </a:cubicBezTo>
                <a:cubicBezTo>
                  <a:pt x="5748643" y="985952"/>
                  <a:pt x="5770110" y="988364"/>
                  <a:pt x="5790563" y="991300"/>
                </a:cubicBezTo>
                <a:cubicBezTo>
                  <a:pt x="5815128" y="994969"/>
                  <a:pt x="5845522" y="996110"/>
                  <a:pt x="5860260" y="1004958"/>
                </a:cubicBezTo>
                <a:cubicBezTo>
                  <a:pt x="5906803" y="1032493"/>
                  <a:pt x="5977069" y="1037385"/>
                  <a:pt x="6042101" y="1036226"/>
                </a:cubicBezTo>
                <a:cubicBezTo>
                  <a:pt x="6128232" y="1034888"/>
                  <a:pt x="6222269" y="1027704"/>
                  <a:pt x="6301998" y="989138"/>
                </a:cubicBezTo>
                <a:cubicBezTo>
                  <a:pt x="6349672" y="965909"/>
                  <a:pt x="6396952" y="955198"/>
                  <a:pt x="6452025" y="968489"/>
                </a:cubicBezTo>
                <a:cubicBezTo>
                  <a:pt x="6489401" y="977695"/>
                  <a:pt x="6558002" y="960731"/>
                  <a:pt x="6589205" y="939474"/>
                </a:cubicBezTo>
                <a:cubicBezTo>
                  <a:pt x="6600499" y="931821"/>
                  <a:pt x="6612148" y="924116"/>
                  <a:pt x="6631069" y="911222"/>
                </a:cubicBezTo>
                <a:cubicBezTo>
                  <a:pt x="6674305" y="951313"/>
                  <a:pt x="6752346" y="944332"/>
                  <a:pt x="6828274" y="942941"/>
                </a:cubicBezTo>
                <a:cubicBezTo>
                  <a:pt x="6874780" y="942157"/>
                  <a:pt x="6889173" y="963896"/>
                  <a:pt x="6900803" y="984140"/>
                </a:cubicBezTo>
                <a:cubicBezTo>
                  <a:pt x="6921316" y="1020676"/>
                  <a:pt x="6959796" y="1032557"/>
                  <a:pt x="7034668" y="1018665"/>
                </a:cubicBezTo>
                <a:cubicBezTo>
                  <a:pt x="7117337" y="1003282"/>
                  <a:pt x="7199637" y="985309"/>
                  <a:pt x="7281067" y="966327"/>
                </a:cubicBezTo>
                <a:cubicBezTo>
                  <a:pt x="7332521" y="954266"/>
                  <a:pt x="7378029" y="936255"/>
                  <a:pt x="7412780" y="909206"/>
                </a:cubicBezTo>
                <a:cubicBezTo>
                  <a:pt x="7446535" y="882864"/>
                  <a:pt x="7455445" y="884046"/>
                  <a:pt x="7500327" y="894826"/>
                </a:cubicBezTo>
                <a:cubicBezTo>
                  <a:pt x="7552743" y="907363"/>
                  <a:pt x="7606735" y="918164"/>
                  <a:pt x="7662324" y="927415"/>
                </a:cubicBezTo>
                <a:cubicBezTo>
                  <a:pt x="7679867" y="930387"/>
                  <a:pt x="7704114" y="926740"/>
                  <a:pt x="7725334" y="924844"/>
                </a:cubicBezTo>
                <a:cubicBezTo>
                  <a:pt x="7761320" y="921787"/>
                  <a:pt x="7798617" y="920242"/>
                  <a:pt x="7833279" y="913031"/>
                </a:cubicBezTo>
                <a:cubicBezTo>
                  <a:pt x="7866516" y="906023"/>
                  <a:pt x="7898634" y="893700"/>
                  <a:pt x="7928605" y="881683"/>
                </a:cubicBezTo>
                <a:cubicBezTo>
                  <a:pt x="8012311" y="848025"/>
                  <a:pt x="8088138" y="810205"/>
                  <a:pt x="8146597" y="762968"/>
                </a:cubicBezTo>
                <a:cubicBezTo>
                  <a:pt x="8154091" y="756800"/>
                  <a:pt x="8170249" y="752606"/>
                  <a:pt x="8183577" y="749005"/>
                </a:cubicBezTo>
                <a:cubicBezTo>
                  <a:pt x="8205312" y="743071"/>
                  <a:pt x="8227788" y="737222"/>
                  <a:pt x="8250224" y="733642"/>
                </a:cubicBezTo>
                <a:cubicBezTo>
                  <a:pt x="8359189" y="716209"/>
                  <a:pt x="8441164" y="678078"/>
                  <a:pt x="8505929" y="626542"/>
                </a:cubicBezTo>
                <a:cubicBezTo>
                  <a:pt x="8524585" y="611796"/>
                  <a:pt x="8540107" y="608259"/>
                  <a:pt x="8564194" y="618796"/>
                </a:cubicBezTo>
                <a:cubicBezTo>
                  <a:pt x="8592162" y="631043"/>
                  <a:pt x="8628032" y="619507"/>
                  <a:pt x="8660705" y="611069"/>
                </a:cubicBezTo>
                <a:cubicBezTo>
                  <a:pt x="8694442" y="602479"/>
                  <a:pt x="8728514" y="593651"/>
                  <a:pt x="8762255" y="585060"/>
                </a:cubicBezTo>
                <a:cubicBezTo>
                  <a:pt x="8787227" y="578855"/>
                  <a:pt x="8811899" y="573069"/>
                  <a:pt x="8836439" y="566358"/>
                </a:cubicBezTo>
                <a:cubicBezTo>
                  <a:pt x="8912856" y="545447"/>
                  <a:pt x="8983243" y="538425"/>
                  <a:pt x="9050728" y="559575"/>
                </a:cubicBezTo>
                <a:cubicBezTo>
                  <a:pt x="9102219" y="575830"/>
                  <a:pt x="9164950" y="573868"/>
                  <a:pt x="9229627" y="557464"/>
                </a:cubicBezTo>
                <a:cubicBezTo>
                  <a:pt x="9237706" y="555368"/>
                  <a:pt x="9247529" y="550190"/>
                  <a:pt x="9253451" y="550855"/>
                </a:cubicBezTo>
                <a:cubicBezTo>
                  <a:pt x="9342568" y="560232"/>
                  <a:pt x="9405310" y="512383"/>
                  <a:pt x="9484214" y="498671"/>
                </a:cubicBezTo>
                <a:cubicBezTo>
                  <a:pt x="9519035" y="492570"/>
                  <a:pt x="9552778" y="473783"/>
                  <a:pt x="9582633" y="458384"/>
                </a:cubicBezTo>
                <a:cubicBezTo>
                  <a:pt x="9623689" y="437231"/>
                  <a:pt x="9660183" y="417297"/>
                  <a:pt x="9719670" y="415607"/>
                </a:cubicBezTo>
                <a:cubicBezTo>
                  <a:pt x="9779189" y="414101"/>
                  <a:pt x="9830940" y="393878"/>
                  <a:pt x="9871784" y="366147"/>
                </a:cubicBezTo>
                <a:cubicBezTo>
                  <a:pt x="9903014" y="345075"/>
                  <a:pt x="9939570" y="338349"/>
                  <a:pt x="9984494" y="336660"/>
                </a:cubicBezTo>
                <a:cubicBezTo>
                  <a:pt x="10040642" y="334503"/>
                  <a:pt x="10098165" y="326674"/>
                  <a:pt x="10154708" y="322193"/>
                </a:cubicBezTo>
                <a:cubicBezTo>
                  <a:pt x="10166953" y="321201"/>
                  <a:pt x="10182669" y="321603"/>
                  <a:pt x="10190446" y="325025"/>
                </a:cubicBezTo>
                <a:cubicBezTo>
                  <a:pt x="10285769" y="367692"/>
                  <a:pt x="10408999" y="350677"/>
                  <a:pt x="10530736" y="335953"/>
                </a:cubicBezTo>
                <a:cubicBezTo>
                  <a:pt x="10604506" y="327127"/>
                  <a:pt x="10678397" y="316584"/>
                  <a:pt x="10752157" y="305117"/>
                </a:cubicBezTo>
                <a:cubicBezTo>
                  <a:pt x="10777120" y="301365"/>
                  <a:pt x="10803110" y="294636"/>
                  <a:pt x="10824452" y="285927"/>
                </a:cubicBezTo>
                <a:cubicBezTo>
                  <a:pt x="10868837" y="267698"/>
                  <a:pt x="10909147" y="246465"/>
                  <a:pt x="10953152" y="228102"/>
                </a:cubicBezTo>
                <a:cubicBezTo>
                  <a:pt x="10969622" y="221030"/>
                  <a:pt x="10991730" y="217688"/>
                  <a:pt x="11011614" y="214096"/>
                </a:cubicBezTo>
                <a:cubicBezTo>
                  <a:pt x="11046743" y="207573"/>
                  <a:pt x="11086641" y="206412"/>
                  <a:pt x="11116031" y="195421"/>
                </a:cubicBezTo>
                <a:cubicBezTo>
                  <a:pt x="11192467" y="166956"/>
                  <a:pt x="11266913" y="160299"/>
                  <a:pt x="11344303" y="166629"/>
                </a:cubicBezTo>
                <a:cubicBezTo>
                  <a:pt x="11452657" y="175527"/>
                  <a:pt x="11551626" y="159519"/>
                  <a:pt x="11639050" y="108526"/>
                </a:cubicBezTo>
                <a:cubicBezTo>
                  <a:pt x="11678385" y="85543"/>
                  <a:pt x="11720243" y="87879"/>
                  <a:pt x="11757532" y="96530"/>
                </a:cubicBezTo>
                <a:cubicBezTo>
                  <a:pt x="11800499" y="106640"/>
                  <a:pt x="11840704" y="105056"/>
                  <a:pt x="11885799" y="86728"/>
                </a:cubicBezTo>
                <a:cubicBezTo>
                  <a:pt x="11895784" y="82659"/>
                  <a:pt x="11910604" y="81867"/>
                  <a:pt x="11922874" y="81060"/>
                </a:cubicBezTo>
                <a:cubicBezTo>
                  <a:pt x="11992783" y="75806"/>
                  <a:pt x="12063500" y="73647"/>
                  <a:pt x="12115331" y="33587"/>
                </a:cubicBezTo>
                <a:cubicBezTo>
                  <a:pt x="12125500" y="25715"/>
                  <a:pt x="12143693" y="20477"/>
                  <a:pt x="12158080" y="14081"/>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792824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5C0003B-37E0-88CA-7087-B50B8EF46608}"/>
              </a:ext>
            </a:extLst>
          </p:cNvPr>
          <p:cNvPicPr>
            <a:picLocks noChangeAspect="1"/>
          </p:cNvPicPr>
          <p:nvPr/>
        </p:nvPicPr>
        <p:blipFill>
          <a:blip r:embed="rId2"/>
          <a:stretch>
            <a:fillRect/>
          </a:stretch>
        </p:blipFill>
        <p:spPr>
          <a:xfrm>
            <a:off x="88053" y="2795603"/>
            <a:ext cx="3918336" cy="204732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4" name="Freeform: Shape 23">
            <a:extLst>
              <a:ext uri="{FF2B5EF4-FFF2-40B4-BE49-F238E27FC236}">
                <a16:creationId xmlns:a16="http://schemas.microsoft.com/office/drawing/2014/main" id="{340822D1-9EEA-4ECF-9360-D9AF87950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705643" y="2991643"/>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DC292A62-7F34-4E30-BE04-48164A1DA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705643" y="2991644"/>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70E73648-2FE8-FD33-F4A8-0A8644C48C14}"/>
              </a:ext>
            </a:extLst>
          </p:cNvPr>
          <p:cNvSpPr>
            <a:spLocks noGrp="1"/>
          </p:cNvSpPr>
          <p:nvPr>
            <p:ph idx="1"/>
          </p:nvPr>
        </p:nvSpPr>
        <p:spPr>
          <a:xfrm>
            <a:off x="4735512" y="426720"/>
            <a:ext cx="7283768" cy="6136639"/>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When Jesus was upon the earth, He </a:t>
            </a:r>
            <a:r>
              <a:rPr lang="en-US" dirty="0">
                <a:solidFill>
                  <a:srgbClr val="FFFF00"/>
                </a:solidFill>
                <a:latin typeface="Times New Roman" panose="02020603050405020304" pitchFamily="18" charset="0"/>
                <a:cs typeface="Times New Roman" panose="02020603050405020304" pitchFamily="18" charset="0"/>
              </a:rPr>
              <a:t>taught </a:t>
            </a:r>
            <a:r>
              <a:rPr lang="en-US" dirty="0">
                <a:latin typeface="Times New Roman" panose="02020603050405020304" pitchFamily="18" charset="0"/>
                <a:cs typeface="Times New Roman" panose="02020603050405020304" pitchFamily="18" charset="0"/>
              </a:rPr>
              <a:t>His disciples how to pray. He directed them to present their daily needs before God, and to cast all their care upon Him. And the assurance He gave them that their petitions should be heard, is assurance also to us.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One day Jesus was praying in a certain place. When he finished, one of his disciples said to him, “Lord, </a:t>
            </a:r>
            <a:r>
              <a:rPr lang="en-US" dirty="0">
                <a:solidFill>
                  <a:srgbClr val="FFFF00"/>
                </a:solidFill>
                <a:latin typeface="Times New Roman" panose="02020603050405020304" pitchFamily="18" charset="0"/>
                <a:cs typeface="Times New Roman" panose="02020603050405020304" pitchFamily="18" charset="0"/>
              </a:rPr>
              <a:t>teach</a:t>
            </a:r>
            <a:r>
              <a:rPr lang="en-US" dirty="0">
                <a:latin typeface="Times New Roman" panose="02020603050405020304" pitchFamily="18" charset="0"/>
                <a:cs typeface="Times New Roman" panose="02020603050405020304" pitchFamily="18" charset="0"/>
              </a:rPr>
              <a:t> us to pray, just as John </a:t>
            </a:r>
            <a:r>
              <a:rPr lang="en-US" dirty="0">
                <a:solidFill>
                  <a:srgbClr val="FFFF00"/>
                </a:solidFill>
                <a:latin typeface="Times New Roman" panose="02020603050405020304" pitchFamily="18" charset="0"/>
                <a:cs typeface="Times New Roman" panose="02020603050405020304" pitchFamily="18" charset="0"/>
              </a:rPr>
              <a:t>taught</a:t>
            </a:r>
            <a:r>
              <a:rPr lang="en-US" dirty="0">
                <a:latin typeface="Times New Roman" panose="02020603050405020304" pitchFamily="18" charset="0"/>
                <a:cs typeface="Times New Roman" panose="02020603050405020304" pitchFamily="18" charset="0"/>
              </a:rPr>
              <a:t> his disciples” (Luke 11:1).</a:t>
            </a:r>
          </a:p>
          <a:p>
            <a:pPr marL="0" indent="0">
              <a:buNone/>
            </a:pPr>
            <a:endParaRPr lang="en-US" dirty="0">
              <a:latin typeface="Times New Roman" panose="02020603050405020304" pitchFamily="18" charset="0"/>
              <a:cs typeface="Times New Roman" panose="02020603050405020304" pitchFamily="18" charset="0"/>
            </a:endParaRPr>
          </a:p>
          <a:p>
            <a:endParaRPr lang="en-JM" sz="1500" dirty="0"/>
          </a:p>
        </p:txBody>
      </p:sp>
    </p:spTree>
    <p:extLst>
      <p:ext uri="{BB962C8B-B14F-4D97-AF65-F5344CB8AC3E}">
        <p14:creationId xmlns:p14="http://schemas.microsoft.com/office/powerpoint/2010/main" val="668105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971AD93B-2687-8DCA-D932-F5360F72610A}"/>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A09FC04-F018-6497-F2B5-D20D948B64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364EF64-1722-A394-0BE2-944C1E0E13EF}"/>
              </a:ext>
            </a:extLst>
          </p:cNvPr>
          <p:cNvPicPr>
            <a:picLocks noChangeAspect="1"/>
          </p:cNvPicPr>
          <p:nvPr/>
        </p:nvPicPr>
        <p:blipFill>
          <a:blip r:embed="rId2"/>
          <a:stretch>
            <a:fillRect/>
          </a:stretch>
        </p:blipFill>
        <p:spPr>
          <a:xfrm>
            <a:off x="88053" y="2795603"/>
            <a:ext cx="3918336" cy="204732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4" name="Freeform: Shape 23">
            <a:extLst>
              <a:ext uri="{FF2B5EF4-FFF2-40B4-BE49-F238E27FC236}">
                <a16:creationId xmlns:a16="http://schemas.microsoft.com/office/drawing/2014/main" id="{B55C97C4-B2D3-FC3D-A8FF-7F94270044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705643" y="2991643"/>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AA2DEE3D-26A8-E91D-356E-16E19704C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705643" y="2991644"/>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CECB63B1-D6E8-FB89-5A94-E016D5C29A79}"/>
              </a:ext>
            </a:extLst>
          </p:cNvPr>
          <p:cNvSpPr>
            <a:spLocks noGrp="1"/>
          </p:cNvSpPr>
          <p:nvPr>
            <p:ph idx="1"/>
          </p:nvPr>
        </p:nvSpPr>
        <p:spPr>
          <a:xfrm>
            <a:off x="4735512" y="0"/>
            <a:ext cx="7283768" cy="6563359"/>
          </a:xfrm>
        </p:spPr>
        <p:txBody>
          <a:bodyPr>
            <a:normAutofit/>
          </a:bodyPr>
          <a:lstStyle/>
          <a:p>
            <a:pPr marL="0" indent="0">
              <a:buNone/>
            </a:pPr>
            <a:endParaRPr lang="en-US" dirty="0">
              <a:highlight>
                <a:srgbClr val="C0C0C0"/>
              </a:highlight>
            </a:endParaRPr>
          </a:p>
          <a:p>
            <a:pPr marL="0" indent="0" algn="ctr">
              <a:buNone/>
            </a:pPr>
            <a:r>
              <a:rPr lang="en-US" dirty="0">
                <a:solidFill>
                  <a:schemeClr val="accent6">
                    <a:lumMod val="50000"/>
                  </a:schemeClr>
                </a:solidFill>
                <a:highlight>
                  <a:srgbClr val="C0C0C0"/>
                </a:highlight>
              </a:rPr>
              <a:t>Jesus Gave A Prayer Module</a:t>
            </a:r>
          </a:p>
          <a:p>
            <a:pPr marL="0" indent="0" algn="ctr">
              <a:buNone/>
            </a:pPr>
            <a:endParaRPr lang="en-US" dirty="0">
              <a:highlight>
                <a:srgbClr val="C0C0C0"/>
              </a:highlight>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2 And he said unto them, when ye pray, say, Our Father which art in heaven, Hallowed be thy name. Thy kingdom come. Thy will be done, as in heaven, so in earth.3 Give us day by day our daily bread.4 And forgive us our sins; for we also forgive every one that is indebted to us. And lead us not into temptation; but deliver us from evil (Luke 11:2-4).</a:t>
            </a:r>
          </a:p>
          <a:p>
            <a:pPr marL="0" indent="0">
              <a:buNone/>
            </a:pPr>
            <a:endParaRPr lang="en-US" dirty="0"/>
          </a:p>
          <a:p>
            <a:endParaRPr lang="en-JM" sz="1500" dirty="0"/>
          </a:p>
        </p:txBody>
      </p:sp>
    </p:spTree>
    <p:extLst>
      <p:ext uri="{BB962C8B-B14F-4D97-AF65-F5344CB8AC3E}">
        <p14:creationId xmlns:p14="http://schemas.microsoft.com/office/powerpoint/2010/main" val="3011808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67C67-F730-2B10-AAD3-A9CE444AC0FD}"/>
              </a:ext>
            </a:extLst>
          </p:cNvPr>
          <p:cNvSpPr>
            <a:spLocks noGrp="1"/>
          </p:cNvSpPr>
          <p:nvPr>
            <p:ph type="title"/>
          </p:nvPr>
        </p:nvSpPr>
        <p:spPr>
          <a:xfrm>
            <a:off x="1524000" y="130175"/>
            <a:ext cx="9144000" cy="1263649"/>
          </a:xfrm>
        </p:spPr>
        <p:txBody>
          <a:bodyPr/>
          <a:lstStyle/>
          <a:p>
            <a:pPr algn="ctr"/>
            <a:r>
              <a:rPr lang="en-JM" dirty="0">
                <a:latin typeface="Times New Roman" panose="02020603050405020304" pitchFamily="18" charset="0"/>
                <a:cs typeface="Times New Roman" panose="02020603050405020304" pitchFamily="18" charset="0"/>
              </a:rPr>
              <a:t>Elements of Prayer</a:t>
            </a:r>
          </a:p>
        </p:txBody>
      </p:sp>
      <p:sp>
        <p:nvSpPr>
          <p:cNvPr id="3" name="Content Placeholder 2">
            <a:extLst>
              <a:ext uri="{FF2B5EF4-FFF2-40B4-BE49-F238E27FC236}">
                <a16:creationId xmlns:a16="http://schemas.microsoft.com/office/drawing/2014/main" id="{C8A7B9F8-3F90-2840-5466-2DA3965779CD}"/>
              </a:ext>
            </a:extLst>
          </p:cNvPr>
          <p:cNvSpPr>
            <a:spLocks noGrp="1"/>
          </p:cNvSpPr>
          <p:nvPr>
            <p:ph idx="1"/>
          </p:nvPr>
        </p:nvSpPr>
        <p:spPr>
          <a:xfrm>
            <a:off x="457201" y="1099227"/>
            <a:ext cx="11400816" cy="5628598"/>
          </a:xfrm>
        </p:spPr>
        <p:txBody>
          <a:bodyPr>
            <a:normAutofit lnSpcReduction="10000"/>
          </a:bodyPr>
          <a:lstStyle/>
          <a:p>
            <a:pPr algn="ctr"/>
            <a:r>
              <a:rPr lang="en-US" b="1" dirty="0">
                <a:latin typeface="Times New Roman" panose="02020603050405020304" pitchFamily="18" charset="0"/>
                <a:cs typeface="Times New Roman" panose="02020603050405020304" pitchFamily="18" charset="0"/>
              </a:rPr>
              <a:t>A.C.T.S</a:t>
            </a:r>
          </a:p>
          <a:p>
            <a:endParaRPr lang="en-US" dirty="0"/>
          </a:p>
          <a:p>
            <a:endParaRPr lang="en-US" dirty="0"/>
          </a:p>
          <a:p>
            <a:r>
              <a:rPr lang="en-US" sz="3000" b="1" dirty="0">
                <a:latin typeface="Times New Roman" panose="02020603050405020304" pitchFamily="18" charset="0"/>
                <a:cs typeface="Times New Roman" panose="02020603050405020304" pitchFamily="18" charset="0"/>
              </a:rPr>
              <a:t>Adoration/Acknowledgement</a:t>
            </a:r>
            <a:r>
              <a:rPr lang="en-US" sz="3000" dirty="0">
                <a:latin typeface="Times New Roman" panose="02020603050405020304" pitchFamily="18" charset="0"/>
                <a:cs typeface="Times New Roman" panose="02020603050405020304" pitchFamily="18" charset="0"/>
              </a:rPr>
              <a:t> – “Praise be to God!” -Psalms 68:35</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Tell God how much you appreciate Him. Express your love for Him. Praise His power and majesty. This is a great way to begin your prayer time.</a:t>
            </a:r>
          </a:p>
          <a:p>
            <a:endParaRPr lang="en-US" sz="3000" dirty="0">
              <a:latin typeface="Times New Roman" panose="02020603050405020304" pitchFamily="18" charset="0"/>
              <a:cs typeface="Times New Roman" panose="02020603050405020304" pitchFamily="18" charset="0"/>
            </a:endParaRPr>
          </a:p>
          <a:p>
            <a:r>
              <a:rPr lang="en-US" sz="3000" b="1" dirty="0">
                <a:latin typeface="Times New Roman" panose="02020603050405020304" pitchFamily="18" charset="0"/>
                <a:cs typeface="Times New Roman" panose="02020603050405020304" pitchFamily="18" charset="0"/>
              </a:rPr>
              <a:t>Confession</a:t>
            </a:r>
            <a:r>
              <a:rPr lang="en-US" sz="3000" dirty="0">
                <a:latin typeface="Times New Roman" panose="02020603050405020304" pitchFamily="18" charset="0"/>
                <a:cs typeface="Times New Roman" panose="02020603050405020304" pitchFamily="18" charset="0"/>
              </a:rPr>
              <a:t> – “If we confess our sins, He is faithful and just, and will forgive us our sins and purify us from all unrighteousness.” -1 John 1:9</a:t>
            </a:r>
          </a:p>
          <a:p>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Tell Him where you have fallen short. Be specific.</a:t>
            </a:r>
          </a:p>
          <a:p>
            <a:endParaRPr lang="en-JM" dirty="0"/>
          </a:p>
        </p:txBody>
      </p:sp>
    </p:spTree>
    <p:extLst>
      <p:ext uri="{BB962C8B-B14F-4D97-AF65-F5344CB8AC3E}">
        <p14:creationId xmlns:p14="http://schemas.microsoft.com/office/powerpoint/2010/main" val="3323869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1000"/>
                                        <p:tgtEl>
                                          <p:spTgt spid="3">
                                            <p:txEl>
                                              <p:pRg st="3" end="3"/>
                                            </p:txEl>
                                          </p:spTgt>
                                        </p:tgtEl>
                                      </p:cBhvr>
                                    </p:animEffect>
                                    <p:anim calcmode="lin" valueType="num">
                                      <p:cBhvr>
                                        <p:cTn id="1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1000"/>
                                        <p:tgtEl>
                                          <p:spTgt spid="3">
                                            <p:txEl>
                                              <p:pRg st="5" end="5"/>
                                            </p:txEl>
                                          </p:spTgt>
                                        </p:tgtEl>
                                      </p:cBhvr>
                                    </p:animEffect>
                                    <p:anim calcmode="lin" valueType="num">
                                      <p:cBhvr>
                                        <p:cTn id="2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1000"/>
                                        <p:tgtEl>
                                          <p:spTgt spid="3">
                                            <p:txEl>
                                              <p:pRg st="6" end="6"/>
                                            </p:txEl>
                                          </p:spTgt>
                                        </p:tgtEl>
                                      </p:cBhvr>
                                    </p:animEffect>
                                    <p:anim calcmode="lin" valueType="num">
                                      <p:cBhvr>
                                        <p:cTn id="2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1BF65294-15A9-3081-1C49-4D3436CEA7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1C7A4C-4F62-6813-97C2-07ACBD618211}"/>
              </a:ext>
            </a:extLst>
          </p:cNvPr>
          <p:cNvSpPr>
            <a:spLocks noGrp="1"/>
          </p:cNvSpPr>
          <p:nvPr>
            <p:ph type="title"/>
          </p:nvPr>
        </p:nvSpPr>
        <p:spPr>
          <a:xfrm>
            <a:off x="1524000" y="130175"/>
            <a:ext cx="9144000" cy="1263649"/>
          </a:xfrm>
        </p:spPr>
        <p:txBody>
          <a:bodyPr/>
          <a:lstStyle/>
          <a:p>
            <a:pPr algn="ctr"/>
            <a:r>
              <a:rPr lang="en-JM" dirty="0">
                <a:latin typeface="Times New Roman" panose="02020603050405020304" pitchFamily="18" charset="0"/>
                <a:cs typeface="Times New Roman" panose="02020603050405020304" pitchFamily="18" charset="0"/>
              </a:rPr>
              <a:t>Elements of Prayer</a:t>
            </a:r>
          </a:p>
        </p:txBody>
      </p:sp>
      <p:sp>
        <p:nvSpPr>
          <p:cNvPr id="3" name="Content Placeholder 2">
            <a:extLst>
              <a:ext uri="{FF2B5EF4-FFF2-40B4-BE49-F238E27FC236}">
                <a16:creationId xmlns:a16="http://schemas.microsoft.com/office/drawing/2014/main" id="{28301D7B-B2B2-6E4E-CE7C-DEC4F992218C}"/>
              </a:ext>
            </a:extLst>
          </p:cNvPr>
          <p:cNvSpPr>
            <a:spLocks noGrp="1"/>
          </p:cNvSpPr>
          <p:nvPr>
            <p:ph idx="1"/>
          </p:nvPr>
        </p:nvSpPr>
        <p:spPr>
          <a:xfrm>
            <a:off x="457201" y="1099227"/>
            <a:ext cx="11400816" cy="5628598"/>
          </a:xfrm>
        </p:spPr>
        <p:txBody>
          <a:bodyPr>
            <a:normAutofit/>
          </a:bodyPr>
          <a:lstStyle/>
          <a:p>
            <a:pPr algn="ctr"/>
            <a:r>
              <a:rPr lang="en-US" b="1" dirty="0">
                <a:latin typeface="Times New Roman" panose="02020603050405020304" pitchFamily="18" charset="0"/>
                <a:cs typeface="Times New Roman" panose="02020603050405020304" pitchFamily="18" charset="0"/>
              </a:rPr>
              <a:t>A.C.T.S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Thanksgiving </a:t>
            </a:r>
            <a:r>
              <a:rPr lang="en-US" dirty="0">
                <a:latin typeface="Times New Roman" panose="02020603050405020304" pitchFamily="18" charset="0"/>
                <a:cs typeface="Times New Roman" panose="02020603050405020304" pitchFamily="18" charset="0"/>
              </a:rPr>
              <a:t>– Always “glorify him with thanksgiving” -Psalms 69:30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You have plenty of reasons to be thankful. Thank God for His love, His faithfulness, His patience and a million other things. Express gratitude for what He’s doing in your life. Thank Jesus for dying on the cross for you. Thank the Holy Spirit for indwelling in you and for never leaving. Thank Him for being your conscience, your counsellor and that “still small voice.”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Supplication</a:t>
            </a:r>
            <a:r>
              <a:rPr lang="en-US" dirty="0">
                <a:latin typeface="Times New Roman" panose="02020603050405020304" pitchFamily="18" charset="0"/>
                <a:cs typeface="Times New Roman" panose="02020603050405020304" pitchFamily="18" charset="0"/>
              </a:rPr>
              <a:t> – “Make your requests known to God.” -Philippians 4:6</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Tell God what you want, no matter how small it seems to you. Do you really think any of your requests are big to God the Creator?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9166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F78B937B-00DC-511C-E27F-46FBAD161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68305A-09CD-0E7B-9ECD-C43F974BF012}"/>
              </a:ext>
            </a:extLst>
          </p:cNvPr>
          <p:cNvSpPr>
            <a:spLocks noGrp="1"/>
          </p:cNvSpPr>
          <p:nvPr>
            <p:ph type="title"/>
          </p:nvPr>
        </p:nvSpPr>
        <p:spPr>
          <a:xfrm>
            <a:off x="1524000" y="130175"/>
            <a:ext cx="9144000" cy="1263649"/>
          </a:xfrm>
        </p:spPr>
        <p:txBody>
          <a:bodyPr/>
          <a:lstStyle/>
          <a:p>
            <a:pPr algn="ctr"/>
            <a:r>
              <a:rPr lang="en-JM" b="1" dirty="0">
                <a:latin typeface="Times New Roman" panose="02020603050405020304" pitchFamily="18" charset="0"/>
                <a:cs typeface="Times New Roman" panose="02020603050405020304" pitchFamily="18" charset="0"/>
              </a:rPr>
              <a:t>Supplication</a:t>
            </a:r>
          </a:p>
        </p:txBody>
      </p:sp>
      <p:sp>
        <p:nvSpPr>
          <p:cNvPr id="3" name="Content Placeholder 2">
            <a:extLst>
              <a:ext uri="{FF2B5EF4-FFF2-40B4-BE49-F238E27FC236}">
                <a16:creationId xmlns:a16="http://schemas.microsoft.com/office/drawing/2014/main" id="{C12B2F84-A8F8-BDBE-F3E8-1356A19A6D12}"/>
              </a:ext>
            </a:extLst>
          </p:cNvPr>
          <p:cNvSpPr>
            <a:spLocks noGrp="1"/>
          </p:cNvSpPr>
          <p:nvPr>
            <p:ph idx="1"/>
          </p:nvPr>
        </p:nvSpPr>
        <p:spPr>
          <a:xfrm>
            <a:off x="457201" y="1099227"/>
            <a:ext cx="11400816" cy="5628598"/>
          </a:xfrm>
        </p:spPr>
        <p:txBody>
          <a:bodyPr>
            <a:normAutofit/>
          </a:bodyPr>
          <a:lstStyle/>
          <a:p>
            <a:r>
              <a:rPr lang="en-US" dirty="0">
                <a:latin typeface="Times New Roman" panose="02020603050405020304" pitchFamily="18" charset="0"/>
                <a:cs typeface="Times New Roman" panose="02020603050405020304" pitchFamily="18" charset="0"/>
              </a:rPr>
              <a:t>Although it is a noun, supplication comes from the Latin verb </a:t>
            </a:r>
            <a:r>
              <a:rPr lang="en-US" dirty="0" err="1">
                <a:latin typeface="Times New Roman" panose="02020603050405020304" pitchFamily="18" charset="0"/>
                <a:cs typeface="Times New Roman" panose="02020603050405020304" pitchFamily="18" charset="0"/>
              </a:rPr>
              <a:t>supplicare</a:t>
            </a:r>
            <a:r>
              <a:rPr lang="en-US" dirty="0">
                <a:latin typeface="Times New Roman" panose="02020603050405020304" pitchFamily="18" charset="0"/>
                <a:cs typeface="Times New Roman" panose="02020603050405020304" pitchFamily="18" charset="0"/>
              </a:rPr>
              <a:t>, which means "to plead humbly." </a:t>
            </a:r>
          </a:p>
          <a:p>
            <a:r>
              <a:rPr lang="en-US" dirty="0">
                <a:latin typeface="Times New Roman" panose="02020603050405020304" pitchFamily="18" charset="0"/>
                <a:cs typeface="Times New Roman" panose="02020603050405020304" pitchFamily="18" charset="0"/>
              </a:rPr>
              <a:t>It is used 60 times in the Bible), it can logically be applied to any situation in which you must entreat someone in power for help or a </a:t>
            </a:r>
            <a:r>
              <a:rPr lang="en-US" dirty="0" err="1">
                <a:latin typeface="Times New Roman" panose="02020603050405020304" pitchFamily="18" charset="0"/>
                <a:cs typeface="Times New Roman" panose="02020603050405020304" pitchFamily="18" charset="0"/>
              </a:rPr>
              <a:t>favour</a:t>
            </a:r>
            <a:r>
              <a:rPr lang="en-US"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Chronicles-2 6:35</a:t>
            </a:r>
          </a:p>
          <a:p>
            <a:r>
              <a:rPr lang="en-US" dirty="0">
                <a:latin typeface="Times New Roman" panose="02020603050405020304" pitchFamily="18" charset="0"/>
                <a:cs typeface="Times New Roman" panose="02020603050405020304" pitchFamily="18" charset="0"/>
              </a:rPr>
              <a:t>Then hear thou from the heavens their prayer and their supplication, and maintain their cause.</a:t>
            </a:r>
          </a:p>
          <a:p>
            <a:pPr marL="0" indent="0">
              <a:buNone/>
            </a:pPr>
            <a:r>
              <a:rPr lang="en-US" b="1" dirty="0">
                <a:latin typeface="Times New Roman" panose="02020603050405020304" pitchFamily="18" charset="0"/>
                <a:cs typeface="Times New Roman" panose="02020603050405020304" pitchFamily="18" charset="0"/>
              </a:rPr>
              <a:t>James 5:16</a:t>
            </a:r>
          </a:p>
          <a:p>
            <a:r>
              <a:rPr lang="en-US" dirty="0">
                <a:latin typeface="Times New Roman" panose="02020603050405020304" pitchFamily="18" charset="0"/>
                <a:cs typeface="Times New Roman" panose="02020603050405020304" pitchFamily="18" charset="0"/>
              </a:rPr>
              <a:t>Confess your faults one to another, and pray one for another, that ye may be healed. The effectual fervent prayer of a righteous man availeth much.</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1267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0BB07B4-8756-4AE5-A848-6EA4FA2ED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9FB379C2-BFD0-1D1A-EAD9-D8B3DC2026F4}"/>
              </a:ext>
            </a:extLst>
          </p:cNvPr>
          <p:cNvPicPr>
            <a:picLocks noGrp="1" noChangeAspect="1"/>
          </p:cNvPicPr>
          <p:nvPr>
            <p:ph idx="1"/>
          </p:nvPr>
        </p:nvPicPr>
        <p:blipFill>
          <a:blip r:embed="rId2"/>
          <a:srcRect/>
          <a:stretch/>
        </p:blipFill>
        <p:spPr>
          <a:xfrm>
            <a:off x="20" y="10"/>
            <a:ext cx="12191980" cy="6857990"/>
          </a:xfrm>
          <a:prstGeom prst="rect">
            <a:avLst/>
          </a:prstGeom>
        </p:spPr>
      </p:pic>
    </p:spTree>
    <p:extLst>
      <p:ext uri="{BB962C8B-B14F-4D97-AF65-F5344CB8AC3E}">
        <p14:creationId xmlns:p14="http://schemas.microsoft.com/office/powerpoint/2010/main" val="3975107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9C73A1-9FF0-C06A-610C-82441F8FCBE9}"/>
              </a:ext>
            </a:extLst>
          </p:cNvPr>
          <p:cNvSpPr>
            <a:spLocks noGrp="1"/>
          </p:cNvSpPr>
          <p:nvPr>
            <p:ph idx="1"/>
          </p:nvPr>
        </p:nvSpPr>
        <p:spPr>
          <a:xfrm>
            <a:off x="762000" y="762000"/>
            <a:ext cx="10668000" cy="5791200"/>
          </a:xfrm>
        </p:spPr>
        <p:txBody>
          <a:bodyPr>
            <a:normAutofit fontScale="92500"/>
          </a:bodyPr>
          <a:lstStyle/>
          <a:p>
            <a:pPr marL="0" indent="0">
              <a:buNone/>
            </a:pPr>
            <a:endParaRPr lang="en-US" dirty="0"/>
          </a:p>
          <a:p>
            <a:pPr marL="0" indent="0">
              <a:buNone/>
            </a:pPr>
            <a:r>
              <a:rPr lang="en-US" sz="3000" b="1" dirty="0">
                <a:latin typeface="Times New Roman" panose="02020603050405020304" pitchFamily="18" charset="0"/>
                <a:cs typeface="Times New Roman" panose="02020603050405020304" pitchFamily="18" charset="0"/>
              </a:rPr>
              <a:t>Adoration</a:t>
            </a:r>
          </a:p>
          <a:p>
            <a:pPr marL="0" indent="0">
              <a:buNone/>
            </a:pPr>
            <a:r>
              <a:rPr lang="en-US" sz="3000" dirty="0">
                <a:latin typeface="Times New Roman" panose="02020603050405020304" pitchFamily="18" charset="0"/>
                <a:cs typeface="Times New Roman" panose="02020603050405020304" pitchFamily="18" charset="0"/>
              </a:rPr>
              <a:t>“Our Father which art in heaven, Hallowed be thy name. Thy kingdom come. Thy will be done in earth, as it is in heaven” (Matthew 6:9-10).</a:t>
            </a:r>
          </a:p>
          <a:p>
            <a:pPr marL="0" indent="0">
              <a:buNone/>
            </a:pPr>
            <a:r>
              <a:rPr lang="en-US" sz="3000" dirty="0">
                <a:latin typeface="Times New Roman" panose="02020603050405020304" pitchFamily="18" charset="0"/>
                <a:cs typeface="Times New Roman" panose="02020603050405020304" pitchFamily="18" charset="0"/>
              </a:rPr>
              <a:t>The Lord’s Prayer starts with </a:t>
            </a:r>
            <a:r>
              <a:rPr lang="en-US" sz="3000" dirty="0">
                <a:solidFill>
                  <a:srgbClr val="FFFF00"/>
                </a:solidFill>
                <a:latin typeface="Times New Roman" panose="02020603050405020304" pitchFamily="18" charset="0"/>
                <a:cs typeface="Times New Roman" panose="02020603050405020304" pitchFamily="18" charset="0"/>
              </a:rPr>
              <a:t>adoration</a:t>
            </a:r>
            <a:r>
              <a:rPr lang="en-US" sz="3000" dirty="0">
                <a:latin typeface="Times New Roman" panose="02020603050405020304" pitchFamily="18" charset="0"/>
                <a:cs typeface="Times New Roman" panose="02020603050405020304" pitchFamily="18" charset="0"/>
              </a:rPr>
              <a:t>. Here we use the words “</a:t>
            </a:r>
            <a:r>
              <a:rPr lang="en-US" sz="3000" dirty="0">
                <a:solidFill>
                  <a:srgbClr val="FFC000"/>
                </a:solidFill>
                <a:latin typeface="Times New Roman" panose="02020603050405020304" pitchFamily="18" charset="0"/>
                <a:cs typeface="Times New Roman" panose="02020603050405020304" pitchFamily="18" charset="0"/>
              </a:rPr>
              <a:t>Father</a:t>
            </a:r>
            <a:r>
              <a:rPr lang="en-US" sz="3000" dirty="0">
                <a:latin typeface="Times New Roman" panose="02020603050405020304" pitchFamily="18" charset="0"/>
                <a:cs typeface="Times New Roman" panose="02020603050405020304" pitchFamily="18" charset="0"/>
              </a:rPr>
              <a:t>” and “</a:t>
            </a:r>
            <a:r>
              <a:rPr lang="en-US" sz="3000" dirty="0">
                <a:solidFill>
                  <a:srgbClr val="FFC000"/>
                </a:solidFill>
                <a:latin typeface="Times New Roman" panose="02020603050405020304" pitchFamily="18" charset="0"/>
                <a:cs typeface="Times New Roman" panose="02020603050405020304" pitchFamily="18" charset="0"/>
              </a:rPr>
              <a:t>hallowed</a:t>
            </a:r>
            <a:r>
              <a:rPr lang="en-US" sz="3000" dirty="0">
                <a:latin typeface="Times New Roman" panose="02020603050405020304" pitchFamily="18" charset="0"/>
                <a:cs typeface="Times New Roman" panose="02020603050405020304" pitchFamily="18" charset="0"/>
              </a:rPr>
              <a:t>” to show who God is to us and what his name means to us.</a:t>
            </a:r>
          </a:p>
          <a:p>
            <a:pPr marL="0" indent="0">
              <a:buNone/>
            </a:pPr>
            <a:endParaRPr lang="en-US" sz="3000" dirty="0">
              <a:latin typeface="Times New Roman" panose="02020603050405020304" pitchFamily="18" charset="0"/>
              <a:cs typeface="Times New Roman" panose="02020603050405020304" pitchFamily="18" charset="0"/>
            </a:endParaRPr>
          </a:p>
          <a:p>
            <a:pPr marL="0" indent="0">
              <a:buNone/>
            </a:pPr>
            <a:r>
              <a:rPr lang="en-US" sz="3000" b="1" dirty="0">
                <a:latin typeface="Times New Roman" panose="02020603050405020304" pitchFamily="18" charset="0"/>
                <a:cs typeface="Times New Roman" panose="02020603050405020304" pitchFamily="18" charset="0"/>
              </a:rPr>
              <a:t>Confession</a:t>
            </a:r>
          </a:p>
          <a:p>
            <a:pPr marL="0" indent="0">
              <a:buNone/>
            </a:pPr>
            <a:r>
              <a:rPr lang="en-US" sz="3000" dirty="0">
                <a:latin typeface="Times New Roman" panose="02020603050405020304" pitchFamily="18" charset="0"/>
                <a:cs typeface="Times New Roman" panose="02020603050405020304" pitchFamily="18" charset="0"/>
              </a:rPr>
              <a:t>“And forgive us our debts, as we forgive our debtors (Matthew 6:12).”</a:t>
            </a:r>
          </a:p>
          <a:p>
            <a:pPr marL="0" indent="0">
              <a:buNone/>
            </a:pPr>
            <a:r>
              <a:rPr lang="en-US" sz="3000" dirty="0">
                <a:latin typeface="Times New Roman" panose="02020603050405020304" pitchFamily="18" charset="0"/>
                <a:cs typeface="Times New Roman" panose="02020603050405020304" pitchFamily="18" charset="0"/>
              </a:rPr>
              <a:t>We are then guided to ask for the </a:t>
            </a:r>
            <a:r>
              <a:rPr lang="en-US" sz="3000" dirty="0">
                <a:solidFill>
                  <a:srgbClr val="FFC000"/>
                </a:solidFill>
                <a:latin typeface="Times New Roman" panose="02020603050405020304" pitchFamily="18" charset="0"/>
                <a:cs typeface="Times New Roman" panose="02020603050405020304" pitchFamily="18" charset="0"/>
              </a:rPr>
              <a:t>forgiveness</a:t>
            </a:r>
            <a:r>
              <a:rPr lang="en-US" sz="3000" dirty="0">
                <a:latin typeface="Times New Roman" panose="02020603050405020304" pitchFamily="18" charset="0"/>
                <a:cs typeface="Times New Roman" panose="02020603050405020304" pitchFamily="18" charset="0"/>
              </a:rPr>
              <a:t> of our sins and for those who have wronged us.</a:t>
            </a:r>
          </a:p>
          <a:p>
            <a:pPr marL="0" indent="0">
              <a:buNone/>
            </a:pPr>
            <a:endParaRPr lang="en-JM" sz="33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5617C03-286A-89EA-A8D1-A8B9E97AF11D}"/>
              </a:ext>
            </a:extLst>
          </p:cNvPr>
          <p:cNvSpPr txBox="1"/>
          <p:nvPr/>
        </p:nvSpPr>
        <p:spPr>
          <a:xfrm>
            <a:off x="3916680" y="304800"/>
            <a:ext cx="4358640" cy="646331"/>
          </a:xfrm>
          <a:prstGeom prst="rect">
            <a:avLst/>
          </a:prstGeom>
          <a:noFill/>
        </p:spPr>
        <p:txBody>
          <a:bodyPr wrap="square" rtlCol="0">
            <a:spAutoFit/>
          </a:bodyPr>
          <a:lstStyle/>
          <a:p>
            <a:r>
              <a:rPr lang="en-JM" sz="3600" dirty="0">
                <a:latin typeface="Times New Roman" panose="02020603050405020304" pitchFamily="18" charset="0"/>
                <a:cs typeface="Times New Roman" panose="02020603050405020304" pitchFamily="18" charset="0"/>
              </a:rPr>
              <a:t>The Module Prayer</a:t>
            </a:r>
          </a:p>
        </p:txBody>
      </p:sp>
    </p:spTree>
    <p:extLst>
      <p:ext uri="{BB962C8B-B14F-4D97-AF65-F5344CB8AC3E}">
        <p14:creationId xmlns:p14="http://schemas.microsoft.com/office/powerpoint/2010/main" val="4076169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3852DE41-06B7-512A-6172-5279FEF76EB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6E334B-8621-15FC-C165-ED0623F1AC39}"/>
              </a:ext>
            </a:extLst>
          </p:cNvPr>
          <p:cNvSpPr>
            <a:spLocks noGrp="1"/>
          </p:cNvSpPr>
          <p:nvPr>
            <p:ph idx="1"/>
          </p:nvPr>
        </p:nvSpPr>
        <p:spPr>
          <a:xfrm>
            <a:off x="762000" y="762000"/>
            <a:ext cx="10668000" cy="5791200"/>
          </a:xfrm>
        </p:spPr>
        <p:txBody>
          <a:bodyPr>
            <a:normAutofit/>
          </a:bodyPr>
          <a:lstStyle/>
          <a:p>
            <a:pPr marL="0" indent="0">
              <a:buNone/>
            </a:pPr>
            <a:endParaRPr lang="en-US" dirty="0"/>
          </a:p>
          <a:p>
            <a:pPr marL="0" indent="0">
              <a:buNone/>
            </a:pPr>
            <a:r>
              <a:rPr lang="en-US" b="1" dirty="0">
                <a:latin typeface="Times New Roman" panose="02020603050405020304" pitchFamily="18" charset="0"/>
                <a:cs typeface="Times New Roman" panose="02020603050405020304" pitchFamily="18" charset="0"/>
              </a:rPr>
              <a:t>Thanksgiving</a:t>
            </a:r>
          </a:p>
          <a:p>
            <a:pPr marL="0" indent="0">
              <a:buNone/>
            </a:pPr>
            <a:r>
              <a:rPr lang="en-US" dirty="0">
                <a:latin typeface="Times New Roman" panose="02020603050405020304" pitchFamily="18" charset="0"/>
                <a:cs typeface="Times New Roman" panose="02020603050405020304" pitchFamily="18" charset="0"/>
              </a:rPr>
              <a:t>“For thine is the </a:t>
            </a:r>
            <a:r>
              <a:rPr lang="en-US" dirty="0">
                <a:solidFill>
                  <a:srgbClr val="FFC000"/>
                </a:solidFill>
                <a:latin typeface="Times New Roman" panose="02020603050405020304" pitchFamily="18" charset="0"/>
                <a:cs typeface="Times New Roman" panose="02020603050405020304" pitchFamily="18" charset="0"/>
              </a:rPr>
              <a:t>kingdom</a:t>
            </a:r>
            <a:r>
              <a:rPr lang="en-US" dirty="0">
                <a:latin typeface="Times New Roman" panose="02020603050405020304" pitchFamily="18" charset="0"/>
                <a:cs typeface="Times New Roman" panose="02020603050405020304" pitchFamily="18" charset="0"/>
              </a:rPr>
              <a:t>, and the </a:t>
            </a:r>
            <a:r>
              <a:rPr lang="en-US" dirty="0">
                <a:solidFill>
                  <a:srgbClr val="FFC000"/>
                </a:solidFill>
                <a:latin typeface="Times New Roman" panose="02020603050405020304" pitchFamily="18" charset="0"/>
                <a:cs typeface="Times New Roman" panose="02020603050405020304" pitchFamily="18" charset="0"/>
              </a:rPr>
              <a:t>power</a:t>
            </a:r>
            <a:r>
              <a:rPr lang="en-US" dirty="0">
                <a:latin typeface="Times New Roman" panose="02020603050405020304" pitchFamily="18" charset="0"/>
                <a:cs typeface="Times New Roman" panose="02020603050405020304" pitchFamily="18" charset="0"/>
              </a:rPr>
              <a:t>, and the</a:t>
            </a:r>
            <a:r>
              <a:rPr lang="en-US" dirty="0">
                <a:solidFill>
                  <a:srgbClr val="FFC000"/>
                </a:solidFill>
                <a:latin typeface="Times New Roman" panose="02020603050405020304" pitchFamily="18" charset="0"/>
                <a:cs typeface="Times New Roman" panose="02020603050405020304" pitchFamily="18" charset="0"/>
              </a:rPr>
              <a:t> glory</a:t>
            </a:r>
            <a:r>
              <a:rPr lang="en-US" dirty="0">
                <a:latin typeface="Times New Roman" panose="02020603050405020304" pitchFamily="18" charset="0"/>
                <a:cs typeface="Times New Roman" panose="02020603050405020304" pitchFamily="18" charset="0"/>
              </a:rPr>
              <a:t>, for ever. Amen”(Matthew 6:13b).</a:t>
            </a:r>
          </a:p>
          <a:p>
            <a:pPr marL="0" indent="0">
              <a:buNone/>
            </a:pPr>
            <a:r>
              <a:rPr lang="en-US" dirty="0">
                <a:latin typeface="Times New Roman" panose="02020603050405020304" pitchFamily="18" charset="0"/>
                <a:cs typeface="Times New Roman" panose="02020603050405020304" pitchFamily="18" charset="0"/>
              </a:rPr>
              <a:t>Giving thanks expresses our faith, and faith pleases God.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Supplication</a:t>
            </a:r>
          </a:p>
          <a:p>
            <a:pPr marL="0" indent="0">
              <a:buNone/>
            </a:pPr>
            <a:r>
              <a:rPr lang="en-US" dirty="0">
                <a:latin typeface="Times New Roman" panose="02020603050405020304" pitchFamily="18" charset="0"/>
                <a:cs typeface="Times New Roman" panose="02020603050405020304" pitchFamily="18" charset="0"/>
              </a:rPr>
              <a:t>Give us this day our daily bread. And lead us not into temptation, but deliver us from evil (Matthew 6: 11,13a)</a:t>
            </a:r>
          </a:p>
          <a:p>
            <a:pPr marL="0" indent="0">
              <a:buNone/>
            </a:pPr>
            <a:r>
              <a:rPr lang="en-US" dirty="0">
                <a:latin typeface="Times New Roman" panose="02020603050405020304" pitchFamily="18" charset="0"/>
                <a:cs typeface="Times New Roman" panose="02020603050405020304" pitchFamily="18" charset="0"/>
              </a:rPr>
              <a:t>We must ask and let our request be made known.</a:t>
            </a:r>
          </a:p>
          <a:p>
            <a:pPr marL="0" indent="0">
              <a:buNone/>
            </a:pPr>
            <a:endParaRPr lang="en-JM" sz="33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2100951-A2B1-BE16-E108-F01031D1BF46}"/>
              </a:ext>
            </a:extLst>
          </p:cNvPr>
          <p:cNvSpPr txBox="1"/>
          <p:nvPr/>
        </p:nvSpPr>
        <p:spPr>
          <a:xfrm>
            <a:off x="3916680" y="304800"/>
            <a:ext cx="4358640" cy="646331"/>
          </a:xfrm>
          <a:prstGeom prst="rect">
            <a:avLst/>
          </a:prstGeom>
          <a:noFill/>
        </p:spPr>
        <p:txBody>
          <a:bodyPr wrap="square" rtlCol="0">
            <a:spAutoFit/>
          </a:bodyPr>
          <a:lstStyle/>
          <a:p>
            <a:r>
              <a:rPr lang="en-JM" sz="3600" dirty="0">
                <a:latin typeface="Times New Roman" panose="02020603050405020304" pitchFamily="18" charset="0"/>
                <a:cs typeface="Times New Roman" panose="02020603050405020304" pitchFamily="18" charset="0"/>
              </a:rPr>
              <a:t>The Module Prayer</a:t>
            </a:r>
          </a:p>
        </p:txBody>
      </p:sp>
    </p:spTree>
    <p:extLst>
      <p:ext uri="{BB962C8B-B14F-4D97-AF65-F5344CB8AC3E}">
        <p14:creationId xmlns:p14="http://schemas.microsoft.com/office/powerpoint/2010/main" val="2740150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643FC445-5591-BB4A-77F6-C42ED4A9559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41B2F5-93A4-176A-789F-571623795CC7}"/>
              </a:ext>
            </a:extLst>
          </p:cNvPr>
          <p:cNvSpPr>
            <a:spLocks noGrp="1"/>
          </p:cNvSpPr>
          <p:nvPr>
            <p:ph idx="1"/>
          </p:nvPr>
        </p:nvSpPr>
        <p:spPr>
          <a:xfrm>
            <a:off x="762000" y="457199"/>
            <a:ext cx="10668000" cy="3048001"/>
          </a:xfrm>
        </p:spPr>
        <p:txBody>
          <a:bodyPr/>
          <a:lstStyle/>
          <a:p>
            <a:pPr marL="0" indent="0">
              <a:buNone/>
            </a:pPr>
            <a:r>
              <a:rPr lang="en-US" dirty="0">
                <a:latin typeface="Times New Roman" panose="02020603050405020304" pitchFamily="18" charset="0"/>
                <a:cs typeface="Times New Roman" panose="02020603050405020304" pitchFamily="18" charset="0"/>
              </a:rPr>
              <a:t>The Lord’s prayer is not meant to be recited word for word. Jesus said that the Lord’s prayer is a “</a:t>
            </a:r>
            <a:r>
              <a:rPr lang="en-US" dirty="0">
                <a:solidFill>
                  <a:srgbClr val="FFC000"/>
                </a:solidFill>
                <a:latin typeface="Times New Roman" panose="02020603050405020304" pitchFamily="18" charset="0"/>
                <a:cs typeface="Times New Roman" panose="02020603050405020304" pitchFamily="18" charset="0"/>
              </a:rPr>
              <a:t>manner</a:t>
            </a:r>
            <a:r>
              <a:rPr lang="en-US" dirty="0">
                <a:latin typeface="Times New Roman" panose="02020603050405020304" pitchFamily="18" charset="0"/>
                <a:cs typeface="Times New Roman" panose="02020603050405020304" pitchFamily="18" charset="0"/>
              </a:rPr>
              <a:t>” of praying. In other words, it is meant to be a </a:t>
            </a:r>
            <a:r>
              <a:rPr lang="en-US" dirty="0">
                <a:solidFill>
                  <a:srgbClr val="FFC000"/>
                </a:solidFill>
                <a:latin typeface="Times New Roman" panose="02020603050405020304" pitchFamily="18" charset="0"/>
                <a:cs typeface="Times New Roman" panose="02020603050405020304" pitchFamily="18" charset="0"/>
              </a:rPr>
              <a:t>template</a:t>
            </a:r>
            <a:r>
              <a:rPr lang="en-US" dirty="0">
                <a:latin typeface="Times New Roman" panose="02020603050405020304" pitchFamily="18" charset="0"/>
                <a:cs typeface="Times New Roman" panose="02020603050405020304" pitchFamily="18" charset="0"/>
              </a:rPr>
              <a:t> for us to use in our prayer lives, and not a word for word recitation that we repeat multiple times throughout the week or day.</a:t>
            </a:r>
            <a:endParaRPr lang="en-JM"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6895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EBC50B6-8839-4766-8FD7-C7EBD59FF1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A55A83-8D0C-0B46-CDFB-F4B12E5F966D}"/>
              </a:ext>
            </a:extLst>
          </p:cNvPr>
          <p:cNvSpPr>
            <a:spLocks noGrp="1"/>
          </p:cNvSpPr>
          <p:nvPr>
            <p:ph type="title"/>
          </p:nvPr>
        </p:nvSpPr>
        <p:spPr>
          <a:xfrm>
            <a:off x="762000" y="1097281"/>
            <a:ext cx="10668000" cy="2854518"/>
          </a:xfrm>
        </p:spPr>
        <p:txBody>
          <a:bodyPr vert="horz" lIns="91440" tIns="45720" rIns="91440" bIns="45720" rtlCol="0" anchor="b" anchorCtr="0">
            <a:normAutofit/>
          </a:bodyPr>
          <a:lstStyle/>
          <a:p>
            <a:pPr algn="ctr"/>
            <a:r>
              <a:rPr lang="en-US" sz="8000" dirty="0"/>
              <a:t>The Godhead and Prayer</a:t>
            </a:r>
          </a:p>
        </p:txBody>
      </p:sp>
      <p:sp>
        <p:nvSpPr>
          <p:cNvPr id="3" name="Content Placeholder 2">
            <a:extLst>
              <a:ext uri="{FF2B5EF4-FFF2-40B4-BE49-F238E27FC236}">
                <a16:creationId xmlns:a16="http://schemas.microsoft.com/office/drawing/2014/main" id="{C08FECA5-6EB0-B8EA-3621-E0590777494A}"/>
              </a:ext>
            </a:extLst>
          </p:cNvPr>
          <p:cNvSpPr>
            <a:spLocks noGrp="1"/>
          </p:cNvSpPr>
          <p:nvPr>
            <p:ph idx="1"/>
          </p:nvPr>
        </p:nvSpPr>
        <p:spPr>
          <a:xfrm>
            <a:off x="1334934" y="5049080"/>
            <a:ext cx="9522131" cy="1600520"/>
          </a:xfrm>
        </p:spPr>
        <p:txBody>
          <a:bodyPr vert="horz" lIns="91440" tIns="45720" rIns="91440" bIns="45720" rtlCol="0">
            <a:normAutofit/>
          </a:bodyPr>
          <a:lstStyle/>
          <a:p>
            <a:pPr marL="0" indent="0" algn="ctr">
              <a:buNone/>
            </a:pPr>
            <a:r>
              <a:rPr lang="en-US" dirty="0"/>
              <a:t>All three persons in the Godhead take part in getting our prayers answered. </a:t>
            </a:r>
          </a:p>
        </p:txBody>
      </p:sp>
      <p:sp>
        <p:nvSpPr>
          <p:cNvPr id="10" name="Freeform: Shape 9">
            <a:extLst>
              <a:ext uri="{FF2B5EF4-FFF2-40B4-BE49-F238E27FC236}">
                <a16:creationId xmlns:a16="http://schemas.microsoft.com/office/drawing/2014/main" id="{7115DC02-2F1A-42B8-AED2-831CAF26C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243606"/>
            <a:ext cx="12192000" cy="1005840"/>
          </a:xfrm>
          <a:custGeom>
            <a:avLst/>
            <a:gdLst>
              <a:gd name="connsiteX0" fmla="*/ 12192000 w 12192000"/>
              <a:gd name="connsiteY0" fmla="*/ 0 h 1203824"/>
              <a:gd name="connsiteX1" fmla="*/ 12192000 w 12192000"/>
              <a:gd name="connsiteY1" fmla="*/ 463429 h 1203824"/>
              <a:gd name="connsiteX2" fmla="*/ 12190876 w 12192000"/>
              <a:gd name="connsiteY2" fmla="*/ 463512 h 1203824"/>
              <a:gd name="connsiteX3" fmla="*/ 12077245 w 12192000"/>
              <a:gd name="connsiteY3" fmla="*/ 476327 h 1203824"/>
              <a:gd name="connsiteX4" fmla="*/ 11984517 w 12192000"/>
              <a:gd name="connsiteY4" fmla="*/ 479927 h 1203824"/>
              <a:gd name="connsiteX5" fmla="*/ 11951600 w 12192000"/>
              <a:gd name="connsiteY5" fmla="*/ 478957 h 1203824"/>
              <a:gd name="connsiteX6" fmla="*/ 11690904 w 12192000"/>
              <a:gd name="connsiteY6" fmla="*/ 471970 h 1203824"/>
              <a:gd name="connsiteX7" fmla="*/ 11413965 w 12192000"/>
              <a:gd name="connsiteY7" fmla="*/ 476172 h 1203824"/>
              <a:gd name="connsiteX8" fmla="*/ 11240739 w 12192000"/>
              <a:gd name="connsiteY8" fmla="*/ 523169 h 1203824"/>
              <a:gd name="connsiteX9" fmla="*/ 11175005 w 12192000"/>
              <a:gd name="connsiteY9" fmla="*/ 532169 h 1203824"/>
              <a:gd name="connsiteX10" fmla="*/ 10873726 w 12192000"/>
              <a:gd name="connsiteY10" fmla="*/ 580253 h 1203824"/>
              <a:gd name="connsiteX11" fmla="*/ 10821306 w 12192000"/>
              <a:gd name="connsiteY11" fmla="*/ 593207 h 1203824"/>
              <a:gd name="connsiteX12" fmla="*/ 10530811 w 12192000"/>
              <a:gd name="connsiteY12" fmla="*/ 612184 h 1203824"/>
              <a:gd name="connsiteX13" fmla="*/ 10426049 w 12192000"/>
              <a:gd name="connsiteY13" fmla="*/ 623354 h 1203824"/>
              <a:gd name="connsiteX14" fmla="*/ 10329156 w 12192000"/>
              <a:gd name="connsiteY14" fmla="*/ 630948 h 1203824"/>
              <a:gd name="connsiteX15" fmla="*/ 10194727 w 12192000"/>
              <a:gd name="connsiteY15" fmla="*/ 648617 h 1203824"/>
              <a:gd name="connsiteX16" fmla="*/ 10055906 w 12192000"/>
              <a:gd name="connsiteY16" fmla="*/ 671256 h 1203824"/>
              <a:gd name="connsiteX17" fmla="*/ 9900551 w 12192000"/>
              <a:gd name="connsiteY17" fmla="*/ 692855 h 1203824"/>
              <a:gd name="connsiteX18" fmla="*/ 9838464 w 12192000"/>
              <a:gd name="connsiteY18" fmla="*/ 696804 h 1203824"/>
              <a:gd name="connsiteX19" fmla="*/ 9672957 w 12192000"/>
              <a:gd name="connsiteY19" fmla="*/ 723816 h 1203824"/>
              <a:gd name="connsiteX20" fmla="*/ 9585066 w 12192000"/>
              <a:gd name="connsiteY20" fmla="*/ 730692 h 1203824"/>
              <a:gd name="connsiteX21" fmla="*/ 9441407 w 12192000"/>
              <a:gd name="connsiteY21" fmla="*/ 750055 h 1203824"/>
              <a:gd name="connsiteX22" fmla="*/ 9394459 w 12192000"/>
              <a:gd name="connsiteY22" fmla="*/ 755431 h 1203824"/>
              <a:gd name="connsiteX23" fmla="*/ 9352590 w 12192000"/>
              <a:gd name="connsiteY23" fmla="*/ 760650 h 1203824"/>
              <a:gd name="connsiteX24" fmla="*/ 9211614 w 12192000"/>
              <a:gd name="connsiteY24" fmla="*/ 796248 h 1203824"/>
              <a:gd name="connsiteX25" fmla="*/ 9084667 w 12192000"/>
              <a:gd name="connsiteY25" fmla="*/ 815303 h 1203824"/>
              <a:gd name="connsiteX26" fmla="*/ 8863666 w 12192000"/>
              <a:gd name="connsiteY26" fmla="*/ 859298 h 1203824"/>
              <a:gd name="connsiteX27" fmla="*/ 8813796 w 12192000"/>
              <a:gd name="connsiteY27" fmla="*/ 862070 h 1203824"/>
              <a:gd name="connsiteX28" fmla="*/ 8659351 w 12192000"/>
              <a:gd name="connsiteY28" fmla="*/ 882406 h 1203824"/>
              <a:gd name="connsiteX29" fmla="*/ 8571352 w 12192000"/>
              <a:gd name="connsiteY29" fmla="*/ 893639 h 1203824"/>
              <a:gd name="connsiteX30" fmla="*/ 8464106 w 12192000"/>
              <a:gd name="connsiteY30" fmla="*/ 918004 h 1203824"/>
              <a:gd name="connsiteX31" fmla="*/ 8278324 w 12192000"/>
              <a:gd name="connsiteY31" fmla="*/ 963769 h 1203824"/>
              <a:gd name="connsiteX32" fmla="*/ 8229128 w 12192000"/>
              <a:gd name="connsiteY32" fmla="*/ 973810 h 1203824"/>
              <a:gd name="connsiteX33" fmla="*/ 8139751 w 12192000"/>
              <a:gd name="connsiteY33" fmla="*/ 995815 h 1203824"/>
              <a:gd name="connsiteX34" fmla="*/ 8123571 w 12192000"/>
              <a:gd name="connsiteY34" fmla="*/ 999822 h 1203824"/>
              <a:gd name="connsiteX35" fmla="*/ 7988699 w 12192000"/>
              <a:gd name="connsiteY35" fmla="*/ 1042479 h 1203824"/>
              <a:gd name="connsiteX36" fmla="*/ 7917214 w 12192000"/>
              <a:gd name="connsiteY36" fmla="*/ 1054565 h 1203824"/>
              <a:gd name="connsiteX37" fmla="*/ 7710915 w 12192000"/>
              <a:gd name="connsiteY37" fmla="*/ 1084190 h 1203824"/>
              <a:gd name="connsiteX38" fmla="*/ 7622959 w 12192000"/>
              <a:gd name="connsiteY38" fmla="*/ 1093150 h 1203824"/>
              <a:gd name="connsiteX39" fmla="*/ 7410782 w 12192000"/>
              <a:gd name="connsiteY39" fmla="*/ 1109640 h 1203824"/>
              <a:gd name="connsiteX40" fmla="*/ 7277754 w 12192000"/>
              <a:gd name="connsiteY40" fmla="*/ 1121822 h 1203824"/>
              <a:gd name="connsiteX41" fmla="*/ 7124540 w 12192000"/>
              <a:gd name="connsiteY41" fmla="*/ 1132918 h 1203824"/>
              <a:gd name="connsiteX42" fmla="*/ 6949752 w 12192000"/>
              <a:gd name="connsiteY42" fmla="*/ 1151058 h 1203824"/>
              <a:gd name="connsiteX43" fmla="*/ 6630249 w 12192000"/>
              <a:gd name="connsiteY43" fmla="*/ 1176063 h 1203824"/>
              <a:gd name="connsiteX44" fmla="*/ 6320634 w 12192000"/>
              <a:gd name="connsiteY44" fmla="*/ 1198901 h 1203824"/>
              <a:gd name="connsiteX45" fmla="*/ 6192343 w 12192000"/>
              <a:gd name="connsiteY45" fmla="*/ 1198323 h 1203824"/>
              <a:gd name="connsiteX46" fmla="*/ 5966562 w 12192000"/>
              <a:gd name="connsiteY46" fmla="*/ 1203723 h 1203824"/>
              <a:gd name="connsiteX47" fmla="*/ 5867227 w 12192000"/>
              <a:gd name="connsiteY47" fmla="*/ 1201847 h 1203824"/>
              <a:gd name="connsiteX48" fmla="*/ 5630172 w 12192000"/>
              <a:gd name="connsiteY48" fmla="*/ 1202248 h 1203824"/>
              <a:gd name="connsiteX49" fmla="*/ 5348949 w 12192000"/>
              <a:gd name="connsiteY49" fmla="*/ 1191768 h 1203824"/>
              <a:gd name="connsiteX50" fmla="*/ 5241228 w 12192000"/>
              <a:gd name="connsiteY50" fmla="*/ 1192408 h 1203824"/>
              <a:gd name="connsiteX51" fmla="*/ 4971133 w 12192000"/>
              <a:gd name="connsiteY51" fmla="*/ 1193559 h 1203824"/>
              <a:gd name="connsiteX52" fmla="*/ 4869416 w 12192000"/>
              <a:gd name="connsiteY52" fmla="*/ 1200519 h 1203824"/>
              <a:gd name="connsiteX53" fmla="*/ 4753274 w 12192000"/>
              <a:gd name="connsiteY53" fmla="*/ 1200850 h 1203824"/>
              <a:gd name="connsiteX54" fmla="*/ 4611883 w 12192000"/>
              <a:gd name="connsiteY54" fmla="*/ 1192701 h 1203824"/>
              <a:gd name="connsiteX55" fmla="*/ 4376825 w 12192000"/>
              <a:gd name="connsiteY55" fmla="*/ 1184131 h 1203824"/>
              <a:gd name="connsiteX56" fmla="*/ 4285471 w 12192000"/>
              <a:gd name="connsiteY56" fmla="*/ 1187158 h 1203824"/>
              <a:gd name="connsiteX57" fmla="*/ 3866543 w 12192000"/>
              <a:gd name="connsiteY57" fmla="*/ 1181596 h 1203824"/>
              <a:gd name="connsiteX58" fmla="*/ 3651342 w 12192000"/>
              <a:gd name="connsiteY58" fmla="*/ 1174348 h 1203824"/>
              <a:gd name="connsiteX59" fmla="*/ 3518453 w 12192000"/>
              <a:gd name="connsiteY59" fmla="*/ 1177258 h 1203824"/>
              <a:gd name="connsiteX60" fmla="*/ 3400818 w 12192000"/>
              <a:gd name="connsiteY60" fmla="*/ 1169685 h 1203824"/>
              <a:gd name="connsiteX61" fmla="*/ 3037154 w 12192000"/>
              <a:gd name="connsiteY61" fmla="*/ 1153217 h 1203824"/>
              <a:gd name="connsiteX62" fmla="*/ 2866260 w 12192000"/>
              <a:gd name="connsiteY62" fmla="*/ 1132283 h 1203824"/>
              <a:gd name="connsiteX63" fmla="*/ 2582173 w 12192000"/>
              <a:gd name="connsiteY63" fmla="*/ 1088979 h 1203824"/>
              <a:gd name="connsiteX64" fmla="*/ 2395406 w 12192000"/>
              <a:gd name="connsiteY64" fmla="*/ 1035945 h 1203824"/>
              <a:gd name="connsiteX65" fmla="*/ 2294751 w 12192000"/>
              <a:gd name="connsiteY65" fmla="*/ 1014618 h 1203824"/>
              <a:gd name="connsiteX66" fmla="*/ 2122944 w 12192000"/>
              <a:gd name="connsiteY66" fmla="*/ 984751 h 1203824"/>
              <a:gd name="connsiteX67" fmla="*/ 1905504 w 12192000"/>
              <a:gd name="connsiteY67" fmla="*/ 941380 h 1203824"/>
              <a:gd name="connsiteX68" fmla="*/ 1671045 w 12192000"/>
              <a:gd name="connsiteY68" fmla="*/ 924228 h 1203824"/>
              <a:gd name="connsiteX69" fmla="*/ 1543856 w 12192000"/>
              <a:gd name="connsiteY69" fmla="*/ 898190 h 1203824"/>
              <a:gd name="connsiteX70" fmla="*/ 1419784 w 12192000"/>
              <a:gd name="connsiteY70" fmla="*/ 868500 h 1203824"/>
              <a:gd name="connsiteX71" fmla="*/ 1355116 w 12192000"/>
              <a:gd name="connsiteY71" fmla="*/ 849214 h 1203824"/>
              <a:gd name="connsiteX72" fmla="*/ 1223713 w 12192000"/>
              <a:gd name="connsiteY72" fmla="*/ 821702 h 1203824"/>
              <a:gd name="connsiteX73" fmla="*/ 1094193 w 12192000"/>
              <a:gd name="connsiteY73" fmla="*/ 804872 h 1203824"/>
              <a:gd name="connsiteX74" fmla="*/ 1001115 w 12192000"/>
              <a:gd name="connsiteY74" fmla="*/ 783030 h 1203824"/>
              <a:gd name="connsiteX75" fmla="*/ 879548 w 12192000"/>
              <a:gd name="connsiteY75" fmla="*/ 747884 h 1203824"/>
              <a:gd name="connsiteX76" fmla="*/ 711163 w 12192000"/>
              <a:gd name="connsiteY76" fmla="*/ 719039 h 1203824"/>
              <a:gd name="connsiteX77" fmla="*/ 557941 w 12192000"/>
              <a:gd name="connsiteY77" fmla="*/ 707101 h 1203824"/>
              <a:gd name="connsiteX78" fmla="*/ 480347 w 12192000"/>
              <a:gd name="connsiteY78" fmla="*/ 668702 h 1203824"/>
              <a:gd name="connsiteX79" fmla="*/ 296224 w 12192000"/>
              <a:gd name="connsiteY79" fmla="*/ 603583 h 1203824"/>
              <a:gd name="connsiteX80" fmla="*/ 72689 w 12192000"/>
              <a:gd name="connsiteY80" fmla="*/ 560892 h 1203824"/>
              <a:gd name="connsiteX81" fmla="*/ 0 w 12192000"/>
              <a:gd name="connsiteY81" fmla="*/ 543486 h 1203824"/>
              <a:gd name="connsiteX82" fmla="*/ 0 w 12192000"/>
              <a:gd name="connsiteY82" fmla="*/ 384357 h 1203824"/>
              <a:gd name="connsiteX83" fmla="*/ 51784 w 12192000"/>
              <a:gd name="connsiteY83" fmla="*/ 393937 h 1203824"/>
              <a:gd name="connsiteX84" fmla="*/ 205561 w 12192000"/>
              <a:gd name="connsiteY84" fmla="*/ 414859 h 1203824"/>
              <a:gd name="connsiteX85" fmla="*/ 354391 w 12192000"/>
              <a:gd name="connsiteY85" fmla="*/ 426667 h 1203824"/>
              <a:gd name="connsiteX86" fmla="*/ 448281 w 12192000"/>
              <a:gd name="connsiteY86" fmla="*/ 436308 h 1203824"/>
              <a:gd name="connsiteX87" fmla="*/ 611518 w 12192000"/>
              <a:gd name="connsiteY87" fmla="*/ 434166 h 1203824"/>
              <a:gd name="connsiteX88" fmla="*/ 746076 w 12192000"/>
              <a:gd name="connsiteY88" fmla="*/ 422520 h 1203824"/>
              <a:gd name="connsiteX89" fmla="*/ 902724 w 12192000"/>
              <a:gd name="connsiteY89" fmla="*/ 409989 h 1203824"/>
              <a:gd name="connsiteX90" fmla="*/ 1113854 w 12192000"/>
              <a:gd name="connsiteY90" fmla="*/ 414230 h 1203824"/>
              <a:gd name="connsiteX91" fmla="*/ 1333449 w 12192000"/>
              <a:gd name="connsiteY91" fmla="*/ 459938 h 1203824"/>
              <a:gd name="connsiteX92" fmla="*/ 1408608 w 12192000"/>
              <a:gd name="connsiteY92" fmla="*/ 458278 h 1203824"/>
              <a:gd name="connsiteX93" fmla="*/ 1630191 w 12192000"/>
              <a:gd name="connsiteY93" fmla="*/ 403061 h 1203824"/>
              <a:gd name="connsiteX94" fmla="*/ 1956289 w 12192000"/>
              <a:gd name="connsiteY94" fmla="*/ 332366 h 1203824"/>
              <a:gd name="connsiteX95" fmla="*/ 2042814 w 12192000"/>
              <a:gd name="connsiteY95" fmla="*/ 344002 h 1203824"/>
              <a:gd name="connsiteX96" fmla="*/ 2183420 w 12192000"/>
              <a:gd name="connsiteY96" fmla="*/ 369635 h 1203824"/>
              <a:gd name="connsiteX97" fmla="*/ 2269566 w 12192000"/>
              <a:gd name="connsiteY97" fmla="*/ 439859 h 1203824"/>
              <a:gd name="connsiteX98" fmla="*/ 2331129 w 12192000"/>
              <a:gd name="connsiteY98" fmla="*/ 524163 h 1203824"/>
              <a:gd name="connsiteX99" fmla="*/ 2385112 w 12192000"/>
              <a:gd name="connsiteY99" fmla="*/ 555357 h 1203824"/>
              <a:gd name="connsiteX100" fmla="*/ 2444033 w 12192000"/>
              <a:gd name="connsiteY100" fmla="*/ 572629 h 1203824"/>
              <a:gd name="connsiteX101" fmla="*/ 2525979 w 12192000"/>
              <a:gd name="connsiteY101" fmla="*/ 603233 h 1203824"/>
              <a:gd name="connsiteX102" fmla="*/ 2603911 w 12192000"/>
              <a:gd name="connsiteY102" fmla="*/ 684825 h 1203824"/>
              <a:gd name="connsiteX103" fmla="*/ 2678828 w 12192000"/>
              <a:gd name="connsiteY103" fmla="*/ 706990 h 1203824"/>
              <a:gd name="connsiteX104" fmla="*/ 2738094 w 12192000"/>
              <a:gd name="connsiteY104" fmla="*/ 711376 h 1203824"/>
              <a:gd name="connsiteX105" fmla="*/ 2983806 w 12192000"/>
              <a:gd name="connsiteY105" fmla="*/ 728243 h 1203824"/>
              <a:gd name="connsiteX106" fmla="*/ 3013997 w 12192000"/>
              <a:gd name="connsiteY106" fmla="*/ 725446 h 1203824"/>
              <a:gd name="connsiteX107" fmla="*/ 3364419 w 12192000"/>
              <a:gd name="connsiteY107" fmla="*/ 720577 h 1203824"/>
              <a:gd name="connsiteX108" fmla="*/ 3460521 w 12192000"/>
              <a:gd name="connsiteY108" fmla="*/ 717628 h 1203824"/>
              <a:gd name="connsiteX109" fmla="*/ 3710982 w 12192000"/>
              <a:gd name="connsiteY109" fmla="*/ 714182 h 1203824"/>
              <a:gd name="connsiteX110" fmla="*/ 3850961 w 12192000"/>
              <a:gd name="connsiteY110" fmla="*/ 778802 h 1203824"/>
              <a:gd name="connsiteX111" fmla="*/ 3946286 w 12192000"/>
              <a:gd name="connsiteY111" fmla="*/ 816372 h 1203824"/>
              <a:gd name="connsiteX112" fmla="*/ 4065132 w 12192000"/>
              <a:gd name="connsiteY112" fmla="*/ 832459 h 1203824"/>
              <a:gd name="connsiteX113" fmla="*/ 4132173 w 12192000"/>
              <a:gd name="connsiteY113" fmla="*/ 835167 h 1203824"/>
              <a:gd name="connsiteX114" fmla="*/ 4305858 w 12192000"/>
              <a:gd name="connsiteY114" fmla="*/ 804156 h 1203824"/>
              <a:gd name="connsiteX115" fmla="*/ 4382131 w 12192000"/>
              <a:gd name="connsiteY115" fmla="*/ 769481 h 1203824"/>
              <a:gd name="connsiteX116" fmla="*/ 4453289 w 12192000"/>
              <a:gd name="connsiteY116" fmla="*/ 752531 h 1203824"/>
              <a:gd name="connsiteX117" fmla="*/ 4657971 w 12192000"/>
              <a:gd name="connsiteY117" fmla="*/ 795835 h 1203824"/>
              <a:gd name="connsiteX118" fmla="*/ 4682399 w 12192000"/>
              <a:gd name="connsiteY118" fmla="*/ 813876 h 1203824"/>
              <a:gd name="connsiteX119" fmla="*/ 4771814 w 12192000"/>
              <a:gd name="connsiteY119" fmla="*/ 907046 h 1203824"/>
              <a:gd name="connsiteX120" fmla="*/ 4827520 w 12192000"/>
              <a:gd name="connsiteY120" fmla="*/ 929876 h 1203824"/>
              <a:gd name="connsiteX121" fmla="*/ 4849942 w 12192000"/>
              <a:gd name="connsiteY121" fmla="*/ 933851 h 1203824"/>
              <a:gd name="connsiteX122" fmla="*/ 5009626 w 12192000"/>
              <a:gd name="connsiteY122" fmla="*/ 957896 h 1203824"/>
              <a:gd name="connsiteX123" fmla="*/ 5158711 w 12192000"/>
              <a:gd name="connsiteY123" fmla="*/ 963814 h 1203824"/>
              <a:gd name="connsiteX124" fmla="*/ 5376427 w 12192000"/>
              <a:gd name="connsiteY124" fmla="*/ 963151 h 1203824"/>
              <a:gd name="connsiteX125" fmla="*/ 5475787 w 12192000"/>
              <a:gd name="connsiteY125" fmla="*/ 980508 h 1203824"/>
              <a:gd name="connsiteX126" fmla="*/ 5653401 w 12192000"/>
              <a:gd name="connsiteY126" fmla="*/ 987268 h 1203824"/>
              <a:gd name="connsiteX127" fmla="*/ 5726340 w 12192000"/>
              <a:gd name="connsiteY127" fmla="*/ 985357 h 1203824"/>
              <a:gd name="connsiteX128" fmla="*/ 5790563 w 12192000"/>
              <a:gd name="connsiteY128" fmla="*/ 991300 h 1203824"/>
              <a:gd name="connsiteX129" fmla="*/ 5860260 w 12192000"/>
              <a:gd name="connsiteY129" fmla="*/ 1004958 h 1203824"/>
              <a:gd name="connsiteX130" fmla="*/ 6042101 w 12192000"/>
              <a:gd name="connsiteY130" fmla="*/ 1036226 h 1203824"/>
              <a:gd name="connsiteX131" fmla="*/ 6301998 w 12192000"/>
              <a:gd name="connsiteY131" fmla="*/ 989138 h 1203824"/>
              <a:gd name="connsiteX132" fmla="*/ 6452025 w 12192000"/>
              <a:gd name="connsiteY132" fmla="*/ 968489 h 1203824"/>
              <a:gd name="connsiteX133" fmla="*/ 6589205 w 12192000"/>
              <a:gd name="connsiteY133" fmla="*/ 939474 h 1203824"/>
              <a:gd name="connsiteX134" fmla="*/ 6631069 w 12192000"/>
              <a:gd name="connsiteY134" fmla="*/ 911222 h 1203824"/>
              <a:gd name="connsiteX135" fmla="*/ 6828274 w 12192000"/>
              <a:gd name="connsiteY135" fmla="*/ 942941 h 1203824"/>
              <a:gd name="connsiteX136" fmla="*/ 6900803 w 12192000"/>
              <a:gd name="connsiteY136" fmla="*/ 984140 h 1203824"/>
              <a:gd name="connsiteX137" fmla="*/ 7034668 w 12192000"/>
              <a:gd name="connsiteY137" fmla="*/ 1018665 h 1203824"/>
              <a:gd name="connsiteX138" fmla="*/ 7281067 w 12192000"/>
              <a:gd name="connsiteY138" fmla="*/ 966327 h 1203824"/>
              <a:gd name="connsiteX139" fmla="*/ 7412780 w 12192000"/>
              <a:gd name="connsiteY139" fmla="*/ 909206 h 1203824"/>
              <a:gd name="connsiteX140" fmla="*/ 7500327 w 12192000"/>
              <a:gd name="connsiteY140" fmla="*/ 894826 h 1203824"/>
              <a:gd name="connsiteX141" fmla="*/ 7662324 w 12192000"/>
              <a:gd name="connsiteY141" fmla="*/ 927415 h 1203824"/>
              <a:gd name="connsiteX142" fmla="*/ 7725334 w 12192000"/>
              <a:gd name="connsiteY142" fmla="*/ 924844 h 1203824"/>
              <a:gd name="connsiteX143" fmla="*/ 7833279 w 12192000"/>
              <a:gd name="connsiteY143" fmla="*/ 913031 h 1203824"/>
              <a:gd name="connsiteX144" fmla="*/ 7928605 w 12192000"/>
              <a:gd name="connsiteY144" fmla="*/ 881683 h 1203824"/>
              <a:gd name="connsiteX145" fmla="*/ 8146597 w 12192000"/>
              <a:gd name="connsiteY145" fmla="*/ 762968 h 1203824"/>
              <a:gd name="connsiteX146" fmla="*/ 8183577 w 12192000"/>
              <a:gd name="connsiteY146" fmla="*/ 749005 h 1203824"/>
              <a:gd name="connsiteX147" fmla="*/ 8250224 w 12192000"/>
              <a:gd name="connsiteY147" fmla="*/ 733642 h 1203824"/>
              <a:gd name="connsiteX148" fmla="*/ 8505929 w 12192000"/>
              <a:gd name="connsiteY148" fmla="*/ 626542 h 1203824"/>
              <a:gd name="connsiteX149" fmla="*/ 8564194 w 12192000"/>
              <a:gd name="connsiteY149" fmla="*/ 618796 h 1203824"/>
              <a:gd name="connsiteX150" fmla="*/ 8660705 w 12192000"/>
              <a:gd name="connsiteY150" fmla="*/ 611069 h 1203824"/>
              <a:gd name="connsiteX151" fmla="*/ 8762255 w 12192000"/>
              <a:gd name="connsiteY151" fmla="*/ 585060 h 1203824"/>
              <a:gd name="connsiteX152" fmla="*/ 8836439 w 12192000"/>
              <a:gd name="connsiteY152" fmla="*/ 566358 h 1203824"/>
              <a:gd name="connsiteX153" fmla="*/ 9050728 w 12192000"/>
              <a:gd name="connsiteY153" fmla="*/ 559575 h 1203824"/>
              <a:gd name="connsiteX154" fmla="*/ 9229627 w 12192000"/>
              <a:gd name="connsiteY154" fmla="*/ 557464 h 1203824"/>
              <a:gd name="connsiteX155" fmla="*/ 9253451 w 12192000"/>
              <a:gd name="connsiteY155" fmla="*/ 550855 h 1203824"/>
              <a:gd name="connsiteX156" fmla="*/ 9484214 w 12192000"/>
              <a:gd name="connsiteY156" fmla="*/ 498671 h 1203824"/>
              <a:gd name="connsiteX157" fmla="*/ 9582633 w 12192000"/>
              <a:gd name="connsiteY157" fmla="*/ 458384 h 1203824"/>
              <a:gd name="connsiteX158" fmla="*/ 9719670 w 12192000"/>
              <a:gd name="connsiteY158" fmla="*/ 415607 h 1203824"/>
              <a:gd name="connsiteX159" fmla="*/ 9871784 w 12192000"/>
              <a:gd name="connsiteY159" fmla="*/ 366147 h 1203824"/>
              <a:gd name="connsiteX160" fmla="*/ 9984494 w 12192000"/>
              <a:gd name="connsiteY160" fmla="*/ 336660 h 1203824"/>
              <a:gd name="connsiteX161" fmla="*/ 10154708 w 12192000"/>
              <a:gd name="connsiteY161" fmla="*/ 322193 h 1203824"/>
              <a:gd name="connsiteX162" fmla="*/ 10190446 w 12192000"/>
              <a:gd name="connsiteY162" fmla="*/ 325025 h 1203824"/>
              <a:gd name="connsiteX163" fmla="*/ 10530736 w 12192000"/>
              <a:gd name="connsiteY163" fmla="*/ 335953 h 1203824"/>
              <a:gd name="connsiteX164" fmla="*/ 10752157 w 12192000"/>
              <a:gd name="connsiteY164" fmla="*/ 305117 h 1203824"/>
              <a:gd name="connsiteX165" fmla="*/ 10824452 w 12192000"/>
              <a:gd name="connsiteY165" fmla="*/ 285927 h 1203824"/>
              <a:gd name="connsiteX166" fmla="*/ 10953152 w 12192000"/>
              <a:gd name="connsiteY166" fmla="*/ 228102 h 1203824"/>
              <a:gd name="connsiteX167" fmla="*/ 11011614 w 12192000"/>
              <a:gd name="connsiteY167" fmla="*/ 214096 h 1203824"/>
              <a:gd name="connsiteX168" fmla="*/ 11116031 w 12192000"/>
              <a:gd name="connsiteY168" fmla="*/ 195421 h 1203824"/>
              <a:gd name="connsiteX169" fmla="*/ 11344303 w 12192000"/>
              <a:gd name="connsiteY169" fmla="*/ 166629 h 1203824"/>
              <a:gd name="connsiteX170" fmla="*/ 11639050 w 12192000"/>
              <a:gd name="connsiteY170" fmla="*/ 108526 h 1203824"/>
              <a:gd name="connsiteX171" fmla="*/ 11757532 w 12192000"/>
              <a:gd name="connsiteY171" fmla="*/ 96530 h 1203824"/>
              <a:gd name="connsiteX172" fmla="*/ 11885799 w 12192000"/>
              <a:gd name="connsiteY172" fmla="*/ 86728 h 1203824"/>
              <a:gd name="connsiteX173" fmla="*/ 11922874 w 12192000"/>
              <a:gd name="connsiteY173" fmla="*/ 81060 h 1203824"/>
              <a:gd name="connsiteX174" fmla="*/ 12115331 w 12192000"/>
              <a:gd name="connsiteY174" fmla="*/ 33587 h 1203824"/>
              <a:gd name="connsiteX175" fmla="*/ 12158080 w 12192000"/>
              <a:gd name="connsiteY175" fmla="*/ 14081 h 120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1203824">
                <a:moveTo>
                  <a:pt x="12192000" y="0"/>
                </a:moveTo>
                <a:lnTo>
                  <a:pt x="12192000" y="463429"/>
                </a:lnTo>
                <a:lnTo>
                  <a:pt x="12190876" y="463512"/>
                </a:lnTo>
                <a:cubicBezTo>
                  <a:pt x="12153133" y="467010"/>
                  <a:pt x="12115042" y="473200"/>
                  <a:pt x="12077245" y="476327"/>
                </a:cubicBezTo>
                <a:cubicBezTo>
                  <a:pt x="12046307" y="479040"/>
                  <a:pt x="12015359" y="479114"/>
                  <a:pt x="11984517" y="479927"/>
                </a:cubicBezTo>
                <a:cubicBezTo>
                  <a:pt x="11973265" y="480210"/>
                  <a:pt x="11961485" y="476792"/>
                  <a:pt x="11951600" y="478957"/>
                </a:cubicBezTo>
                <a:cubicBezTo>
                  <a:pt x="11853497" y="501074"/>
                  <a:pt x="11777036" y="475730"/>
                  <a:pt x="11690904" y="471970"/>
                </a:cubicBezTo>
                <a:cubicBezTo>
                  <a:pt x="11600358" y="467893"/>
                  <a:pt x="11511400" y="454530"/>
                  <a:pt x="11413965" y="476172"/>
                </a:cubicBezTo>
                <a:cubicBezTo>
                  <a:pt x="11355010" y="489304"/>
                  <a:pt x="11299073" y="508237"/>
                  <a:pt x="11240739" y="523169"/>
                </a:cubicBezTo>
                <a:cubicBezTo>
                  <a:pt x="11219994" y="528395"/>
                  <a:pt x="11196384" y="531385"/>
                  <a:pt x="11175005" y="532169"/>
                </a:cubicBezTo>
                <a:cubicBezTo>
                  <a:pt x="11071819" y="536506"/>
                  <a:pt x="10971303" y="549336"/>
                  <a:pt x="10873726" y="580253"/>
                </a:cubicBezTo>
                <a:cubicBezTo>
                  <a:pt x="10856992" y="585473"/>
                  <a:pt x="10839156" y="590660"/>
                  <a:pt x="10821306" y="593207"/>
                </a:cubicBezTo>
                <a:cubicBezTo>
                  <a:pt x="10723500" y="607162"/>
                  <a:pt x="10626924" y="616976"/>
                  <a:pt x="10530811" y="612184"/>
                </a:cubicBezTo>
                <a:cubicBezTo>
                  <a:pt x="10498527" y="610559"/>
                  <a:pt x="10460885" y="619895"/>
                  <a:pt x="10426049" y="623354"/>
                </a:cubicBezTo>
                <a:cubicBezTo>
                  <a:pt x="10393740" y="626644"/>
                  <a:pt x="10360820" y="630774"/>
                  <a:pt x="10329156" y="630948"/>
                </a:cubicBezTo>
                <a:cubicBezTo>
                  <a:pt x="10282924" y="631125"/>
                  <a:pt x="10240698" y="636395"/>
                  <a:pt x="10194727" y="648617"/>
                </a:cubicBezTo>
                <a:cubicBezTo>
                  <a:pt x="10150847" y="660165"/>
                  <a:pt x="10102287" y="664450"/>
                  <a:pt x="10055906" y="671256"/>
                </a:cubicBezTo>
                <a:cubicBezTo>
                  <a:pt x="10004174" y="678826"/>
                  <a:pt x="9952442" y="686395"/>
                  <a:pt x="9900551" y="692855"/>
                </a:cubicBezTo>
                <a:cubicBezTo>
                  <a:pt x="9879793" y="695439"/>
                  <a:pt x="9855180" y="691398"/>
                  <a:pt x="9838464" y="696804"/>
                </a:cubicBezTo>
                <a:cubicBezTo>
                  <a:pt x="9784563" y="714690"/>
                  <a:pt x="9727517" y="710557"/>
                  <a:pt x="9672957" y="723816"/>
                </a:cubicBezTo>
                <a:cubicBezTo>
                  <a:pt x="9646220" y="730464"/>
                  <a:pt x="9614440" y="727257"/>
                  <a:pt x="9585066" y="730692"/>
                </a:cubicBezTo>
                <a:cubicBezTo>
                  <a:pt x="9537047" y="736221"/>
                  <a:pt x="9489294" y="743601"/>
                  <a:pt x="9441407" y="750055"/>
                </a:cubicBezTo>
                <a:cubicBezTo>
                  <a:pt x="9425674" y="752111"/>
                  <a:pt x="9410218" y="753561"/>
                  <a:pt x="9394459" y="755431"/>
                </a:cubicBezTo>
                <a:cubicBezTo>
                  <a:pt x="9380484" y="757048"/>
                  <a:pt x="9365611" y="757472"/>
                  <a:pt x="9352590" y="760650"/>
                </a:cubicBezTo>
                <a:cubicBezTo>
                  <a:pt x="9305415" y="772102"/>
                  <a:pt x="9259379" y="786411"/>
                  <a:pt x="9211614" y="796248"/>
                </a:cubicBezTo>
                <a:cubicBezTo>
                  <a:pt x="9170220" y="804796"/>
                  <a:pt x="9126523" y="807444"/>
                  <a:pt x="9084667" y="815303"/>
                </a:cubicBezTo>
                <a:cubicBezTo>
                  <a:pt x="9010868" y="829042"/>
                  <a:pt x="8937412" y="845188"/>
                  <a:pt x="8863666" y="859298"/>
                </a:cubicBezTo>
                <a:cubicBezTo>
                  <a:pt x="8847706" y="862330"/>
                  <a:pt x="8830271" y="860096"/>
                  <a:pt x="8813796" y="862070"/>
                </a:cubicBezTo>
                <a:cubicBezTo>
                  <a:pt x="8762262" y="868479"/>
                  <a:pt x="8710833" y="875626"/>
                  <a:pt x="8659351" y="882406"/>
                </a:cubicBezTo>
                <a:cubicBezTo>
                  <a:pt x="8630055" y="886396"/>
                  <a:pt x="8600505" y="891179"/>
                  <a:pt x="8571352" y="893639"/>
                </a:cubicBezTo>
                <a:cubicBezTo>
                  <a:pt x="8532843" y="896868"/>
                  <a:pt x="8497743" y="898476"/>
                  <a:pt x="8464106" y="918004"/>
                </a:cubicBezTo>
                <a:cubicBezTo>
                  <a:pt x="8412327" y="948238"/>
                  <a:pt x="8341122" y="949523"/>
                  <a:pt x="8278324" y="963769"/>
                </a:cubicBezTo>
                <a:cubicBezTo>
                  <a:pt x="8262086" y="967408"/>
                  <a:pt x="8245335" y="969987"/>
                  <a:pt x="8229128" y="973810"/>
                </a:cubicBezTo>
                <a:cubicBezTo>
                  <a:pt x="8199180" y="980915"/>
                  <a:pt x="8169646" y="988338"/>
                  <a:pt x="8139751" y="995815"/>
                </a:cubicBezTo>
                <a:cubicBezTo>
                  <a:pt x="8134478" y="997132"/>
                  <a:pt x="8128438" y="998185"/>
                  <a:pt x="8123571" y="999822"/>
                </a:cubicBezTo>
                <a:cubicBezTo>
                  <a:pt x="8078628" y="1014164"/>
                  <a:pt x="8034565" y="1029514"/>
                  <a:pt x="7988699" y="1042479"/>
                </a:cubicBezTo>
                <a:cubicBezTo>
                  <a:pt x="7966302" y="1048884"/>
                  <a:pt x="7941011" y="1052871"/>
                  <a:pt x="7917214" y="1054565"/>
                </a:cubicBezTo>
                <a:cubicBezTo>
                  <a:pt x="7847636" y="1059584"/>
                  <a:pt x="7779165" y="1067276"/>
                  <a:pt x="7710915" y="1084190"/>
                </a:cubicBezTo>
                <a:cubicBezTo>
                  <a:pt x="7683826" y="1090885"/>
                  <a:pt x="7652466" y="1090640"/>
                  <a:pt x="7622959" y="1093150"/>
                </a:cubicBezTo>
                <a:cubicBezTo>
                  <a:pt x="7552361" y="1098691"/>
                  <a:pt x="7481710" y="1103861"/>
                  <a:pt x="7410782" y="1109640"/>
                </a:cubicBezTo>
                <a:cubicBezTo>
                  <a:pt x="7366505" y="1113312"/>
                  <a:pt x="7322030" y="1118147"/>
                  <a:pt x="7277754" y="1121822"/>
                </a:cubicBezTo>
                <a:cubicBezTo>
                  <a:pt x="7226619" y="1125906"/>
                  <a:pt x="7175601" y="1128277"/>
                  <a:pt x="7124540" y="1132918"/>
                </a:cubicBezTo>
                <a:cubicBezTo>
                  <a:pt x="7066293" y="1138207"/>
                  <a:pt x="7008028" y="1145955"/>
                  <a:pt x="6949752" y="1151058"/>
                </a:cubicBezTo>
                <a:cubicBezTo>
                  <a:pt x="6843217" y="1160027"/>
                  <a:pt x="6736882" y="1167834"/>
                  <a:pt x="6630249" y="1176063"/>
                </a:cubicBezTo>
                <a:cubicBezTo>
                  <a:pt x="6526849" y="1184018"/>
                  <a:pt x="6423556" y="1192713"/>
                  <a:pt x="6320634" y="1198901"/>
                </a:cubicBezTo>
                <a:cubicBezTo>
                  <a:pt x="6277297" y="1201496"/>
                  <a:pt x="6235232" y="1197679"/>
                  <a:pt x="6192343" y="1198323"/>
                </a:cubicBezTo>
                <a:cubicBezTo>
                  <a:pt x="6117131" y="1199612"/>
                  <a:pt x="6041418" y="1202485"/>
                  <a:pt x="5966562" y="1203723"/>
                </a:cubicBezTo>
                <a:cubicBezTo>
                  <a:pt x="5933144" y="1204338"/>
                  <a:pt x="5900754" y="1201974"/>
                  <a:pt x="5867227" y="1201847"/>
                </a:cubicBezTo>
                <a:cubicBezTo>
                  <a:pt x="5788180" y="1201796"/>
                  <a:pt x="5708354" y="1203933"/>
                  <a:pt x="5630172" y="1202248"/>
                </a:cubicBezTo>
                <a:cubicBezTo>
                  <a:pt x="5535908" y="1200213"/>
                  <a:pt x="5442984" y="1194779"/>
                  <a:pt x="5348949" y="1191768"/>
                </a:cubicBezTo>
                <a:cubicBezTo>
                  <a:pt x="5313810" y="1190551"/>
                  <a:pt x="5277251" y="1192179"/>
                  <a:pt x="5241228" y="1192408"/>
                </a:cubicBezTo>
                <a:cubicBezTo>
                  <a:pt x="5151316" y="1192775"/>
                  <a:pt x="5061657" y="1192349"/>
                  <a:pt x="4971133" y="1193559"/>
                </a:cubicBezTo>
                <a:cubicBezTo>
                  <a:pt x="4937685" y="1193988"/>
                  <a:pt x="4903114" y="1199299"/>
                  <a:pt x="4869416" y="1200519"/>
                </a:cubicBezTo>
                <a:cubicBezTo>
                  <a:pt x="4830283" y="1201947"/>
                  <a:pt x="4791348" y="1202215"/>
                  <a:pt x="4753274" y="1200850"/>
                </a:cubicBezTo>
                <a:cubicBezTo>
                  <a:pt x="4705682" y="1199144"/>
                  <a:pt x="4659172" y="1194829"/>
                  <a:pt x="4611883" y="1192701"/>
                </a:cubicBezTo>
                <a:cubicBezTo>
                  <a:pt x="4533819" y="1189298"/>
                  <a:pt x="4455420" y="1186135"/>
                  <a:pt x="4376825" y="1184131"/>
                </a:cubicBezTo>
                <a:cubicBezTo>
                  <a:pt x="4347226" y="1183446"/>
                  <a:pt x="4315374" y="1187423"/>
                  <a:pt x="4285471" y="1187158"/>
                </a:cubicBezTo>
                <a:cubicBezTo>
                  <a:pt x="4145774" y="1185753"/>
                  <a:pt x="4006046" y="1184162"/>
                  <a:pt x="3866543" y="1181596"/>
                </a:cubicBezTo>
                <a:cubicBezTo>
                  <a:pt x="3794230" y="1180207"/>
                  <a:pt x="3723633" y="1175551"/>
                  <a:pt x="3651342" y="1174348"/>
                </a:cubicBezTo>
                <a:cubicBezTo>
                  <a:pt x="3607885" y="1173562"/>
                  <a:pt x="3561907" y="1178044"/>
                  <a:pt x="3518453" y="1177258"/>
                </a:cubicBezTo>
                <a:cubicBezTo>
                  <a:pt x="3478287" y="1176568"/>
                  <a:pt x="3440399" y="1171400"/>
                  <a:pt x="3400818" y="1169685"/>
                </a:cubicBezTo>
                <a:cubicBezTo>
                  <a:pt x="3279824" y="1164099"/>
                  <a:pt x="3157310" y="1160621"/>
                  <a:pt x="3037154" y="1153217"/>
                </a:cubicBezTo>
                <a:cubicBezTo>
                  <a:pt x="2978373" y="1149708"/>
                  <a:pt x="2922429" y="1140508"/>
                  <a:pt x="2866260" y="1132283"/>
                </a:cubicBezTo>
                <a:cubicBezTo>
                  <a:pt x="2771049" y="1118489"/>
                  <a:pt x="2677107" y="1103380"/>
                  <a:pt x="2582173" y="1088979"/>
                </a:cubicBezTo>
                <a:cubicBezTo>
                  <a:pt x="2511090" y="1078352"/>
                  <a:pt x="2447356" y="1063086"/>
                  <a:pt x="2395406" y="1035945"/>
                </a:cubicBezTo>
                <a:cubicBezTo>
                  <a:pt x="2371411" y="1023508"/>
                  <a:pt x="2331675" y="1015582"/>
                  <a:pt x="2294751" y="1014618"/>
                </a:cubicBezTo>
                <a:cubicBezTo>
                  <a:pt x="2228580" y="1012920"/>
                  <a:pt x="2177384" y="998698"/>
                  <a:pt x="2122944" y="984751"/>
                </a:cubicBezTo>
                <a:cubicBezTo>
                  <a:pt x="2054121" y="967003"/>
                  <a:pt x="1981585" y="951294"/>
                  <a:pt x="1905504" y="941380"/>
                </a:cubicBezTo>
                <a:cubicBezTo>
                  <a:pt x="1830544" y="931682"/>
                  <a:pt x="1747929" y="932141"/>
                  <a:pt x="1671045" y="924228"/>
                </a:cubicBezTo>
                <a:cubicBezTo>
                  <a:pt x="1625936" y="919523"/>
                  <a:pt x="1585613" y="907528"/>
                  <a:pt x="1543856" y="898190"/>
                </a:cubicBezTo>
                <a:cubicBezTo>
                  <a:pt x="1502093" y="888855"/>
                  <a:pt x="1460606" y="878913"/>
                  <a:pt x="1419784" y="868500"/>
                </a:cubicBezTo>
                <a:cubicBezTo>
                  <a:pt x="1397486" y="862806"/>
                  <a:pt x="1378078" y="854435"/>
                  <a:pt x="1355116" y="849214"/>
                </a:cubicBezTo>
                <a:cubicBezTo>
                  <a:pt x="1311848" y="839527"/>
                  <a:pt x="1265353" y="832754"/>
                  <a:pt x="1223713" y="821702"/>
                </a:cubicBezTo>
                <a:cubicBezTo>
                  <a:pt x="1183577" y="811001"/>
                  <a:pt x="1138864" y="809072"/>
                  <a:pt x="1094193" y="804872"/>
                </a:cubicBezTo>
                <a:cubicBezTo>
                  <a:pt x="1060244" y="801784"/>
                  <a:pt x="1034230" y="787936"/>
                  <a:pt x="1001115" y="783030"/>
                </a:cubicBezTo>
                <a:cubicBezTo>
                  <a:pt x="953853" y="775990"/>
                  <a:pt x="916853" y="764276"/>
                  <a:pt x="879548" y="747884"/>
                </a:cubicBezTo>
                <a:cubicBezTo>
                  <a:pt x="837586" y="729513"/>
                  <a:pt x="770061" y="725929"/>
                  <a:pt x="711163" y="719039"/>
                </a:cubicBezTo>
                <a:cubicBezTo>
                  <a:pt x="661152" y="713146"/>
                  <a:pt x="604343" y="715774"/>
                  <a:pt x="557941" y="707101"/>
                </a:cubicBezTo>
                <a:cubicBezTo>
                  <a:pt x="525381" y="700984"/>
                  <a:pt x="499355" y="684493"/>
                  <a:pt x="480347" y="668702"/>
                </a:cubicBezTo>
                <a:cubicBezTo>
                  <a:pt x="437718" y="632865"/>
                  <a:pt x="370204" y="616630"/>
                  <a:pt x="296224" y="603583"/>
                </a:cubicBezTo>
                <a:cubicBezTo>
                  <a:pt x="220741" y="590184"/>
                  <a:pt x="148480" y="573869"/>
                  <a:pt x="72689" y="560892"/>
                </a:cubicBezTo>
                <a:lnTo>
                  <a:pt x="0" y="543486"/>
                </a:lnTo>
                <a:lnTo>
                  <a:pt x="0" y="384357"/>
                </a:lnTo>
                <a:lnTo>
                  <a:pt x="51784" y="393937"/>
                </a:lnTo>
                <a:cubicBezTo>
                  <a:pt x="104770" y="397707"/>
                  <a:pt x="153378" y="409086"/>
                  <a:pt x="205561" y="414859"/>
                </a:cubicBezTo>
                <a:cubicBezTo>
                  <a:pt x="254062" y="420400"/>
                  <a:pt x="305001" y="422574"/>
                  <a:pt x="354391" y="426667"/>
                </a:cubicBezTo>
                <a:cubicBezTo>
                  <a:pt x="386450" y="429269"/>
                  <a:pt x="420771" y="429847"/>
                  <a:pt x="448281" y="436308"/>
                </a:cubicBezTo>
                <a:cubicBezTo>
                  <a:pt x="499904" y="448391"/>
                  <a:pt x="551004" y="446576"/>
                  <a:pt x="611518" y="434166"/>
                </a:cubicBezTo>
                <a:cubicBezTo>
                  <a:pt x="654695" y="425361"/>
                  <a:pt x="702395" y="422710"/>
                  <a:pt x="746076" y="422520"/>
                </a:cubicBezTo>
                <a:cubicBezTo>
                  <a:pt x="798481" y="422218"/>
                  <a:pt x="848400" y="419817"/>
                  <a:pt x="902724" y="409989"/>
                </a:cubicBezTo>
                <a:cubicBezTo>
                  <a:pt x="977291" y="396518"/>
                  <a:pt x="1048428" y="397321"/>
                  <a:pt x="1113854" y="414230"/>
                </a:cubicBezTo>
                <a:cubicBezTo>
                  <a:pt x="1184155" y="432145"/>
                  <a:pt x="1258677" y="446437"/>
                  <a:pt x="1333449" y="459938"/>
                </a:cubicBezTo>
                <a:cubicBezTo>
                  <a:pt x="1354772" y="463883"/>
                  <a:pt x="1385284" y="463304"/>
                  <a:pt x="1408608" y="458278"/>
                </a:cubicBezTo>
                <a:cubicBezTo>
                  <a:pt x="1483492" y="441930"/>
                  <a:pt x="1561495" y="427025"/>
                  <a:pt x="1630191" y="403061"/>
                </a:cubicBezTo>
                <a:cubicBezTo>
                  <a:pt x="1735315" y="366348"/>
                  <a:pt x="1840887" y="337881"/>
                  <a:pt x="1956289" y="332366"/>
                </a:cubicBezTo>
                <a:cubicBezTo>
                  <a:pt x="1986669" y="330865"/>
                  <a:pt x="2019100" y="336056"/>
                  <a:pt x="2042814" y="344002"/>
                </a:cubicBezTo>
                <a:cubicBezTo>
                  <a:pt x="2085261" y="358150"/>
                  <a:pt x="2126350" y="370413"/>
                  <a:pt x="2183420" y="369635"/>
                </a:cubicBezTo>
                <a:cubicBezTo>
                  <a:pt x="2235035" y="368879"/>
                  <a:pt x="2279659" y="405942"/>
                  <a:pt x="2269566" y="439859"/>
                </a:cubicBezTo>
                <a:cubicBezTo>
                  <a:pt x="2258267" y="478101"/>
                  <a:pt x="2277762" y="504964"/>
                  <a:pt x="2331129" y="524163"/>
                </a:cubicBezTo>
                <a:cubicBezTo>
                  <a:pt x="2352980" y="531807"/>
                  <a:pt x="2364861" y="546162"/>
                  <a:pt x="2385112" y="555357"/>
                </a:cubicBezTo>
                <a:cubicBezTo>
                  <a:pt x="2401860" y="562976"/>
                  <a:pt x="2421927" y="570875"/>
                  <a:pt x="2444033" y="572629"/>
                </a:cubicBezTo>
                <a:cubicBezTo>
                  <a:pt x="2483469" y="575878"/>
                  <a:pt x="2509763" y="584022"/>
                  <a:pt x="2525979" y="603233"/>
                </a:cubicBezTo>
                <a:cubicBezTo>
                  <a:pt x="2549282" y="631254"/>
                  <a:pt x="2578520" y="657481"/>
                  <a:pt x="2603911" y="684825"/>
                </a:cubicBezTo>
                <a:cubicBezTo>
                  <a:pt x="2618910" y="700624"/>
                  <a:pt x="2643515" y="707120"/>
                  <a:pt x="2678828" y="706990"/>
                </a:cubicBezTo>
                <a:cubicBezTo>
                  <a:pt x="2699243" y="707100"/>
                  <a:pt x="2725615" y="705603"/>
                  <a:pt x="2738094" y="711376"/>
                </a:cubicBezTo>
                <a:cubicBezTo>
                  <a:pt x="2805960" y="742855"/>
                  <a:pt x="2895980" y="733032"/>
                  <a:pt x="2983806" y="728243"/>
                </a:cubicBezTo>
                <a:cubicBezTo>
                  <a:pt x="2993929" y="727744"/>
                  <a:pt x="3004007" y="726871"/>
                  <a:pt x="3013997" y="725446"/>
                </a:cubicBezTo>
                <a:cubicBezTo>
                  <a:pt x="3136002" y="707474"/>
                  <a:pt x="3250133" y="713470"/>
                  <a:pt x="3364419" y="720577"/>
                </a:cubicBezTo>
                <a:cubicBezTo>
                  <a:pt x="3394563" y="722507"/>
                  <a:pt x="3428050" y="719807"/>
                  <a:pt x="3460521" y="717628"/>
                </a:cubicBezTo>
                <a:cubicBezTo>
                  <a:pt x="3545330" y="712137"/>
                  <a:pt x="3633314" y="698262"/>
                  <a:pt x="3710982" y="714182"/>
                </a:cubicBezTo>
                <a:cubicBezTo>
                  <a:pt x="3772122" y="726607"/>
                  <a:pt x="3825029" y="745116"/>
                  <a:pt x="3850961" y="778802"/>
                </a:cubicBezTo>
                <a:cubicBezTo>
                  <a:pt x="3868395" y="801427"/>
                  <a:pt x="3898481" y="813185"/>
                  <a:pt x="3946286" y="816372"/>
                </a:cubicBezTo>
                <a:cubicBezTo>
                  <a:pt x="3987480" y="819179"/>
                  <a:pt x="4025130" y="827781"/>
                  <a:pt x="4065132" y="832459"/>
                </a:cubicBezTo>
                <a:cubicBezTo>
                  <a:pt x="4086246" y="834922"/>
                  <a:pt x="4110400" y="838274"/>
                  <a:pt x="4132173" y="835167"/>
                </a:cubicBezTo>
                <a:cubicBezTo>
                  <a:pt x="4190358" y="826865"/>
                  <a:pt x="4249453" y="817300"/>
                  <a:pt x="4305858" y="804156"/>
                </a:cubicBezTo>
                <a:cubicBezTo>
                  <a:pt x="4334041" y="797490"/>
                  <a:pt x="4360739" y="782919"/>
                  <a:pt x="4382131" y="769481"/>
                </a:cubicBezTo>
                <a:cubicBezTo>
                  <a:pt x="4404161" y="755388"/>
                  <a:pt x="4425552" y="747047"/>
                  <a:pt x="4453289" y="752531"/>
                </a:cubicBezTo>
                <a:cubicBezTo>
                  <a:pt x="4522267" y="766292"/>
                  <a:pt x="4590589" y="780524"/>
                  <a:pt x="4657971" y="795835"/>
                </a:cubicBezTo>
                <a:cubicBezTo>
                  <a:pt x="4669645" y="798513"/>
                  <a:pt x="4675987" y="807238"/>
                  <a:pt x="4682399" y="813876"/>
                </a:cubicBezTo>
                <a:cubicBezTo>
                  <a:pt x="4712325" y="844914"/>
                  <a:pt x="4739115" y="876968"/>
                  <a:pt x="4771814" y="907046"/>
                </a:cubicBezTo>
                <a:cubicBezTo>
                  <a:pt x="4783117" y="917329"/>
                  <a:pt x="4807945" y="922850"/>
                  <a:pt x="4827520" y="929876"/>
                </a:cubicBezTo>
                <a:cubicBezTo>
                  <a:pt x="4833681" y="932206"/>
                  <a:pt x="4845543" y="931081"/>
                  <a:pt x="4849942" y="933851"/>
                </a:cubicBezTo>
                <a:cubicBezTo>
                  <a:pt x="4888949" y="959631"/>
                  <a:pt x="4951287" y="954890"/>
                  <a:pt x="5009626" y="957896"/>
                </a:cubicBezTo>
                <a:cubicBezTo>
                  <a:pt x="5059523" y="960407"/>
                  <a:pt x="5111928" y="960104"/>
                  <a:pt x="5158711" y="963814"/>
                </a:cubicBezTo>
                <a:cubicBezTo>
                  <a:pt x="5231307" y="969696"/>
                  <a:pt x="5298173" y="973751"/>
                  <a:pt x="5376427" y="963151"/>
                </a:cubicBezTo>
                <a:cubicBezTo>
                  <a:pt x="5408579" y="958754"/>
                  <a:pt x="5448461" y="970245"/>
                  <a:pt x="5475787" y="980508"/>
                </a:cubicBezTo>
                <a:cubicBezTo>
                  <a:pt x="5528518" y="1000363"/>
                  <a:pt x="5584839" y="1001958"/>
                  <a:pt x="5653401" y="987268"/>
                </a:cubicBezTo>
                <a:cubicBezTo>
                  <a:pt x="5676008" y="982341"/>
                  <a:pt x="5702558" y="984595"/>
                  <a:pt x="5726340" y="985357"/>
                </a:cubicBezTo>
                <a:cubicBezTo>
                  <a:pt x="5748643" y="985952"/>
                  <a:pt x="5770110" y="988364"/>
                  <a:pt x="5790563" y="991300"/>
                </a:cubicBezTo>
                <a:cubicBezTo>
                  <a:pt x="5815128" y="994969"/>
                  <a:pt x="5845522" y="996110"/>
                  <a:pt x="5860260" y="1004958"/>
                </a:cubicBezTo>
                <a:cubicBezTo>
                  <a:pt x="5906803" y="1032493"/>
                  <a:pt x="5977069" y="1037385"/>
                  <a:pt x="6042101" y="1036226"/>
                </a:cubicBezTo>
                <a:cubicBezTo>
                  <a:pt x="6128232" y="1034888"/>
                  <a:pt x="6222269" y="1027704"/>
                  <a:pt x="6301998" y="989138"/>
                </a:cubicBezTo>
                <a:cubicBezTo>
                  <a:pt x="6349672" y="965909"/>
                  <a:pt x="6396952" y="955198"/>
                  <a:pt x="6452025" y="968489"/>
                </a:cubicBezTo>
                <a:cubicBezTo>
                  <a:pt x="6489401" y="977695"/>
                  <a:pt x="6558002" y="960731"/>
                  <a:pt x="6589205" y="939474"/>
                </a:cubicBezTo>
                <a:cubicBezTo>
                  <a:pt x="6600499" y="931821"/>
                  <a:pt x="6612148" y="924116"/>
                  <a:pt x="6631069" y="911222"/>
                </a:cubicBezTo>
                <a:cubicBezTo>
                  <a:pt x="6674305" y="951313"/>
                  <a:pt x="6752346" y="944332"/>
                  <a:pt x="6828274" y="942941"/>
                </a:cubicBezTo>
                <a:cubicBezTo>
                  <a:pt x="6874780" y="942157"/>
                  <a:pt x="6889173" y="963896"/>
                  <a:pt x="6900803" y="984140"/>
                </a:cubicBezTo>
                <a:cubicBezTo>
                  <a:pt x="6921316" y="1020676"/>
                  <a:pt x="6959796" y="1032557"/>
                  <a:pt x="7034668" y="1018665"/>
                </a:cubicBezTo>
                <a:cubicBezTo>
                  <a:pt x="7117337" y="1003282"/>
                  <a:pt x="7199637" y="985309"/>
                  <a:pt x="7281067" y="966327"/>
                </a:cubicBezTo>
                <a:cubicBezTo>
                  <a:pt x="7332521" y="954266"/>
                  <a:pt x="7378029" y="936255"/>
                  <a:pt x="7412780" y="909206"/>
                </a:cubicBezTo>
                <a:cubicBezTo>
                  <a:pt x="7446535" y="882864"/>
                  <a:pt x="7455445" y="884046"/>
                  <a:pt x="7500327" y="894826"/>
                </a:cubicBezTo>
                <a:cubicBezTo>
                  <a:pt x="7552743" y="907363"/>
                  <a:pt x="7606735" y="918164"/>
                  <a:pt x="7662324" y="927415"/>
                </a:cubicBezTo>
                <a:cubicBezTo>
                  <a:pt x="7679867" y="930387"/>
                  <a:pt x="7704114" y="926740"/>
                  <a:pt x="7725334" y="924844"/>
                </a:cubicBezTo>
                <a:cubicBezTo>
                  <a:pt x="7761320" y="921787"/>
                  <a:pt x="7798617" y="920242"/>
                  <a:pt x="7833279" y="913031"/>
                </a:cubicBezTo>
                <a:cubicBezTo>
                  <a:pt x="7866516" y="906023"/>
                  <a:pt x="7898634" y="893700"/>
                  <a:pt x="7928605" y="881683"/>
                </a:cubicBezTo>
                <a:cubicBezTo>
                  <a:pt x="8012311" y="848025"/>
                  <a:pt x="8088138" y="810205"/>
                  <a:pt x="8146597" y="762968"/>
                </a:cubicBezTo>
                <a:cubicBezTo>
                  <a:pt x="8154091" y="756800"/>
                  <a:pt x="8170249" y="752606"/>
                  <a:pt x="8183577" y="749005"/>
                </a:cubicBezTo>
                <a:cubicBezTo>
                  <a:pt x="8205312" y="743071"/>
                  <a:pt x="8227788" y="737222"/>
                  <a:pt x="8250224" y="733642"/>
                </a:cubicBezTo>
                <a:cubicBezTo>
                  <a:pt x="8359189" y="716209"/>
                  <a:pt x="8441164" y="678078"/>
                  <a:pt x="8505929" y="626542"/>
                </a:cubicBezTo>
                <a:cubicBezTo>
                  <a:pt x="8524585" y="611796"/>
                  <a:pt x="8540107" y="608259"/>
                  <a:pt x="8564194" y="618796"/>
                </a:cubicBezTo>
                <a:cubicBezTo>
                  <a:pt x="8592162" y="631043"/>
                  <a:pt x="8628032" y="619507"/>
                  <a:pt x="8660705" y="611069"/>
                </a:cubicBezTo>
                <a:cubicBezTo>
                  <a:pt x="8694442" y="602479"/>
                  <a:pt x="8728514" y="593651"/>
                  <a:pt x="8762255" y="585060"/>
                </a:cubicBezTo>
                <a:cubicBezTo>
                  <a:pt x="8787227" y="578855"/>
                  <a:pt x="8811899" y="573069"/>
                  <a:pt x="8836439" y="566358"/>
                </a:cubicBezTo>
                <a:cubicBezTo>
                  <a:pt x="8912856" y="545447"/>
                  <a:pt x="8983243" y="538425"/>
                  <a:pt x="9050728" y="559575"/>
                </a:cubicBezTo>
                <a:cubicBezTo>
                  <a:pt x="9102219" y="575830"/>
                  <a:pt x="9164950" y="573868"/>
                  <a:pt x="9229627" y="557464"/>
                </a:cubicBezTo>
                <a:cubicBezTo>
                  <a:pt x="9237706" y="555368"/>
                  <a:pt x="9247529" y="550190"/>
                  <a:pt x="9253451" y="550855"/>
                </a:cubicBezTo>
                <a:cubicBezTo>
                  <a:pt x="9342568" y="560232"/>
                  <a:pt x="9405310" y="512383"/>
                  <a:pt x="9484214" y="498671"/>
                </a:cubicBezTo>
                <a:cubicBezTo>
                  <a:pt x="9519035" y="492570"/>
                  <a:pt x="9552778" y="473783"/>
                  <a:pt x="9582633" y="458384"/>
                </a:cubicBezTo>
                <a:cubicBezTo>
                  <a:pt x="9623689" y="437231"/>
                  <a:pt x="9660183" y="417297"/>
                  <a:pt x="9719670" y="415607"/>
                </a:cubicBezTo>
                <a:cubicBezTo>
                  <a:pt x="9779189" y="414101"/>
                  <a:pt x="9830940" y="393878"/>
                  <a:pt x="9871784" y="366147"/>
                </a:cubicBezTo>
                <a:cubicBezTo>
                  <a:pt x="9903014" y="345075"/>
                  <a:pt x="9939570" y="338349"/>
                  <a:pt x="9984494" y="336660"/>
                </a:cubicBezTo>
                <a:cubicBezTo>
                  <a:pt x="10040642" y="334503"/>
                  <a:pt x="10098165" y="326674"/>
                  <a:pt x="10154708" y="322193"/>
                </a:cubicBezTo>
                <a:cubicBezTo>
                  <a:pt x="10166953" y="321201"/>
                  <a:pt x="10182669" y="321603"/>
                  <a:pt x="10190446" y="325025"/>
                </a:cubicBezTo>
                <a:cubicBezTo>
                  <a:pt x="10285769" y="367692"/>
                  <a:pt x="10408999" y="350677"/>
                  <a:pt x="10530736" y="335953"/>
                </a:cubicBezTo>
                <a:cubicBezTo>
                  <a:pt x="10604506" y="327127"/>
                  <a:pt x="10678397" y="316584"/>
                  <a:pt x="10752157" y="305117"/>
                </a:cubicBezTo>
                <a:cubicBezTo>
                  <a:pt x="10777120" y="301365"/>
                  <a:pt x="10803110" y="294636"/>
                  <a:pt x="10824452" y="285927"/>
                </a:cubicBezTo>
                <a:cubicBezTo>
                  <a:pt x="10868837" y="267698"/>
                  <a:pt x="10909147" y="246465"/>
                  <a:pt x="10953152" y="228102"/>
                </a:cubicBezTo>
                <a:cubicBezTo>
                  <a:pt x="10969622" y="221030"/>
                  <a:pt x="10991730" y="217688"/>
                  <a:pt x="11011614" y="214096"/>
                </a:cubicBezTo>
                <a:cubicBezTo>
                  <a:pt x="11046743" y="207573"/>
                  <a:pt x="11086641" y="206412"/>
                  <a:pt x="11116031" y="195421"/>
                </a:cubicBezTo>
                <a:cubicBezTo>
                  <a:pt x="11192467" y="166956"/>
                  <a:pt x="11266913" y="160299"/>
                  <a:pt x="11344303" y="166629"/>
                </a:cubicBezTo>
                <a:cubicBezTo>
                  <a:pt x="11452657" y="175527"/>
                  <a:pt x="11551626" y="159519"/>
                  <a:pt x="11639050" y="108526"/>
                </a:cubicBezTo>
                <a:cubicBezTo>
                  <a:pt x="11678385" y="85543"/>
                  <a:pt x="11720243" y="87879"/>
                  <a:pt x="11757532" y="96530"/>
                </a:cubicBezTo>
                <a:cubicBezTo>
                  <a:pt x="11800499" y="106640"/>
                  <a:pt x="11840704" y="105056"/>
                  <a:pt x="11885799" y="86728"/>
                </a:cubicBezTo>
                <a:cubicBezTo>
                  <a:pt x="11895784" y="82659"/>
                  <a:pt x="11910604" y="81867"/>
                  <a:pt x="11922874" y="81060"/>
                </a:cubicBezTo>
                <a:cubicBezTo>
                  <a:pt x="11992783" y="75806"/>
                  <a:pt x="12063500" y="73647"/>
                  <a:pt x="12115331" y="33587"/>
                </a:cubicBezTo>
                <a:cubicBezTo>
                  <a:pt x="12125500" y="25715"/>
                  <a:pt x="12143693" y="20477"/>
                  <a:pt x="12158080" y="14081"/>
                </a:cubicBez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1D22E552-66C7-44E9-B796-23474BB45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243606"/>
            <a:ext cx="12192000" cy="1005840"/>
          </a:xfrm>
          <a:custGeom>
            <a:avLst/>
            <a:gdLst>
              <a:gd name="connsiteX0" fmla="*/ 12192000 w 12192000"/>
              <a:gd name="connsiteY0" fmla="*/ 0 h 1203824"/>
              <a:gd name="connsiteX1" fmla="*/ 12192000 w 12192000"/>
              <a:gd name="connsiteY1" fmla="*/ 463429 h 1203824"/>
              <a:gd name="connsiteX2" fmla="*/ 12190876 w 12192000"/>
              <a:gd name="connsiteY2" fmla="*/ 463512 h 1203824"/>
              <a:gd name="connsiteX3" fmla="*/ 12077245 w 12192000"/>
              <a:gd name="connsiteY3" fmla="*/ 476327 h 1203824"/>
              <a:gd name="connsiteX4" fmla="*/ 11984517 w 12192000"/>
              <a:gd name="connsiteY4" fmla="*/ 479927 h 1203824"/>
              <a:gd name="connsiteX5" fmla="*/ 11951600 w 12192000"/>
              <a:gd name="connsiteY5" fmla="*/ 478957 h 1203824"/>
              <a:gd name="connsiteX6" fmla="*/ 11690904 w 12192000"/>
              <a:gd name="connsiteY6" fmla="*/ 471970 h 1203824"/>
              <a:gd name="connsiteX7" fmla="*/ 11413965 w 12192000"/>
              <a:gd name="connsiteY7" fmla="*/ 476172 h 1203824"/>
              <a:gd name="connsiteX8" fmla="*/ 11240739 w 12192000"/>
              <a:gd name="connsiteY8" fmla="*/ 523169 h 1203824"/>
              <a:gd name="connsiteX9" fmla="*/ 11175005 w 12192000"/>
              <a:gd name="connsiteY9" fmla="*/ 532169 h 1203824"/>
              <a:gd name="connsiteX10" fmla="*/ 10873726 w 12192000"/>
              <a:gd name="connsiteY10" fmla="*/ 580253 h 1203824"/>
              <a:gd name="connsiteX11" fmla="*/ 10821306 w 12192000"/>
              <a:gd name="connsiteY11" fmla="*/ 593207 h 1203824"/>
              <a:gd name="connsiteX12" fmla="*/ 10530811 w 12192000"/>
              <a:gd name="connsiteY12" fmla="*/ 612184 h 1203824"/>
              <a:gd name="connsiteX13" fmla="*/ 10426049 w 12192000"/>
              <a:gd name="connsiteY13" fmla="*/ 623354 h 1203824"/>
              <a:gd name="connsiteX14" fmla="*/ 10329156 w 12192000"/>
              <a:gd name="connsiteY14" fmla="*/ 630948 h 1203824"/>
              <a:gd name="connsiteX15" fmla="*/ 10194727 w 12192000"/>
              <a:gd name="connsiteY15" fmla="*/ 648617 h 1203824"/>
              <a:gd name="connsiteX16" fmla="*/ 10055906 w 12192000"/>
              <a:gd name="connsiteY16" fmla="*/ 671256 h 1203824"/>
              <a:gd name="connsiteX17" fmla="*/ 9900551 w 12192000"/>
              <a:gd name="connsiteY17" fmla="*/ 692855 h 1203824"/>
              <a:gd name="connsiteX18" fmla="*/ 9838464 w 12192000"/>
              <a:gd name="connsiteY18" fmla="*/ 696804 h 1203824"/>
              <a:gd name="connsiteX19" fmla="*/ 9672957 w 12192000"/>
              <a:gd name="connsiteY19" fmla="*/ 723816 h 1203824"/>
              <a:gd name="connsiteX20" fmla="*/ 9585066 w 12192000"/>
              <a:gd name="connsiteY20" fmla="*/ 730692 h 1203824"/>
              <a:gd name="connsiteX21" fmla="*/ 9441407 w 12192000"/>
              <a:gd name="connsiteY21" fmla="*/ 750055 h 1203824"/>
              <a:gd name="connsiteX22" fmla="*/ 9394459 w 12192000"/>
              <a:gd name="connsiteY22" fmla="*/ 755431 h 1203824"/>
              <a:gd name="connsiteX23" fmla="*/ 9352590 w 12192000"/>
              <a:gd name="connsiteY23" fmla="*/ 760650 h 1203824"/>
              <a:gd name="connsiteX24" fmla="*/ 9211614 w 12192000"/>
              <a:gd name="connsiteY24" fmla="*/ 796248 h 1203824"/>
              <a:gd name="connsiteX25" fmla="*/ 9084667 w 12192000"/>
              <a:gd name="connsiteY25" fmla="*/ 815303 h 1203824"/>
              <a:gd name="connsiteX26" fmla="*/ 8863666 w 12192000"/>
              <a:gd name="connsiteY26" fmla="*/ 859298 h 1203824"/>
              <a:gd name="connsiteX27" fmla="*/ 8813796 w 12192000"/>
              <a:gd name="connsiteY27" fmla="*/ 862070 h 1203824"/>
              <a:gd name="connsiteX28" fmla="*/ 8659351 w 12192000"/>
              <a:gd name="connsiteY28" fmla="*/ 882406 h 1203824"/>
              <a:gd name="connsiteX29" fmla="*/ 8571352 w 12192000"/>
              <a:gd name="connsiteY29" fmla="*/ 893639 h 1203824"/>
              <a:gd name="connsiteX30" fmla="*/ 8464106 w 12192000"/>
              <a:gd name="connsiteY30" fmla="*/ 918004 h 1203824"/>
              <a:gd name="connsiteX31" fmla="*/ 8278324 w 12192000"/>
              <a:gd name="connsiteY31" fmla="*/ 963769 h 1203824"/>
              <a:gd name="connsiteX32" fmla="*/ 8229128 w 12192000"/>
              <a:gd name="connsiteY32" fmla="*/ 973810 h 1203824"/>
              <a:gd name="connsiteX33" fmla="*/ 8139751 w 12192000"/>
              <a:gd name="connsiteY33" fmla="*/ 995815 h 1203824"/>
              <a:gd name="connsiteX34" fmla="*/ 8123571 w 12192000"/>
              <a:gd name="connsiteY34" fmla="*/ 999822 h 1203824"/>
              <a:gd name="connsiteX35" fmla="*/ 7988699 w 12192000"/>
              <a:gd name="connsiteY35" fmla="*/ 1042479 h 1203824"/>
              <a:gd name="connsiteX36" fmla="*/ 7917214 w 12192000"/>
              <a:gd name="connsiteY36" fmla="*/ 1054565 h 1203824"/>
              <a:gd name="connsiteX37" fmla="*/ 7710915 w 12192000"/>
              <a:gd name="connsiteY37" fmla="*/ 1084190 h 1203824"/>
              <a:gd name="connsiteX38" fmla="*/ 7622959 w 12192000"/>
              <a:gd name="connsiteY38" fmla="*/ 1093150 h 1203824"/>
              <a:gd name="connsiteX39" fmla="*/ 7410782 w 12192000"/>
              <a:gd name="connsiteY39" fmla="*/ 1109640 h 1203824"/>
              <a:gd name="connsiteX40" fmla="*/ 7277754 w 12192000"/>
              <a:gd name="connsiteY40" fmla="*/ 1121822 h 1203824"/>
              <a:gd name="connsiteX41" fmla="*/ 7124540 w 12192000"/>
              <a:gd name="connsiteY41" fmla="*/ 1132918 h 1203824"/>
              <a:gd name="connsiteX42" fmla="*/ 6949752 w 12192000"/>
              <a:gd name="connsiteY42" fmla="*/ 1151058 h 1203824"/>
              <a:gd name="connsiteX43" fmla="*/ 6630249 w 12192000"/>
              <a:gd name="connsiteY43" fmla="*/ 1176063 h 1203824"/>
              <a:gd name="connsiteX44" fmla="*/ 6320634 w 12192000"/>
              <a:gd name="connsiteY44" fmla="*/ 1198901 h 1203824"/>
              <a:gd name="connsiteX45" fmla="*/ 6192343 w 12192000"/>
              <a:gd name="connsiteY45" fmla="*/ 1198323 h 1203824"/>
              <a:gd name="connsiteX46" fmla="*/ 5966562 w 12192000"/>
              <a:gd name="connsiteY46" fmla="*/ 1203723 h 1203824"/>
              <a:gd name="connsiteX47" fmla="*/ 5867227 w 12192000"/>
              <a:gd name="connsiteY47" fmla="*/ 1201847 h 1203824"/>
              <a:gd name="connsiteX48" fmla="*/ 5630172 w 12192000"/>
              <a:gd name="connsiteY48" fmla="*/ 1202248 h 1203824"/>
              <a:gd name="connsiteX49" fmla="*/ 5348949 w 12192000"/>
              <a:gd name="connsiteY49" fmla="*/ 1191768 h 1203824"/>
              <a:gd name="connsiteX50" fmla="*/ 5241228 w 12192000"/>
              <a:gd name="connsiteY50" fmla="*/ 1192408 h 1203824"/>
              <a:gd name="connsiteX51" fmla="*/ 4971133 w 12192000"/>
              <a:gd name="connsiteY51" fmla="*/ 1193559 h 1203824"/>
              <a:gd name="connsiteX52" fmla="*/ 4869416 w 12192000"/>
              <a:gd name="connsiteY52" fmla="*/ 1200519 h 1203824"/>
              <a:gd name="connsiteX53" fmla="*/ 4753274 w 12192000"/>
              <a:gd name="connsiteY53" fmla="*/ 1200850 h 1203824"/>
              <a:gd name="connsiteX54" fmla="*/ 4611883 w 12192000"/>
              <a:gd name="connsiteY54" fmla="*/ 1192701 h 1203824"/>
              <a:gd name="connsiteX55" fmla="*/ 4376825 w 12192000"/>
              <a:gd name="connsiteY55" fmla="*/ 1184131 h 1203824"/>
              <a:gd name="connsiteX56" fmla="*/ 4285471 w 12192000"/>
              <a:gd name="connsiteY56" fmla="*/ 1187158 h 1203824"/>
              <a:gd name="connsiteX57" fmla="*/ 3866543 w 12192000"/>
              <a:gd name="connsiteY57" fmla="*/ 1181596 h 1203824"/>
              <a:gd name="connsiteX58" fmla="*/ 3651342 w 12192000"/>
              <a:gd name="connsiteY58" fmla="*/ 1174348 h 1203824"/>
              <a:gd name="connsiteX59" fmla="*/ 3518453 w 12192000"/>
              <a:gd name="connsiteY59" fmla="*/ 1177258 h 1203824"/>
              <a:gd name="connsiteX60" fmla="*/ 3400818 w 12192000"/>
              <a:gd name="connsiteY60" fmla="*/ 1169685 h 1203824"/>
              <a:gd name="connsiteX61" fmla="*/ 3037154 w 12192000"/>
              <a:gd name="connsiteY61" fmla="*/ 1153217 h 1203824"/>
              <a:gd name="connsiteX62" fmla="*/ 2866260 w 12192000"/>
              <a:gd name="connsiteY62" fmla="*/ 1132283 h 1203824"/>
              <a:gd name="connsiteX63" fmla="*/ 2582173 w 12192000"/>
              <a:gd name="connsiteY63" fmla="*/ 1088979 h 1203824"/>
              <a:gd name="connsiteX64" fmla="*/ 2395406 w 12192000"/>
              <a:gd name="connsiteY64" fmla="*/ 1035945 h 1203824"/>
              <a:gd name="connsiteX65" fmla="*/ 2294751 w 12192000"/>
              <a:gd name="connsiteY65" fmla="*/ 1014618 h 1203824"/>
              <a:gd name="connsiteX66" fmla="*/ 2122944 w 12192000"/>
              <a:gd name="connsiteY66" fmla="*/ 984751 h 1203824"/>
              <a:gd name="connsiteX67" fmla="*/ 1905504 w 12192000"/>
              <a:gd name="connsiteY67" fmla="*/ 941380 h 1203824"/>
              <a:gd name="connsiteX68" fmla="*/ 1671045 w 12192000"/>
              <a:gd name="connsiteY68" fmla="*/ 924228 h 1203824"/>
              <a:gd name="connsiteX69" fmla="*/ 1543856 w 12192000"/>
              <a:gd name="connsiteY69" fmla="*/ 898190 h 1203824"/>
              <a:gd name="connsiteX70" fmla="*/ 1419784 w 12192000"/>
              <a:gd name="connsiteY70" fmla="*/ 868500 h 1203824"/>
              <a:gd name="connsiteX71" fmla="*/ 1355116 w 12192000"/>
              <a:gd name="connsiteY71" fmla="*/ 849214 h 1203824"/>
              <a:gd name="connsiteX72" fmla="*/ 1223713 w 12192000"/>
              <a:gd name="connsiteY72" fmla="*/ 821702 h 1203824"/>
              <a:gd name="connsiteX73" fmla="*/ 1094193 w 12192000"/>
              <a:gd name="connsiteY73" fmla="*/ 804872 h 1203824"/>
              <a:gd name="connsiteX74" fmla="*/ 1001115 w 12192000"/>
              <a:gd name="connsiteY74" fmla="*/ 783030 h 1203824"/>
              <a:gd name="connsiteX75" fmla="*/ 879548 w 12192000"/>
              <a:gd name="connsiteY75" fmla="*/ 747884 h 1203824"/>
              <a:gd name="connsiteX76" fmla="*/ 711163 w 12192000"/>
              <a:gd name="connsiteY76" fmla="*/ 719039 h 1203824"/>
              <a:gd name="connsiteX77" fmla="*/ 557941 w 12192000"/>
              <a:gd name="connsiteY77" fmla="*/ 707101 h 1203824"/>
              <a:gd name="connsiteX78" fmla="*/ 480347 w 12192000"/>
              <a:gd name="connsiteY78" fmla="*/ 668702 h 1203824"/>
              <a:gd name="connsiteX79" fmla="*/ 296224 w 12192000"/>
              <a:gd name="connsiteY79" fmla="*/ 603583 h 1203824"/>
              <a:gd name="connsiteX80" fmla="*/ 72689 w 12192000"/>
              <a:gd name="connsiteY80" fmla="*/ 560892 h 1203824"/>
              <a:gd name="connsiteX81" fmla="*/ 0 w 12192000"/>
              <a:gd name="connsiteY81" fmla="*/ 543486 h 1203824"/>
              <a:gd name="connsiteX82" fmla="*/ 0 w 12192000"/>
              <a:gd name="connsiteY82" fmla="*/ 384357 h 1203824"/>
              <a:gd name="connsiteX83" fmla="*/ 51784 w 12192000"/>
              <a:gd name="connsiteY83" fmla="*/ 393937 h 1203824"/>
              <a:gd name="connsiteX84" fmla="*/ 205561 w 12192000"/>
              <a:gd name="connsiteY84" fmla="*/ 414859 h 1203824"/>
              <a:gd name="connsiteX85" fmla="*/ 354391 w 12192000"/>
              <a:gd name="connsiteY85" fmla="*/ 426667 h 1203824"/>
              <a:gd name="connsiteX86" fmla="*/ 448281 w 12192000"/>
              <a:gd name="connsiteY86" fmla="*/ 436308 h 1203824"/>
              <a:gd name="connsiteX87" fmla="*/ 611518 w 12192000"/>
              <a:gd name="connsiteY87" fmla="*/ 434166 h 1203824"/>
              <a:gd name="connsiteX88" fmla="*/ 746076 w 12192000"/>
              <a:gd name="connsiteY88" fmla="*/ 422520 h 1203824"/>
              <a:gd name="connsiteX89" fmla="*/ 902724 w 12192000"/>
              <a:gd name="connsiteY89" fmla="*/ 409989 h 1203824"/>
              <a:gd name="connsiteX90" fmla="*/ 1113854 w 12192000"/>
              <a:gd name="connsiteY90" fmla="*/ 414230 h 1203824"/>
              <a:gd name="connsiteX91" fmla="*/ 1333449 w 12192000"/>
              <a:gd name="connsiteY91" fmla="*/ 459938 h 1203824"/>
              <a:gd name="connsiteX92" fmla="*/ 1408608 w 12192000"/>
              <a:gd name="connsiteY92" fmla="*/ 458278 h 1203824"/>
              <a:gd name="connsiteX93" fmla="*/ 1630191 w 12192000"/>
              <a:gd name="connsiteY93" fmla="*/ 403061 h 1203824"/>
              <a:gd name="connsiteX94" fmla="*/ 1956289 w 12192000"/>
              <a:gd name="connsiteY94" fmla="*/ 332366 h 1203824"/>
              <a:gd name="connsiteX95" fmla="*/ 2042814 w 12192000"/>
              <a:gd name="connsiteY95" fmla="*/ 344002 h 1203824"/>
              <a:gd name="connsiteX96" fmla="*/ 2183420 w 12192000"/>
              <a:gd name="connsiteY96" fmla="*/ 369635 h 1203824"/>
              <a:gd name="connsiteX97" fmla="*/ 2269566 w 12192000"/>
              <a:gd name="connsiteY97" fmla="*/ 439859 h 1203824"/>
              <a:gd name="connsiteX98" fmla="*/ 2331129 w 12192000"/>
              <a:gd name="connsiteY98" fmla="*/ 524163 h 1203824"/>
              <a:gd name="connsiteX99" fmla="*/ 2385112 w 12192000"/>
              <a:gd name="connsiteY99" fmla="*/ 555357 h 1203824"/>
              <a:gd name="connsiteX100" fmla="*/ 2444033 w 12192000"/>
              <a:gd name="connsiteY100" fmla="*/ 572629 h 1203824"/>
              <a:gd name="connsiteX101" fmla="*/ 2525979 w 12192000"/>
              <a:gd name="connsiteY101" fmla="*/ 603233 h 1203824"/>
              <a:gd name="connsiteX102" fmla="*/ 2603911 w 12192000"/>
              <a:gd name="connsiteY102" fmla="*/ 684825 h 1203824"/>
              <a:gd name="connsiteX103" fmla="*/ 2678828 w 12192000"/>
              <a:gd name="connsiteY103" fmla="*/ 706990 h 1203824"/>
              <a:gd name="connsiteX104" fmla="*/ 2738094 w 12192000"/>
              <a:gd name="connsiteY104" fmla="*/ 711376 h 1203824"/>
              <a:gd name="connsiteX105" fmla="*/ 2983806 w 12192000"/>
              <a:gd name="connsiteY105" fmla="*/ 728243 h 1203824"/>
              <a:gd name="connsiteX106" fmla="*/ 3013997 w 12192000"/>
              <a:gd name="connsiteY106" fmla="*/ 725446 h 1203824"/>
              <a:gd name="connsiteX107" fmla="*/ 3364419 w 12192000"/>
              <a:gd name="connsiteY107" fmla="*/ 720577 h 1203824"/>
              <a:gd name="connsiteX108" fmla="*/ 3460521 w 12192000"/>
              <a:gd name="connsiteY108" fmla="*/ 717628 h 1203824"/>
              <a:gd name="connsiteX109" fmla="*/ 3710982 w 12192000"/>
              <a:gd name="connsiteY109" fmla="*/ 714182 h 1203824"/>
              <a:gd name="connsiteX110" fmla="*/ 3850961 w 12192000"/>
              <a:gd name="connsiteY110" fmla="*/ 778802 h 1203824"/>
              <a:gd name="connsiteX111" fmla="*/ 3946286 w 12192000"/>
              <a:gd name="connsiteY111" fmla="*/ 816372 h 1203824"/>
              <a:gd name="connsiteX112" fmla="*/ 4065132 w 12192000"/>
              <a:gd name="connsiteY112" fmla="*/ 832459 h 1203824"/>
              <a:gd name="connsiteX113" fmla="*/ 4132173 w 12192000"/>
              <a:gd name="connsiteY113" fmla="*/ 835167 h 1203824"/>
              <a:gd name="connsiteX114" fmla="*/ 4305858 w 12192000"/>
              <a:gd name="connsiteY114" fmla="*/ 804156 h 1203824"/>
              <a:gd name="connsiteX115" fmla="*/ 4382131 w 12192000"/>
              <a:gd name="connsiteY115" fmla="*/ 769481 h 1203824"/>
              <a:gd name="connsiteX116" fmla="*/ 4453289 w 12192000"/>
              <a:gd name="connsiteY116" fmla="*/ 752531 h 1203824"/>
              <a:gd name="connsiteX117" fmla="*/ 4657971 w 12192000"/>
              <a:gd name="connsiteY117" fmla="*/ 795835 h 1203824"/>
              <a:gd name="connsiteX118" fmla="*/ 4682399 w 12192000"/>
              <a:gd name="connsiteY118" fmla="*/ 813876 h 1203824"/>
              <a:gd name="connsiteX119" fmla="*/ 4771814 w 12192000"/>
              <a:gd name="connsiteY119" fmla="*/ 907046 h 1203824"/>
              <a:gd name="connsiteX120" fmla="*/ 4827520 w 12192000"/>
              <a:gd name="connsiteY120" fmla="*/ 929876 h 1203824"/>
              <a:gd name="connsiteX121" fmla="*/ 4849942 w 12192000"/>
              <a:gd name="connsiteY121" fmla="*/ 933851 h 1203824"/>
              <a:gd name="connsiteX122" fmla="*/ 5009626 w 12192000"/>
              <a:gd name="connsiteY122" fmla="*/ 957896 h 1203824"/>
              <a:gd name="connsiteX123" fmla="*/ 5158711 w 12192000"/>
              <a:gd name="connsiteY123" fmla="*/ 963814 h 1203824"/>
              <a:gd name="connsiteX124" fmla="*/ 5376427 w 12192000"/>
              <a:gd name="connsiteY124" fmla="*/ 963151 h 1203824"/>
              <a:gd name="connsiteX125" fmla="*/ 5475787 w 12192000"/>
              <a:gd name="connsiteY125" fmla="*/ 980508 h 1203824"/>
              <a:gd name="connsiteX126" fmla="*/ 5653401 w 12192000"/>
              <a:gd name="connsiteY126" fmla="*/ 987268 h 1203824"/>
              <a:gd name="connsiteX127" fmla="*/ 5726340 w 12192000"/>
              <a:gd name="connsiteY127" fmla="*/ 985357 h 1203824"/>
              <a:gd name="connsiteX128" fmla="*/ 5790563 w 12192000"/>
              <a:gd name="connsiteY128" fmla="*/ 991300 h 1203824"/>
              <a:gd name="connsiteX129" fmla="*/ 5860260 w 12192000"/>
              <a:gd name="connsiteY129" fmla="*/ 1004958 h 1203824"/>
              <a:gd name="connsiteX130" fmla="*/ 6042101 w 12192000"/>
              <a:gd name="connsiteY130" fmla="*/ 1036226 h 1203824"/>
              <a:gd name="connsiteX131" fmla="*/ 6301998 w 12192000"/>
              <a:gd name="connsiteY131" fmla="*/ 989138 h 1203824"/>
              <a:gd name="connsiteX132" fmla="*/ 6452025 w 12192000"/>
              <a:gd name="connsiteY132" fmla="*/ 968489 h 1203824"/>
              <a:gd name="connsiteX133" fmla="*/ 6589205 w 12192000"/>
              <a:gd name="connsiteY133" fmla="*/ 939474 h 1203824"/>
              <a:gd name="connsiteX134" fmla="*/ 6631069 w 12192000"/>
              <a:gd name="connsiteY134" fmla="*/ 911222 h 1203824"/>
              <a:gd name="connsiteX135" fmla="*/ 6828274 w 12192000"/>
              <a:gd name="connsiteY135" fmla="*/ 942941 h 1203824"/>
              <a:gd name="connsiteX136" fmla="*/ 6900803 w 12192000"/>
              <a:gd name="connsiteY136" fmla="*/ 984140 h 1203824"/>
              <a:gd name="connsiteX137" fmla="*/ 7034668 w 12192000"/>
              <a:gd name="connsiteY137" fmla="*/ 1018665 h 1203824"/>
              <a:gd name="connsiteX138" fmla="*/ 7281067 w 12192000"/>
              <a:gd name="connsiteY138" fmla="*/ 966327 h 1203824"/>
              <a:gd name="connsiteX139" fmla="*/ 7412780 w 12192000"/>
              <a:gd name="connsiteY139" fmla="*/ 909206 h 1203824"/>
              <a:gd name="connsiteX140" fmla="*/ 7500327 w 12192000"/>
              <a:gd name="connsiteY140" fmla="*/ 894826 h 1203824"/>
              <a:gd name="connsiteX141" fmla="*/ 7662324 w 12192000"/>
              <a:gd name="connsiteY141" fmla="*/ 927415 h 1203824"/>
              <a:gd name="connsiteX142" fmla="*/ 7725334 w 12192000"/>
              <a:gd name="connsiteY142" fmla="*/ 924844 h 1203824"/>
              <a:gd name="connsiteX143" fmla="*/ 7833279 w 12192000"/>
              <a:gd name="connsiteY143" fmla="*/ 913031 h 1203824"/>
              <a:gd name="connsiteX144" fmla="*/ 7928605 w 12192000"/>
              <a:gd name="connsiteY144" fmla="*/ 881683 h 1203824"/>
              <a:gd name="connsiteX145" fmla="*/ 8146597 w 12192000"/>
              <a:gd name="connsiteY145" fmla="*/ 762968 h 1203824"/>
              <a:gd name="connsiteX146" fmla="*/ 8183577 w 12192000"/>
              <a:gd name="connsiteY146" fmla="*/ 749005 h 1203824"/>
              <a:gd name="connsiteX147" fmla="*/ 8250224 w 12192000"/>
              <a:gd name="connsiteY147" fmla="*/ 733642 h 1203824"/>
              <a:gd name="connsiteX148" fmla="*/ 8505929 w 12192000"/>
              <a:gd name="connsiteY148" fmla="*/ 626542 h 1203824"/>
              <a:gd name="connsiteX149" fmla="*/ 8564194 w 12192000"/>
              <a:gd name="connsiteY149" fmla="*/ 618796 h 1203824"/>
              <a:gd name="connsiteX150" fmla="*/ 8660705 w 12192000"/>
              <a:gd name="connsiteY150" fmla="*/ 611069 h 1203824"/>
              <a:gd name="connsiteX151" fmla="*/ 8762255 w 12192000"/>
              <a:gd name="connsiteY151" fmla="*/ 585060 h 1203824"/>
              <a:gd name="connsiteX152" fmla="*/ 8836439 w 12192000"/>
              <a:gd name="connsiteY152" fmla="*/ 566358 h 1203824"/>
              <a:gd name="connsiteX153" fmla="*/ 9050728 w 12192000"/>
              <a:gd name="connsiteY153" fmla="*/ 559575 h 1203824"/>
              <a:gd name="connsiteX154" fmla="*/ 9229627 w 12192000"/>
              <a:gd name="connsiteY154" fmla="*/ 557464 h 1203824"/>
              <a:gd name="connsiteX155" fmla="*/ 9253451 w 12192000"/>
              <a:gd name="connsiteY155" fmla="*/ 550855 h 1203824"/>
              <a:gd name="connsiteX156" fmla="*/ 9484214 w 12192000"/>
              <a:gd name="connsiteY156" fmla="*/ 498671 h 1203824"/>
              <a:gd name="connsiteX157" fmla="*/ 9582633 w 12192000"/>
              <a:gd name="connsiteY157" fmla="*/ 458384 h 1203824"/>
              <a:gd name="connsiteX158" fmla="*/ 9719670 w 12192000"/>
              <a:gd name="connsiteY158" fmla="*/ 415607 h 1203824"/>
              <a:gd name="connsiteX159" fmla="*/ 9871784 w 12192000"/>
              <a:gd name="connsiteY159" fmla="*/ 366147 h 1203824"/>
              <a:gd name="connsiteX160" fmla="*/ 9984494 w 12192000"/>
              <a:gd name="connsiteY160" fmla="*/ 336660 h 1203824"/>
              <a:gd name="connsiteX161" fmla="*/ 10154708 w 12192000"/>
              <a:gd name="connsiteY161" fmla="*/ 322193 h 1203824"/>
              <a:gd name="connsiteX162" fmla="*/ 10190446 w 12192000"/>
              <a:gd name="connsiteY162" fmla="*/ 325025 h 1203824"/>
              <a:gd name="connsiteX163" fmla="*/ 10530736 w 12192000"/>
              <a:gd name="connsiteY163" fmla="*/ 335953 h 1203824"/>
              <a:gd name="connsiteX164" fmla="*/ 10752157 w 12192000"/>
              <a:gd name="connsiteY164" fmla="*/ 305117 h 1203824"/>
              <a:gd name="connsiteX165" fmla="*/ 10824452 w 12192000"/>
              <a:gd name="connsiteY165" fmla="*/ 285927 h 1203824"/>
              <a:gd name="connsiteX166" fmla="*/ 10953152 w 12192000"/>
              <a:gd name="connsiteY166" fmla="*/ 228102 h 1203824"/>
              <a:gd name="connsiteX167" fmla="*/ 11011614 w 12192000"/>
              <a:gd name="connsiteY167" fmla="*/ 214096 h 1203824"/>
              <a:gd name="connsiteX168" fmla="*/ 11116031 w 12192000"/>
              <a:gd name="connsiteY168" fmla="*/ 195421 h 1203824"/>
              <a:gd name="connsiteX169" fmla="*/ 11344303 w 12192000"/>
              <a:gd name="connsiteY169" fmla="*/ 166629 h 1203824"/>
              <a:gd name="connsiteX170" fmla="*/ 11639050 w 12192000"/>
              <a:gd name="connsiteY170" fmla="*/ 108526 h 1203824"/>
              <a:gd name="connsiteX171" fmla="*/ 11757532 w 12192000"/>
              <a:gd name="connsiteY171" fmla="*/ 96530 h 1203824"/>
              <a:gd name="connsiteX172" fmla="*/ 11885799 w 12192000"/>
              <a:gd name="connsiteY172" fmla="*/ 86728 h 1203824"/>
              <a:gd name="connsiteX173" fmla="*/ 11922874 w 12192000"/>
              <a:gd name="connsiteY173" fmla="*/ 81060 h 1203824"/>
              <a:gd name="connsiteX174" fmla="*/ 12115331 w 12192000"/>
              <a:gd name="connsiteY174" fmla="*/ 33587 h 1203824"/>
              <a:gd name="connsiteX175" fmla="*/ 12158080 w 12192000"/>
              <a:gd name="connsiteY175" fmla="*/ 14081 h 120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1203824">
                <a:moveTo>
                  <a:pt x="12192000" y="0"/>
                </a:moveTo>
                <a:lnTo>
                  <a:pt x="12192000" y="463429"/>
                </a:lnTo>
                <a:lnTo>
                  <a:pt x="12190876" y="463512"/>
                </a:lnTo>
                <a:cubicBezTo>
                  <a:pt x="12153133" y="467010"/>
                  <a:pt x="12115042" y="473200"/>
                  <a:pt x="12077245" y="476327"/>
                </a:cubicBezTo>
                <a:cubicBezTo>
                  <a:pt x="12046307" y="479040"/>
                  <a:pt x="12015359" y="479114"/>
                  <a:pt x="11984517" y="479927"/>
                </a:cubicBezTo>
                <a:cubicBezTo>
                  <a:pt x="11973265" y="480210"/>
                  <a:pt x="11961485" y="476792"/>
                  <a:pt x="11951600" y="478957"/>
                </a:cubicBezTo>
                <a:cubicBezTo>
                  <a:pt x="11853497" y="501074"/>
                  <a:pt x="11777036" y="475730"/>
                  <a:pt x="11690904" y="471970"/>
                </a:cubicBezTo>
                <a:cubicBezTo>
                  <a:pt x="11600358" y="467893"/>
                  <a:pt x="11511400" y="454530"/>
                  <a:pt x="11413965" y="476172"/>
                </a:cubicBezTo>
                <a:cubicBezTo>
                  <a:pt x="11355010" y="489304"/>
                  <a:pt x="11299073" y="508237"/>
                  <a:pt x="11240739" y="523169"/>
                </a:cubicBezTo>
                <a:cubicBezTo>
                  <a:pt x="11219994" y="528395"/>
                  <a:pt x="11196384" y="531385"/>
                  <a:pt x="11175005" y="532169"/>
                </a:cubicBezTo>
                <a:cubicBezTo>
                  <a:pt x="11071819" y="536506"/>
                  <a:pt x="10971303" y="549336"/>
                  <a:pt x="10873726" y="580253"/>
                </a:cubicBezTo>
                <a:cubicBezTo>
                  <a:pt x="10856992" y="585473"/>
                  <a:pt x="10839156" y="590660"/>
                  <a:pt x="10821306" y="593207"/>
                </a:cubicBezTo>
                <a:cubicBezTo>
                  <a:pt x="10723500" y="607162"/>
                  <a:pt x="10626924" y="616976"/>
                  <a:pt x="10530811" y="612184"/>
                </a:cubicBezTo>
                <a:cubicBezTo>
                  <a:pt x="10498527" y="610559"/>
                  <a:pt x="10460885" y="619895"/>
                  <a:pt x="10426049" y="623354"/>
                </a:cubicBezTo>
                <a:cubicBezTo>
                  <a:pt x="10393740" y="626644"/>
                  <a:pt x="10360820" y="630774"/>
                  <a:pt x="10329156" y="630948"/>
                </a:cubicBezTo>
                <a:cubicBezTo>
                  <a:pt x="10282924" y="631125"/>
                  <a:pt x="10240698" y="636395"/>
                  <a:pt x="10194727" y="648617"/>
                </a:cubicBezTo>
                <a:cubicBezTo>
                  <a:pt x="10150847" y="660165"/>
                  <a:pt x="10102287" y="664450"/>
                  <a:pt x="10055906" y="671256"/>
                </a:cubicBezTo>
                <a:cubicBezTo>
                  <a:pt x="10004174" y="678826"/>
                  <a:pt x="9952442" y="686395"/>
                  <a:pt x="9900551" y="692855"/>
                </a:cubicBezTo>
                <a:cubicBezTo>
                  <a:pt x="9879793" y="695439"/>
                  <a:pt x="9855180" y="691398"/>
                  <a:pt x="9838464" y="696804"/>
                </a:cubicBezTo>
                <a:cubicBezTo>
                  <a:pt x="9784563" y="714690"/>
                  <a:pt x="9727517" y="710557"/>
                  <a:pt x="9672957" y="723816"/>
                </a:cubicBezTo>
                <a:cubicBezTo>
                  <a:pt x="9646220" y="730464"/>
                  <a:pt x="9614440" y="727257"/>
                  <a:pt x="9585066" y="730692"/>
                </a:cubicBezTo>
                <a:cubicBezTo>
                  <a:pt x="9537047" y="736221"/>
                  <a:pt x="9489294" y="743601"/>
                  <a:pt x="9441407" y="750055"/>
                </a:cubicBezTo>
                <a:cubicBezTo>
                  <a:pt x="9425674" y="752111"/>
                  <a:pt x="9410218" y="753561"/>
                  <a:pt x="9394459" y="755431"/>
                </a:cubicBezTo>
                <a:cubicBezTo>
                  <a:pt x="9380484" y="757048"/>
                  <a:pt x="9365611" y="757472"/>
                  <a:pt x="9352590" y="760650"/>
                </a:cubicBezTo>
                <a:cubicBezTo>
                  <a:pt x="9305415" y="772102"/>
                  <a:pt x="9259379" y="786411"/>
                  <a:pt x="9211614" y="796248"/>
                </a:cubicBezTo>
                <a:cubicBezTo>
                  <a:pt x="9170220" y="804796"/>
                  <a:pt x="9126523" y="807444"/>
                  <a:pt x="9084667" y="815303"/>
                </a:cubicBezTo>
                <a:cubicBezTo>
                  <a:pt x="9010868" y="829042"/>
                  <a:pt x="8937412" y="845188"/>
                  <a:pt x="8863666" y="859298"/>
                </a:cubicBezTo>
                <a:cubicBezTo>
                  <a:pt x="8847706" y="862330"/>
                  <a:pt x="8830271" y="860096"/>
                  <a:pt x="8813796" y="862070"/>
                </a:cubicBezTo>
                <a:cubicBezTo>
                  <a:pt x="8762262" y="868479"/>
                  <a:pt x="8710833" y="875626"/>
                  <a:pt x="8659351" y="882406"/>
                </a:cubicBezTo>
                <a:cubicBezTo>
                  <a:pt x="8630055" y="886396"/>
                  <a:pt x="8600505" y="891179"/>
                  <a:pt x="8571352" y="893639"/>
                </a:cubicBezTo>
                <a:cubicBezTo>
                  <a:pt x="8532843" y="896868"/>
                  <a:pt x="8497743" y="898476"/>
                  <a:pt x="8464106" y="918004"/>
                </a:cubicBezTo>
                <a:cubicBezTo>
                  <a:pt x="8412327" y="948238"/>
                  <a:pt x="8341122" y="949523"/>
                  <a:pt x="8278324" y="963769"/>
                </a:cubicBezTo>
                <a:cubicBezTo>
                  <a:pt x="8262086" y="967408"/>
                  <a:pt x="8245335" y="969987"/>
                  <a:pt x="8229128" y="973810"/>
                </a:cubicBezTo>
                <a:cubicBezTo>
                  <a:pt x="8199180" y="980915"/>
                  <a:pt x="8169646" y="988338"/>
                  <a:pt x="8139751" y="995815"/>
                </a:cubicBezTo>
                <a:cubicBezTo>
                  <a:pt x="8134478" y="997132"/>
                  <a:pt x="8128438" y="998185"/>
                  <a:pt x="8123571" y="999822"/>
                </a:cubicBezTo>
                <a:cubicBezTo>
                  <a:pt x="8078628" y="1014164"/>
                  <a:pt x="8034565" y="1029514"/>
                  <a:pt x="7988699" y="1042479"/>
                </a:cubicBezTo>
                <a:cubicBezTo>
                  <a:pt x="7966302" y="1048884"/>
                  <a:pt x="7941011" y="1052871"/>
                  <a:pt x="7917214" y="1054565"/>
                </a:cubicBezTo>
                <a:cubicBezTo>
                  <a:pt x="7847636" y="1059584"/>
                  <a:pt x="7779165" y="1067276"/>
                  <a:pt x="7710915" y="1084190"/>
                </a:cubicBezTo>
                <a:cubicBezTo>
                  <a:pt x="7683826" y="1090885"/>
                  <a:pt x="7652466" y="1090640"/>
                  <a:pt x="7622959" y="1093150"/>
                </a:cubicBezTo>
                <a:cubicBezTo>
                  <a:pt x="7552361" y="1098691"/>
                  <a:pt x="7481710" y="1103861"/>
                  <a:pt x="7410782" y="1109640"/>
                </a:cubicBezTo>
                <a:cubicBezTo>
                  <a:pt x="7366505" y="1113312"/>
                  <a:pt x="7322030" y="1118147"/>
                  <a:pt x="7277754" y="1121822"/>
                </a:cubicBezTo>
                <a:cubicBezTo>
                  <a:pt x="7226619" y="1125906"/>
                  <a:pt x="7175601" y="1128277"/>
                  <a:pt x="7124540" y="1132918"/>
                </a:cubicBezTo>
                <a:cubicBezTo>
                  <a:pt x="7066293" y="1138207"/>
                  <a:pt x="7008028" y="1145955"/>
                  <a:pt x="6949752" y="1151058"/>
                </a:cubicBezTo>
                <a:cubicBezTo>
                  <a:pt x="6843217" y="1160027"/>
                  <a:pt x="6736882" y="1167834"/>
                  <a:pt x="6630249" y="1176063"/>
                </a:cubicBezTo>
                <a:cubicBezTo>
                  <a:pt x="6526849" y="1184018"/>
                  <a:pt x="6423556" y="1192713"/>
                  <a:pt x="6320634" y="1198901"/>
                </a:cubicBezTo>
                <a:cubicBezTo>
                  <a:pt x="6277297" y="1201496"/>
                  <a:pt x="6235232" y="1197679"/>
                  <a:pt x="6192343" y="1198323"/>
                </a:cubicBezTo>
                <a:cubicBezTo>
                  <a:pt x="6117131" y="1199612"/>
                  <a:pt x="6041418" y="1202485"/>
                  <a:pt x="5966562" y="1203723"/>
                </a:cubicBezTo>
                <a:cubicBezTo>
                  <a:pt x="5933144" y="1204338"/>
                  <a:pt x="5900754" y="1201974"/>
                  <a:pt x="5867227" y="1201847"/>
                </a:cubicBezTo>
                <a:cubicBezTo>
                  <a:pt x="5788180" y="1201796"/>
                  <a:pt x="5708354" y="1203933"/>
                  <a:pt x="5630172" y="1202248"/>
                </a:cubicBezTo>
                <a:cubicBezTo>
                  <a:pt x="5535908" y="1200213"/>
                  <a:pt x="5442984" y="1194779"/>
                  <a:pt x="5348949" y="1191768"/>
                </a:cubicBezTo>
                <a:cubicBezTo>
                  <a:pt x="5313810" y="1190551"/>
                  <a:pt x="5277251" y="1192179"/>
                  <a:pt x="5241228" y="1192408"/>
                </a:cubicBezTo>
                <a:cubicBezTo>
                  <a:pt x="5151316" y="1192775"/>
                  <a:pt x="5061657" y="1192349"/>
                  <a:pt x="4971133" y="1193559"/>
                </a:cubicBezTo>
                <a:cubicBezTo>
                  <a:pt x="4937685" y="1193988"/>
                  <a:pt x="4903114" y="1199299"/>
                  <a:pt x="4869416" y="1200519"/>
                </a:cubicBezTo>
                <a:cubicBezTo>
                  <a:pt x="4830283" y="1201947"/>
                  <a:pt x="4791348" y="1202215"/>
                  <a:pt x="4753274" y="1200850"/>
                </a:cubicBezTo>
                <a:cubicBezTo>
                  <a:pt x="4705682" y="1199144"/>
                  <a:pt x="4659172" y="1194829"/>
                  <a:pt x="4611883" y="1192701"/>
                </a:cubicBezTo>
                <a:cubicBezTo>
                  <a:pt x="4533819" y="1189298"/>
                  <a:pt x="4455420" y="1186135"/>
                  <a:pt x="4376825" y="1184131"/>
                </a:cubicBezTo>
                <a:cubicBezTo>
                  <a:pt x="4347226" y="1183446"/>
                  <a:pt x="4315374" y="1187423"/>
                  <a:pt x="4285471" y="1187158"/>
                </a:cubicBezTo>
                <a:cubicBezTo>
                  <a:pt x="4145774" y="1185753"/>
                  <a:pt x="4006046" y="1184162"/>
                  <a:pt x="3866543" y="1181596"/>
                </a:cubicBezTo>
                <a:cubicBezTo>
                  <a:pt x="3794230" y="1180207"/>
                  <a:pt x="3723633" y="1175551"/>
                  <a:pt x="3651342" y="1174348"/>
                </a:cubicBezTo>
                <a:cubicBezTo>
                  <a:pt x="3607885" y="1173562"/>
                  <a:pt x="3561907" y="1178044"/>
                  <a:pt x="3518453" y="1177258"/>
                </a:cubicBezTo>
                <a:cubicBezTo>
                  <a:pt x="3478287" y="1176568"/>
                  <a:pt x="3440399" y="1171400"/>
                  <a:pt x="3400818" y="1169685"/>
                </a:cubicBezTo>
                <a:cubicBezTo>
                  <a:pt x="3279824" y="1164099"/>
                  <a:pt x="3157310" y="1160621"/>
                  <a:pt x="3037154" y="1153217"/>
                </a:cubicBezTo>
                <a:cubicBezTo>
                  <a:pt x="2978373" y="1149708"/>
                  <a:pt x="2922429" y="1140508"/>
                  <a:pt x="2866260" y="1132283"/>
                </a:cubicBezTo>
                <a:cubicBezTo>
                  <a:pt x="2771049" y="1118489"/>
                  <a:pt x="2677107" y="1103380"/>
                  <a:pt x="2582173" y="1088979"/>
                </a:cubicBezTo>
                <a:cubicBezTo>
                  <a:pt x="2511090" y="1078352"/>
                  <a:pt x="2447356" y="1063086"/>
                  <a:pt x="2395406" y="1035945"/>
                </a:cubicBezTo>
                <a:cubicBezTo>
                  <a:pt x="2371411" y="1023508"/>
                  <a:pt x="2331675" y="1015582"/>
                  <a:pt x="2294751" y="1014618"/>
                </a:cubicBezTo>
                <a:cubicBezTo>
                  <a:pt x="2228580" y="1012920"/>
                  <a:pt x="2177384" y="998698"/>
                  <a:pt x="2122944" y="984751"/>
                </a:cubicBezTo>
                <a:cubicBezTo>
                  <a:pt x="2054121" y="967003"/>
                  <a:pt x="1981585" y="951294"/>
                  <a:pt x="1905504" y="941380"/>
                </a:cubicBezTo>
                <a:cubicBezTo>
                  <a:pt x="1830544" y="931682"/>
                  <a:pt x="1747929" y="932141"/>
                  <a:pt x="1671045" y="924228"/>
                </a:cubicBezTo>
                <a:cubicBezTo>
                  <a:pt x="1625936" y="919523"/>
                  <a:pt x="1585613" y="907528"/>
                  <a:pt x="1543856" y="898190"/>
                </a:cubicBezTo>
                <a:cubicBezTo>
                  <a:pt x="1502093" y="888855"/>
                  <a:pt x="1460606" y="878913"/>
                  <a:pt x="1419784" y="868500"/>
                </a:cubicBezTo>
                <a:cubicBezTo>
                  <a:pt x="1397486" y="862806"/>
                  <a:pt x="1378078" y="854435"/>
                  <a:pt x="1355116" y="849214"/>
                </a:cubicBezTo>
                <a:cubicBezTo>
                  <a:pt x="1311848" y="839527"/>
                  <a:pt x="1265353" y="832754"/>
                  <a:pt x="1223713" y="821702"/>
                </a:cubicBezTo>
                <a:cubicBezTo>
                  <a:pt x="1183577" y="811001"/>
                  <a:pt x="1138864" y="809072"/>
                  <a:pt x="1094193" y="804872"/>
                </a:cubicBezTo>
                <a:cubicBezTo>
                  <a:pt x="1060244" y="801784"/>
                  <a:pt x="1034230" y="787936"/>
                  <a:pt x="1001115" y="783030"/>
                </a:cubicBezTo>
                <a:cubicBezTo>
                  <a:pt x="953853" y="775990"/>
                  <a:pt x="916853" y="764276"/>
                  <a:pt x="879548" y="747884"/>
                </a:cubicBezTo>
                <a:cubicBezTo>
                  <a:pt x="837586" y="729513"/>
                  <a:pt x="770061" y="725929"/>
                  <a:pt x="711163" y="719039"/>
                </a:cubicBezTo>
                <a:cubicBezTo>
                  <a:pt x="661152" y="713146"/>
                  <a:pt x="604343" y="715774"/>
                  <a:pt x="557941" y="707101"/>
                </a:cubicBezTo>
                <a:cubicBezTo>
                  <a:pt x="525381" y="700984"/>
                  <a:pt x="499355" y="684493"/>
                  <a:pt x="480347" y="668702"/>
                </a:cubicBezTo>
                <a:cubicBezTo>
                  <a:pt x="437718" y="632865"/>
                  <a:pt x="370204" y="616630"/>
                  <a:pt x="296224" y="603583"/>
                </a:cubicBezTo>
                <a:cubicBezTo>
                  <a:pt x="220741" y="590184"/>
                  <a:pt x="148480" y="573869"/>
                  <a:pt x="72689" y="560892"/>
                </a:cubicBezTo>
                <a:lnTo>
                  <a:pt x="0" y="543486"/>
                </a:lnTo>
                <a:lnTo>
                  <a:pt x="0" y="384357"/>
                </a:lnTo>
                <a:lnTo>
                  <a:pt x="51784" y="393937"/>
                </a:lnTo>
                <a:cubicBezTo>
                  <a:pt x="104770" y="397707"/>
                  <a:pt x="153378" y="409086"/>
                  <a:pt x="205561" y="414859"/>
                </a:cubicBezTo>
                <a:cubicBezTo>
                  <a:pt x="254062" y="420400"/>
                  <a:pt x="305001" y="422574"/>
                  <a:pt x="354391" y="426667"/>
                </a:cubicBezTo>
                <a:cubicBezTo>
                  <a:pt x="386450" y="429269"/>
                  <a:pt x="420771" y="429847"/>
                  <a:pt x="448281" y="436308"/>
                </a:cubicBezTo>
                <a:cubicBezTo>
                  <a:pt x="499904" y="448391"/>
                  <a:pt x="551004" y="446576"/>
                  <a:pt x="611518" y="434166"/>
                </a:cubicBezTo>
                <a:cubicBezTo>
                  <a:pt x="654695" y="425361"/>
                  <a:pt x="702395" y="422710"/>
                  <a:pt x="746076" y="422520"/>
                </a:cubicBezTo>
                <a:cubicBezTo>
                  <a:pt x="798481" y="422218"/>
                  <a:pt x="848400" y="419817"/>
                  <a:pt x="902724" y="409989"/>
                </a:cubicBezTo>
                <a:cubicBezTo>
                  <a:pt x="977291" y="396518"/>
                  <a:pt x="1048428" y="397321"/>
                  <a:pt x="1113854" y="414230"/>
                </a:cubicBezTo>
                <a:cubicBezTo>
                  <a:pt x="1184155" y="432145"/>
                  <a:pt x="1258677" y="446437"/>
                  <a:pt x="1333449" y="459938"/>
                </a:cubicBezTo>
                <a:cubicBezTo>
                  <a:pt x="1354772" y="463883"/>
                  <a:pt x="1385284" y="463304"/>
                  <a:pt x="1408608" y="458278"/>
                </a:cubicBezTo>
                <a:cubicBezTo>
                  <a:pt x="1483492" y="441930"/>
                  <a:pt x="1561495" y="427025"/>
                  <a:pt x="1630191" y="403061"/>
                </a:cubicBezTo>
                <a:cubicBezTo>
                  <a:pt x="1735315" y="366348"/>
                  <a:pt x="1840887" y="337881"/>
                  <a:pt x="1956289" y="332366"/>
                </a:cubicBezTo>
                <a:cubicBezTo>
                  <a:pt x="1986669" y="330865"/>
                  <a:pt x="2019100" y="336056"/>
                  <a:pt x="2042814" y="344002"/>
                </a:cubicBezTo>
                <a:cubicBezTo>
                  <a:pt x="2085261" y="358150"/>
                  <a:pt x="2126350" y="370413"/>
                  <a:pt x="2183420" y="369635"/>
                </a:cubicBezTo>
                <a:cubicBezTo>
                  <a:pt x="2235035" y="368879"/>
                  <a:pt x="2279659" y="405942"/>
                  <a:pt x="2269566" y="439859"/>
                </a:cubicBezTo>
                <a:cubicBezTo>
                  <a:pt x="2258267" y="478101"/>
                  <a:pt x="2277762" y="504964"/>
                  <a:pt x="2331129" y="524163"/>
                </a:cubicBezTo>
                <a:cubicBezTo>
                  <a:pt x="2352980" y="531807"/>
                  <a:pt x="2364861" y="546162"/>
                  <a:pt x="2385112" y="555357"/>
                </a:cubicBezTo>
                <a:cubicBezTo>
                  <a:pt x="2401860" y="562976"/>
                  <a:pt x="2421927" y="570875"/>
                  <a:pt x="2444033" y="572629"/>
                </a:cubicBezTo>
                <a:cubicBezTo>
                  <a:pt x="2483469" y="575878"/>
                  <a:pt x="2509763" y="584022"/>
                  <a:pt x="2525979" y="603233"/>
                </a:cubicBezTo>
                <a:cubicBezTo>
                  <a:pt x="2549282" y="631254"/>
                  <a:pt x="2578520" y="657481"/>
                  <a:pt x="2603911" y="684825"/>
                </a:cubicBezTo>
                <a:cubicBezTo>
                  <a:pt x="2618910" y="700624"/>
                  <a:pt x="2643515" y="707120"/>
                  <a:pt x="2678828" y="706990"/>
                </a:cubicBezTo>
                <a:cubicBezTo>
                  <a:pt x="2699243" y="707100"/>
                  <a:pt x="2725615" y="705603"/>
                  <a:pt x="2738094" y="711376"/>
                </a:cubicBezTo>
                <a:cubicBezTo>
                  <a:pt x="2805960" y="742855"/>
                  <a:pt x="2895980" y="733032"/>
                  <a:pt x="2983806" y="728243"/>
                </a:cubicBezTo>
                <a:cubicBezTo>
                  <a:pt x="2993929" y="727744"/>
                  <a:pt x="3004007" y="726871"/>
                  <a:pt x="3013997" y="725446"/>
                </a:cubicBezTo>
                <a:cubicBezTo>
                  <a:pt x="3136002" y="707474"/>
                  <a:pt x="3250133" y="713470"/>
                  <a:pt x="3364419" y="720577"/>
                </a:cubicBezTo>
                <a:cubicBezTo>
                  <a:pt x="3394563" y="722507"/>
                  <a:pt x="3428050" y="719807"/>
                  <a:pt x="3460521" y="717628"/>
                </a:cubicBezTo>
                <a:cubicBezTo>
                  <a:pt x="3545330" y="712137"/>
                  <a:pt x="3633314" y="698262"/>
                  <a:pt x="3710982" y="714182"/>
                </a:cubicBezTo>
                <a:cubicBezTo>
                  <a:pt x="3772122" y="726607"/>
                  <a:pt x="3825029" y="745116"/>
                  <a:pt x="3850961" y="778802"/>
                </a:cubicBezTo>
                <a:cubicBezTo>
                  <a:pt x="3868395" y="801427"/>
                  <a:pt x="3898481" y="813185"/>
                  <a:pt x="3946286" y="816372"/>
                </a:cubicBezTo>
                <a:cubicBezTo>
                  <a:pt x="3987480" y="819179"/>
                  <a:pt x="4025130" y="827781"/>
                  <a:pt x="4065132" y="832459"/>
                </a:cubicBezTo>
                <a:cubicBezTo>
                  <a:pt x="4086246" y="834922"/>
                  <a:pt x="4110400" y="838274"/>
                  <a:pt x="4132173" y="835167"/>
                </a:cubicBezTo>
                <a:cubicBezTo>
                  <a:pt x="4190358" y="826865"/>
                  <a:pt x="4249453" y="817300"/>
                  <a:pt x="4305858" y="804156"/>
                </a:cubicBezTo>
                <a:cubicBezTo>
                  <a:pt x="4334041" y="797490"/>
                  <a:pt x="4360739" y="782919"/>
                  <a:pt x="4382131" y="769481"/>
                </a:cubicBezTo>
                <a:cubicBezTo>
                  <a:pt x="4404161" y="755388"/>
                  <a:pt x="4425552" y="747047"/>
                  <a:pt x="4453289" y="752531"/>
                </a:cubicBezTo>
                <a:cubicBezTo>
                  <a:pt x="4522267" y="766292"/>
                  <a:pt x="4590589" y="780524"/>
                  <a:pt x="4657971" y="795835"/>
                </a:cubicBezTo>
                <a:cubicBezTo>
                  <a:pt x="4669645" y="798513"/>
                  <a:pt x="4675987" y="807238"/>
                  <a:pt x="4682399" y="813876"/>
                </a:cubicBezTo>
                <a:cubicBezTo>
                  <a:pt x="4712325" y="844914"/>
                  <a:pt x="4739115" y="876968"/>
                  <a:pt x="4771814" y="907046"/>
                </a:cubicBezTo>
                <a:cubicBezTo>
                  <a:pt x="4783117" y="917329"/>
                  <a:pt x="4807945" y="922850"/>
                  <a:pt x="4827520" y="929876"/>
                </a:cubicBezTo>
                <a:cubicBezTo>
                  <a:pt x="4833681" y="932206"/>
                  <a:pt x="4845543" y="931081"/>
                  <a:pt x="4849942" y="933851"/>
                </a:cubicBezTo>
                <a:cubicBezTo>
                  <a:pt x="4888949" y="959631"/>
                  <a:pt x="4951287" y="954890"/>
                  <a:pt x="5009626" y="957896"/>
                </a:cubicBezTo>
                <a:cubicBezTo>
                  <a:pt x="5059523" y="960407"/>
                  <a:pt x="5111928" y="960104"/>
                  <a:pt x="5158711" y="963814"/>
                </a:cubicBezTo>
                <a:cubicBezTo>
                  <a:pt x="5231307" y="969696"/>
                  <a:pt x="5298173" y="973751"/>
                  <a:pt x="5376427" y="963151"/>
                </a:cubicBezTo>
                <a:cubicBezTo>
                  <a:pt x="5408579" y="958754"/>
                  <a:pt x="5448461" y="970245"/>
                  <a:pt x="5475787" y="980508"/>
                </a:cubicBezTo>
                <a:cubicBezTo>
                  <a:pt x="5528518" y="1000363"/>
                  <a:pt x="5584839" y="1001958"/>
                  <a:pt x="5653401" y="987268"/>
                </a:cubicBezTo>
                <a:cubicBezTo>
                  <a:pt x="5676008" y="982341"/>
                  <a:pt x="5702558" y="984595"/>
                  <a:pt x="5726340" y="985357"/>
                </a:cubicBezTo>
                <a:cubicBezTo>
                  <a:pt x="5748643" y="985952"/>
                  <a:pt x="5770110" y="988364"/>
                  <a:pt x="5790563" y="991300"/>
                </a:cubicBezTo>
                <a:cubicBezTo>
                  <a:pt x="5815128" y="994969"/>
                  <a:pt x="5845522" y="996110"/>
                  <a:pt x="5860260" y="1004958"/>
                </a:cubicBezTo>
                <a:cubicBezTo>
                  <a:pt x="5906803" y="1032493"/>
                  <a:pt x="5977069" y="1037385"/>
                  <a:pt x="6042101" y="1036226"/>
                </a:cubicBezTo>
                <a:cubicBezTo>
                  <a:pt x="6128232" y="1034888"/>
                  <a:pt x="6222269" y="1027704"/>
                  <a:pt x="6301998" y="989138"/>
                </a:cubicBezTo>
                <a:cubicBezTo>
                  <a:pt x="6349672" y="965909"/>
                  <a:pt x="6396952" y="955198"/>
                  <a:pt x="6452025" y="968489"/>
                </a:cubicBezTo>
                <a:cubicBezTo>
                  <a:pt x="6489401" y="977695"/>
                  <a:pt x="6558002" y="960731"/>
                  <a:pt x="6589205" y="939474"/>
                </a:cubicBezTo>
                <a:cubicBezTo>
                  <a:pt x="6600499" y="931821"/>
                  <a:pt x="6612148" y="924116"/>
                  <a:pt x="6631069" y="911222"/>
                </a:cubicBezTo>
                <a:cubicBezTo>
                  <a:pt x="6674305" y="951313"/>
                  <a:pt x="6752346" y="944332"/>
                  <a:pt x="6828274" y="942941"/>
                </a:cubicBezTo>
                <a:cubicBezTo>
                  <a:pt x="6874780" y="942157"/>
                  <a:pt x="6889173" y="963896"/>
                  <a:pt x="6900803" y="984140"/>
                </a:cubicBezTo>
                <a:cubicBezTo>
                  <a:pt x="6921316" y="1020676"/>
                  <a:pt x="6959796" y="1032557"/>
                  <a:pt x="7034668" y="1018665"/>
                </a:cubicBezTo>
                <a:cubicBezTo>
                  <a:pt x="7117337" y="1003282"/>
                  <a:pt x="7199637" y="985309"/>
                  <a:pt x="7281067" y="966327"/>
                </a:cubicBezTo>
                <a:cubicBezTo>
                  <a:pt x="7332521" y="954266"/>
                  <a:pt x="7378029" y="936255"/>
                  <a:pt x="7412780" y="909206"/>
                </a:cubicBezTo>
                <a:cubicBezTo>
                  <a:pt x="7446535" y="882864"/>
                  <a:pt x="7455445" y="884046"/>
                  <a:pt x="7500327" y="894826"/>
                </a:cubicBezTo>
                <a:cubicBezTo>
                  <a:pt x="7552743" y="907363"/>
                  <a:pt x="7606735" y="918164"/>
                  <a:pt x="7662324" y="927415"/>
                </a:cubicBezTo>
                <a:cubicBezTo>
                  <a:pt x="7679867" y="930387"/>
                  <a:pt x="7704114" y="926740"/>
                  <a:pt x="7725334" y="924844"/>
                </a:cubicBezTo>
                <a:cubicBezTo>
                  <a:pt x="7761320" y="921787"/>
                  <a:pt x="7798617" y="920242"/>
                  <a:pt x="7833279" y="913031"/>
                </a:cubicBezTo>
                <a:cubicBezTo>
                  <a:pt x="7866516" y="906023"/>
                  <a:pt x="7898634" y="893700"/>
                  <a:pt x="7928605" y="881683"/>
                </a:cubicBezTo>
                <a:cubicBezTo>
                  <a:pt x="8012311" y="848025"/>
                  <a:pt x="8088138" y="810205"/>
                  <a:pt x="8146597" y="762968"/>
                </a:cubicBezTo>
                <a:cubicBezTo>
                  <a:pt x="8154091" y="756800"/>
                  <a:pt x="8170249" y="752606"/>
                  <a:pt x="8183577" y="749005"/>
                </a:cubicBezTo>
                <a:cubicBezTo>
                  <a:pt x="8205312" y="743071"/>
                  <a:pt x="8227788" y="737222"/>
                  <a:pt x="8250224" y="733642"/>
                </a:cubicBezTo>
                <a:cubicBezTo>
                  <a:pt x="8359189" y="716209"/>
                  <a:pt x="8441164" y="678078"/>
                  <a:pt x="8505929" y="626542"/>
                </a:cubicBezTo>
                <a:cubicBezTo>
                  <a:pt x="8524585" y="611796"/>
                  <a:pt x="8540107" y="608259"/>
                  <a:pt x="8564194" y="618796"/>
                </a:cubicBezTo>
                <a:cubicBezTo>
                  <a:pt x="8592162" y="631043"/>
                  <a:pt x="8628032" y="619507"/>
                  <a:pt x="8660705" y="611069"/>
                </a:cubicBezTo>
                <a:cubicBezTo>
                  <a:pt x="8694442" y="602479"/>
                  <a:pt x="8728514" y="593651"/>
                  <a:pt x="8762255" y="585060"/>
                </a:cubicBezTo>
                <a:cubicBezTo>
                  <a:pt x="8787227" y="578855"/>
                  <a:pt x="8811899" y="573069"/>
                  <a:pt x="8836439" y="566358"/>
                </a:cubicBezTo>
                <a:cubicBezTo>
                  <a:pt x="8912856" y="545447"/>
                  <a:pt x="8983243" y="538425"/>
                  <a:pt x="9050728" y="559575"/>
                </a:cubicBezTo>
                <a:cubicBezTo>
                  <a:pt x="9102219" y="575830"/>
                  <a:pt x="9164950" y="573868"/>
                  <a:pt x="9229627" y="557464"/>
                </a:cubicBezTo>
                <a:cubicBezTo>
                  <a:pt x="9237706" y="555368"/>
                  <a:pt x="9247529" y="550190"/>
                  <a:pt x="9253451" y="550855"/>
                </a:cubicBezTo>
                <a:cubicBezTo>
                  <a:pt x="9342568" y="560232"/>
                  <a:pt x="9405310" y="512383"/>
                  <a:pt x="9484214" y="498671"/>
                </a:cubicBezTo>
                <a:cubicBezTo>
                  <a:pt x="9519035" y="492570"/>
                  <a:pt x="9552778" y="473783"/>
                  <a:pt x="9582633" y="458384"/>
                </a:cubicBezTo>
                <a:cubicBezTo>
                  <a:pt x="9623689" y="437231"/>
                  <a:pt x="9660183" y="417297"/>
                  <a:pt x="9719670" y="415607"/>
                </a:cubicBezTo>
                <a:cubicBezTo>
                  <a:pt x="9779189" y="414101"/>
                  <a:pt x="9830940" y="393878"/>
                  <a:pt x="9871784" y="366147"/>
                </a:cubicBezTo>
                <a:cubicBezTo>
                  <a:pt x="9903014" y="345075"/>
                  <a:pt x="9939570" y="338349"/>
                  <a:pt x="9984494" y="336660"/>
                </a:cubicBezTo>
                <a:cubicBezTo>
                  <a:pt x="10040642" y="334503"/>
                  <a:pt x="10098165" y="326674"/>
                  <a:pt x="10154708" y="322193"/>
                </a:cubicBezTo>
                <a:cubicBezTo>
                  <a:pt x="10166953" y="321201"/>
                  <a:pt x="10182669" y="321603"/>
                  <a:pt x="10190446" y="325025"/>
                </a:cubicBezTo>
                <a:cubicBezTo>
                  <a:pt x="10285769" y="367692"/>
                  <a:pt x="10408999" y="350677"/>
                  <a:pt x="10530736" y="335953"/>
                </a:cubicBezTo>
                <a:cubicBezTo>
                  <a:pt x="10604506" y="327127"/>
                  <a:pt x="10678397" y="316584"/>
                  <a:pt x="10752157" y="305117"/>
                </a:cubicBezTo>
                <a:cubicBezTo>
                  <a:pt x="10777120" y="301365"/>
                  <a:pt x="10803110" y="294636"/>
                  <a:pt x="10824452" y="285927"/>
                </a:cubicBezTo>
                <a:cubicBezTo>
                  <a:pt x="10868837" y="267698"/>
                  <a:pt x="10909147" y="246465"/>
                  <a:pt x="10953152" y="228102"/>
                </a:cubicBezTo>
                <a:cubicBezTo>
                  <a:pt x="10969622" y="221030"/>
                  <a:pt x="10991730" y="217688"/>
                  <a:pt x="11011614" y="214096"/>
                </a:cubicBezTo>
                <a:cubicBezTo>
                  <a:pt x="11046743" y="207573"/>
                  <a:pt x="11086641" y="206412"/>
                  <a:pt x="11116031" y="195421"/>
                </a:cubicBezTo>
                <a:cubicBezTo>
                  <a:pt x="11192467" y="166956"/>
                  <a:pt x="11266913" y="160299"/>
                  <a:pt x="11344303" y="166629"/>
                </a:cubicBezTo>
                <a:cubicBezTo>
                  <a:pt x="11452657" y="175527"/>
                  <a:pt x="11551626" y="159519"/>
                  <a:pt x="11639050" y="108526"/>
                </a:cubicBezTo>
                <a:cubicBezTo>
                  <a:pt x="11678385" y="85543"/>
                  <a:pt x="11720243" y="87879"/>
                  <a:pt x="11757532" y="96530"/>
                </a:cubicBezTo>
                <a:cubicBezTo>
                  <a:pt x="11800499" y="106640"/>
                  <a:pt x="11840704" y="105056"/>
                  <a:pt x="11885799" y="86728"/>
                </a:cubicBezTo>
                <a:cubicBezTo>
                  <a:pt x="11895784" y="82659"/>
                  <a:pt x="11910604" y="81867"/>
                  <a:pt x="11922874" y="81060"/>
                </a:cubicBezTo>
                <a:cubicBezTo>
                  <a:pt x="11992783" y="75806"/>
                  <a:pt x="12063500" y="73647"/>
                  <a:pt x="12115331" y="33587"/>
                </a:cubicBezTo>
                <a:cubicBezTo>
                  <a:pt x="12125500" y="25715"/>
                  <a:pt x="12143693" y="20477"/>
                  <a:pt x="12158080" y="14081"/>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16904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EE138-9415-77EF-1BC5-FC933BEBF20D}"/>
              </a:ext>
            </a:extLst>
          </p:cNvPr>
          <p:cNvSpPr>
            <a:spLocks noGrp="1"/>
          </p:cNvSpPr>
          <p:nvPr>
            <p:ph type="title"/>
          </p:nvPr>
        </p:nvSpPr>
        <p:spPr/>
        <p:txBody>
          <a:bodyPr/>
          <a:lstStyle/>
          <a:p>
            <a:endParaRPr lang="en-JM"/>
          </a:p>
        </p:txBody>
      </p:sp>
      <p:pic>
        <p:nvPicPr>
          <p:cNvPr id="4" name="Content Placeholder 3">
            <a:extLst>
              <a:ext uri="{FF2B5EF4-FFF2-40B4-BE49-F238E27FC236}">
                <a16:creationId xmlns:a16="http://schemas.microsoft.com/office/drawing/2014/main" id="{92AEC777-023F-4087-628C-6C4D83FD0A27}"/>
              </a:ext>
            </a:extLst>
          </p:cNvPr>
          <p:cNvPicPr>
            <a:picLocks noGrp="1" noChangeAspect="1"/>
          </p:cNvPicPr>
          <p:nvPr>
            <p:ph idx="1"/>
          </p:nvPr>
        </p:nvPicPr>
        <p:blipFill>
          <a:blip r:embed="rId3"/>
          <a:stretch>
            <a:fillRect/>
          </a:stretch>
        </p:blipFill>
        <p:spPr>
          <a:xfrm>
            <a:off x="853440" y="0"/>
            <a:ext cx="10363200" cy="6858000"/>
          </a:xfrm>
          <a:prstGeom prst="rect">
            <a:avLst/>
          </a:prstGeom>
        </p:spPr>
      </p:pic>
    </p:spTree>
    <p:extLst>
      <p:ext uri="{BB962C8B-B14F-4D97-AF65-F5344CB8AC3E}">
        <p14:creationId xmlns:p14="http://schemas.microsoft.com/office/powerpoint/2010/main" val="840972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B5E09-89DD-17F1-2A3F-981841EE13F1}"/>
              </a:ext>
            </a:extLst>
          </p:cNvPr>
          <p:cNvSpPr>
            <a:spLocks noGrp="1"/>
          </p:cNvSpPr>
          <p:nvPr>
            <p:ph type="title"/>
          </p:nvPr>
        </p:nvSpPr>
        <p:spPr>
          <a:xfrm>
            <a:off x="1127760" y="558800"/>
            <a:ext cx="9144000" cy="1263649"/>
          </a:xfrm>
        </p:spPr>
        <p:txBody>
          <a:bodyPr/>
          <a:lstStyle/>
          <a:p>
            <a:pPr algn="ctr"/>
            <a:r>
              <a:rPr lang="en-JM" dirty="0"/>
              <a:t>Vain Repetition</a:t>
            </a:r>
          </a:p>
        </p:txBody>
      </p:sp>
      <p:sp>
        <p:nvSpPr>
          <p:cNvPr id="3" name="Content Placeholder 2">
            <a:extLst>
              <a:ext uri="{FF2B5EF4-FFF2-40B4-BE49-F238E27FC236}">
                <a16:creationId xmlns:a16="http://schemas.microsoft.com/office/drawing/2014/main" id="{725E076A-1F6E-B2F0-0190-59E5BABF9157}"/>
              </a:ext>
            </a:extLst>
          </p:cNvPr>
          <p:cNvSpPr>
            <a:spLocks noGrp="1"/>
          </p:cNvSpPr>
          <p:nvPr>
            <p:ph idx="1"/>
          </p:nvPr>
        </p:nvSpPr>
        <p:spPr>
          <a:xfrm>
            <a:off x="762000" y="2106929"/>
            <a:ext cx="10668000" cy="3308351"/>
          </a:xfrm>
        </p:spPr>
        <p:txBody>
          <a:bodyPr/>
          <a:lstStyle/>
          <a:p>
            <a:r>
              <a:rPr lang="en-JM" dirty="0"/>
              <a:t>Is </a:t>
            </a:r>
            <a:r>
              <a:rPr lang="en-JM" dirty="0">
                <a:solidFill>
                  <a:srgbClr val="FFFF00"/>
                </a:solidFill>
              </a:rPr>
              <a:t>vain repetition </a:t>
            </a:r>
            <a:r>
              <a:rPr lang="en-JM" dirty="0"/>
              <a:t>calling God’s name more than once in prayer?</a:t>
            </a:r>
          </a:p>
          <a:p>
            <a:r>
              <a:rPr lang="en-JM" dirty="0"/>
              <a:t>Is </a:t>
            </a:r>
            <a:r>
              <a:rPr lang="en-JM" dirty="0">
                <a:solidFill>
                  <a:srgbClr val="FFFF00"/>
                </a:solidFill>
              </a:rPr>
              <a:t>vain repetition </a:t>
            </a:r>
            <a:r>
              <a:rPr lang="en-JM" dirty="0"/>
              <a:t>using a given word couple times in a given prayer?</a:t>
            </a:r>
          </a:p>
          <a:p>
            <a:r>
              <a:rPr lang="en-JM" dirty="0"/>
              <a:t>Is </a:t>
            </a:r>
            <a:r>
              <a:rPr lang="en-JM" dirty="0">
                <a:solidFill>
                  <a:srgbClr val="FFFF00"/>
                </a:solidFill>
              </a:rPr>
              <a:t>vain repetition </a:t>
            </a:r>
            <a:r>
              <a:rPr lang="en-JM" dirty="0"/>
              <a:t>asking God for the same thing over and over again (Praying the same prayer more than once).</a:t>
            </a:r>
          </a:p>
        </p:txBody>
      </p:sp>
    </p:spTree>
    <p:extLst>
      <p:ext uri="{BB962C8B-B14F-4D97-AF65-F5344CB8AC3E}">
        <p14:creationId xmlns:p14="http://schemas.microsoft.com/office/powerpoint/2010/main" val="3337646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51BC2D-3E43-C591-4699-F0AFD074A6D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FFF0FB-4229-3270-BAE9-9DC2B5B8FF5B}"/>
              </a:ext>
            </a:extLst>
          </p:cNvPr>
          <p:cNvSpPr>
            <a:spLocks noGrp="1"/>
          </p:cNvSpPr>
          <p:nvPr>
            <p:ph type="title"/>
          </p:nvPr>
        </p:nvSpPr>
        <p:spPr>
          <a:xfrm>
            <a:off x="761999" y="1021079"/>
            <a:ext cx="10667999" cy="1086018"/>
          </a:xfrm>
        </p:spPr>
        <p:txBody>
          <a:bodyPr anchor="ctr">
            <a:normAutofit/>
          </a:bodyPr>
          <a:lstStyle/>
          <a:p>
            <a:pPr algn="ctr"/>
            <a:r>
              <a:rPr lang="en-JM" dirty="0"/>
              <a:t>Vain Repetition</a:t>
            </a:r>
          </a:p>
        </p:txBody>
      </p:sp>
      <p:sp>
        <p:nvSpPr>
          <p:cNvPr id="10" name="Freeform: Shape 9">
            <a:extLst>
              <a:ext uri="{FF2B5EF4-FFF2-40B4-BE49-F238E27FC236}">
                <a16:creationId xmlns:a16="http://schemas.microsoft.com/office/drawing/2014/main" id="{280CBF0E-1AF1-4F17-84A3-89E3F964A9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367198"/>
            <a:ext cx="12192000" cy="822960"/>
          </a:xfrm>
          <a:custGeom>
            <a:avLst/>
            <a:gdLst>
              <a:gd name="connsiteX0" fmla="*/ 12192000 w 12192000"/>
              <a:gd name="connsiteY0" fmla="*/ 0 h 1203824"/>
              <a:gd name="connsiteX1" fmla="*/ 12192000 w 12192000"/>
              <a:gd name="connsiteY1" fmla="*/ 463429 h 1203824"/>
              <a:gd name="connsiteX2" fmla="*/ 12190876 w 12192000"/>
              <a:gd name="connsiteY2" fmla="*/ 463512 h 1203824"/>
              <a:gd name="connsiteX3" fmla="*/ 12077245 w 12192000"/>
              <a:gd name="connsiteY3" fmla="*/ 476327 h 1203824"/>
              <a:gd name="connsiteX4" fmla="*/ 11984517 w 12192000"/>
              <a:gd name="connsiteY4" fmla="*/ 479927 h 1203824"/>
              <a:gd name="connsiteX5" fmla="*/ 11951600 w 12192000"/>
              <a:gd name="connsiteY5" fmla="*/ 478957 h 1203824"/>
              <a:gd name="connsiteX6" fmla="*/ 11690904 w 12192000"/>
              <a:gd name="connsiteY6" fmla="*/ 471970 h 1203824"/>
              <a:gd name="connsiteX7" fmla="*/ 11413965 w 12192000"/>
              <a:gd name="connsiteY7" fmla="*/ 476172 h 1203824"/>
              <a:gd name="connsiteX8" fmla="*/ 11240739 w 12192000"/>
              <a:gd name="connsiteY8" fmla="*/ 523169 h 1203824"/>
              <a:gd name="connsiteX9" fmla="*/ 11175005 w 12192000"/>
              <a:gd name="connsiteY9" fmla="*/ 532169 h 1203824"/>
              <a:gd name="connsiteX10" fmla="*/ 10873726 w 12192000"/>
              <a:gd name="connsiteY10" fmla="*/ 580253 h 1203824"/>
              <a:gd name="connsiteX11" fmla="*/ 10821306 w 12192000"/>
              <a:gd name="connsiteY11" fmla="*/ 593207 h 1203824"/>
              <a:gd name="connsiteX12" fmla="*/ 10530811 w 12192000"/>
              <a:gd name="connsiteY12" fmla="*/ 612184 h 1203824"/>
              <a:gd name="connsiteX13" fmla="*/ 10426049 w 12192000"/>
              <a:gd name="connsiteY13" fmla="*/ 623354 h 1203824"/>
              <a:gd name="connsiteX14" fmla="*/ 10329156 w 12192000"/>
              <a:gd name="connsiteY14" fmla="*/ 630948 h 1203824"/>
              <a:gd name="connsiteX15" fmla="*/ 10194727 w 12192000"/>
              <a:gd name="connsiteY15" fmla="*/ 648617 h 1203824"/>
              <a:gd name="connsiteX16" fmla="*/ 10055906 w 12192000"/>
              <a:gd name="connsiteY16" fmla="*/ 671256 h 1203824"/>
              <a:gd name="connsiteX17" fmla="*/ 9900551 w 12192000"/>
              <a:gd name="connsiteY17" fmla="*/ 692855 h 1203824"/>
              <a:gd name="connsiteX18" fmla="*/ 9838464 w 12192000"/>
              <a:gd name="connsiteY18" fmla="*/ 696804 h 1203824"/>
              <a:gd name="connsiteX19" fmla="*/ 9672957 w 12192000"/>
              <a:gd name="connsiteY19" fmla="*/ 723816 h 1203824"/>
              <a:gd name="connsiteX20" fmla="*/ 9585066 w 12192000"/>
              <a:gd name="connsiteY20" fmla="*/ 730692 h 1203824"/>
              <a:gd name="connsiteX21" fmla="*/ 9441407 w 12192000"/>
              <a:gd name="connsiteY21" fmla="*/ 750055 h 1203824"/>
              <a:gd name="connsiteX22" fmla="*/ 9394459 w 12192000"/>
              <a:gd name="connsiteY22" fmla="*/ 755431 h 1203824"/>
              <a:gd name="connsiteX23" fmla="*/ 9352590 w 12192000"/>
              <a:gd name="connsiteY23" fmla="*/ 760650 h 1203824"/>
              <a:gd name="connsiteX24" fmla="*/ 9211614 w 12192000"/>
              <a:gd name="connsiteY24" fmla="*/ 796248 h 1203824"/>
              <a:gd name="connsiteX25" fmla="*/ 9084667 w 12192000"/>
              <a:gd name="connsiteY25" fmla="*/ 815303 h 1203824"/>
              <a:gd name="connsiteX26" fmla="*/ 8863666 w 12192000"/>
              <a:gd name="connsiteY26" fmla="*/ 859298 h 1203824"/>
              <a:gd name="connsiteX27" fmla="*/ 8813796 w 12192000"/>
              <a:gd name="connsiteY27" fmla="*/ 862070 h 1203824"/>
              <a:gd name="connsiteX28" fmla="*/ 8659351 w 12192000"/>
              <a:gd name="connsiteY28" fmla="*/ 882406 h 1203824"/>
              <a:gd name="connsiteX29" fmla="*/ 8571352 w 12192000"/>
              <a:gd name="connsiteY29" fmla="*/ 893639 h 1203824"/>
              <a:gd name="connsiteX30" fmla="*/ 8464106 w 12192000"/>
              <a:gd name="connsiteY30" fmla="*/ 918004 h 1203824"/>
              <a:gd name="connsiteX31" fmla="*/ 8278324 w 12192000"/>
              <a:gd name="connsiteY31" fmla="*/ 963769 h 1203824"/>
              <a:gd name="connsiteX32" fmla="*/ 8229128 w 12192000"/>
              <a:gd name="connsiteY32" fmla="*/ 973810 h 1203824"/>
              <a:gd name="connsiteX33" fmla="*/ 8139751 w 12192000"/>
              <a:gd name="connsiteY33" fmla="*/ 995815 h 1203824"/>
              <a:gd name="connsiteX34" fmla="*/ 8123571 w 12192000"/>
              <a:gd name="connsiteY34" fmla="*/ 999822 h 1203824"/>
              <a:gd name="connsiteX35" fmla="*/ 7988699 w 12192000"/>
              <a:gd name="connsiteY35" fmla="*/ 1042479 h 1203824"/>
              <a:gd name="connsiteX36" fmla="*/ 7917214 w 12192000"/>
              <a:gd name="connsiteY36" fmla="*/ 1054565 h 1203824"/>
              <a:gd name="connsiteX37" fmla="*/ 7710915 w 12192000"/>
              <a:gd name="connsiteY37" fmla="*/ 1084190 h 1203824"/>
              <a:gd name="connsiteX38" fmla="*/ 7622959 w 12192000"/>
              <a:gd name="connsiteY38" fmla="*/ 1093150 h 1203824"/>
              <a:gd name="connsiteX39" fmla="*/ 7410782 w 12192000"/>
              <a:gd name="connsiteY39" fmla="*/ 1109640 h 1203824"/>
              <a:gd name="connsiteX40" fmla="*/ 7277754 w 12192000"/>
              <a:gd name="connsiteY40" fmla="*/ 1121822 h 1203824"/>
              <a:gd name="connsiteX41" fmla="*/ 7124540 w 12192000"/>
              <a:gd name="connsiteY41" fmla="*/ 1132918 h 1203824"/>
              <a:gd name="connsiteX42" fmla="*/ 6949752 w 12192000"/>
              <a:gd name="connsiteY42" fmla="*/ 1151058 h 1203824"/>
              <a:gd name="connsiteX43" fmla="*/ 6630249 w 12192000"/>
              <a:gd name="connsiteY43" fmla="*/ 1176063 h 1203824"/>
              <a:gd name="connsiteX44" fmla="*/ 6320634 w 12192000"/>
              <a:gd name="connsiteY44" fmla="*/ 1198901 h 1203824"/>
              <a:gd name="connsiteX45" fmla="*/ 6192343 w 12192000"/>
              <a:gd name="connsiteY45" fmla="*/ 1198323 h 1203824"/>
              <a:gd name="connsiteX46" fmla="*/ 5966562 w 12192000"/>
              <a:gd name="connsiteY46" fmla="*/ 1203723 h 1203824"/>
              <a:gd name="connsiteX47" fmla="*/ 5867227 w 12192000"/>
              <a:gd name="connsiteY47" fmla="*/ 1201847 h 1203824"/>
              <a:gd name="connsiteX48" fmla="*/ 5630172 w 12192000"/>
              <a:gd name="connsiteY48" fmla="*/ 1202248 h 1203824"/>
              <a:gd name="connsiteX49" fmla="*/ 5348949 w 12192000"/>
              <a:gd name="connsiteY49" fmla="*/ 1191768 h 1203824"/>
              <a:gd name="connsiteX50" fmla="*/ 5241228 w 12192000"/>
              <a:gd name="connsiteY50" fmla="*/ 1192408 h 1203824"/>
              <a:gd name="connsiteX51" fmla="*/ 4971133 w 12192000"/>
              <a:gd name="connsiteY51" fmla="*/ 1193559 h 1203824"/>
              <a:gd name="connsiteX52" fmla="*/ 4869416 w 12192000"/>
              <a:gd name="connsiteY52" fmla="*/ 1200519 h 1203824"/>
              <a:gd name="connsiteX53" fmla="*/ 4753274 w 12192000"/>
              <a:gd name="connsiteY53" fmla="*/ 1200850 h 1203824"/>
              <a:gd name="connsiteX54" fmla="*/ 4611883 w 12192000"/>
              <a:gd name="connsiteY54" fmla="*/ 1192701 h 1203824"/>
              <a:gd name="connsiteX55" fmla="*/ 4376825 w 12192000"/>
              <a:gd name="connsiteY55" fmla="*/ 1184131 h 1203824"/>
              <a:gd name="connsiteX56" fmla="*/ 4285471 w 12192000"/>
              <a:gd name="connsiteY56" fmla="*/ 1187158 h 1203824"/>
              <a:gd name="connsiteX57" fmla="*/ 3866543 w 12192000"/>
              <a:gd name="connsiteY57" fmla="*/ 1181596 h 1203824"/>
              <a:gd name="connsiteX58" fmla="*/ 3651342 w 12192000"/>
              <a:gd name="connsiteY58" fmla="*/ 1174348 h 1203824"/>
              <a:gd name="connsiteX59" fmla="*/ 3518453 w 12192000"/>
              <a:gd name="connsiteY59" fmla="*/ 1177258 h 1203824"/>
              <a:gd name="connsiteX60" fmla="*/ 3400818 w 12192000"/>
              <a:gd name="connsiteY60" fmla="*/ 1169685 h 1203824"/>
              <a:gd name="connsiteX61" fmla="*/ 3037154 w 12192000"/>
              <a:gd name="connsiteY61" fmla="*/ 1153217 h 1203824"/>
              <a:gd name="connsiteX62" fmla="*/ 2866260 w 12192000"/>
              <a:gd name="connsiteY62" fmla="*/ 1132283 h 1203824"/>
              <a:gd name="connsiteX63" fmla="*/ 2582173 w 12192000"/>
              <a:gd name="connsiteY63" fmla="*/ 1088979 h 1203824"/>
              <a:gd name="connsiteX64" fmla="*/ 2395406 w 12192000"/>
              <a:gd name="connsiteY64" fmla="*/ 1035945 h 1203824"/>
              <a:gd name="connsiteX65" fmla="*/ 2294751 w 12192000"/>
              <a:gd name="connsiteY65" fmla="*/ 1014618 h 1203824"/>
              <a:gd name="connsiteX66" fmla="*/ 2122944 w 12192000"/>
              <a:gd name="connsiteY66" fmla="*/ 984751 h 1203824"/>
              <a:gd name="connsiteX67" fmla="*/ 1905504 w 12192000"/>
              <a:gd name="connsiteY67" fmla="*/ 941380 h 1203824"/>
              <a:gd name="connsiteX68" fmla="*/ 1671045 w 12192000"/>
              <a:gd name="connsiteY68" fmla="*/ 924228 h 1203824"/>
              <a:gd name="connsiteX69" fmla="*/ 1543856 w 12192000"/>
              <a:gd name="connsiteY69" fmla="*/ 898190 h 1203824"/>
              <a:gd name="connsiteX70" fmla="*/ 1419784 w 12192000"/>
              <a:gd name="connsiteY70" fmla="*/ 868500 h 1203824"/>
              <a:gd name="connsiteX71" fmla="*/ 1355116 w 12192000"/>
              <a:gd name="connsiteY71" fmla="*/ 849214 h 1203824"/>
              <a:gd name="connsiteX72" fmla="*/ 1223713 w 12192000"/>
              <a:gd name="connsiteY72" fmla="*/ 821702 h 1203824"/>
              <a:gd name="connsiteX73" fmla="*/ 1094193 w 12192000"/>
              <a:gd name="connsiteY73" fmla="*/ 804872 h 1203824"/>
              <a:gd name="connsiteX74" fmla="*/ 1001115 w 12192000"/>
              <a:gd name="connsiteY74" fmla="*/ 783030 h 1203824"/>
              <a:gd name="connsiteX75" fmla="*/ 879548 w 12192000"/>
              <a:gd name="connsiteY75" fmla="*/ 747884 h 1203824"/>
              <a:gd name="connsiteX76" fmla="*/ 711163 w 12192000"/>
              <a:gd name="connsiteY76" fmla="*/ 719039 h 1203824"/>
              <a:gd name="connsiteX77" fmla="*/ 557941 w 12192000"/>
              <a:gd name="connsiteY77" fmla="*/ 707101 h 1203824"/>
              <a:gd name="connsiteX78" fmla="*/ 480347 w 12192000"/>
              <a:gd name="connsiteY78" fmla="*/ 668702 h 1203824"/>
              <a:gd name="connsiteX79" fmla="*/ 296224 w 12192000"/>
              <a:gd name="connsiteY79" fmla="*/ 603583 h 1203824"/>
              <a:gd name="connsiteX80" fmla="*/ 72689 w 12192000"/>
              <a:gd name="connsiteY80" fmla="*/ 560892 h 1203824"/>
              <a:gd name="connsiteX81" fmla="*/ 0 w 12192000"/>
              <a:gd name="connsiteY81" fmla="*/ 543486 h 1203824"/>
              <a:gd name="connsiteX82" fmla="*/ 0 w 12192000"/>
              <a:gd name="connsiteY82" fmla="*/ 384357 h 1203824"/>
              <a:gd name="connsiteX83" fmla="*/ 51784 w 12192000"/>
              <a:gd name="connsiteY83" fmla="*/ 393937 h 1203824"/>
              <a:gd name="connsiteX84" fmla="*/ 205561 w 12192000"/>
              <a:gd name="connsiteY84" fmla="*/ 414859 h 1203824"/>
              <a:gd name="connsiteX85" fmla="*/ 354391 w 12192000"/>
              <a:gd name="connsiteY85" fmla="*/ 426667 h 1203824"/>
              <a:gd name="connsiteX86" fmla="*/ 448281 w 12192000"/>
              <a:gd name="connsiteY86" fmla="*/ 436308 h 1203824"/>
              <a:gd name="connsiteX87" fmla="*/ 611518 w 12192000"/>
              <a:gd name="connsiteY87" fmla="*/ 434166 h 1203824"/>
              <a:gd name="connsiteX88" fmla="*/ 746076 w 12192000"/>
              <a:gd name="connsiteY88" fmla="*/ 422520 h 1203824"/>
              <a:gd name="connsiteX89" fmla="*/ 902724 w 12192000"/>
              <a:gd name="connsiteY89" fmla="*/ 409989 h 1203824"/>
              <a:gd name="connsiteX90" fmla="*/ 1113854 w 12192000"/>
              <a:gd name="connsiteY90" fmla="*/ 414230 h 1203824"/>
              <a:gd name="connsiteX91" fmla="*/ 1333449 w 12192000"/>
              <a:gd name="connsiteY91" fmla="*/ 459938 h 1203824"/>
              <a:gd name="connsiteX92" fmla="*/ 1408608 w 12192000"/>
              <a:gd name="connsiteY92" fmla="*/ 458278 h 1203824"/>
              <a:gd name="connsiteX93" fmla="*/ 1630191 w 12192000"/>
              <a:gd name="connsiteY93" fmla="*/ 403061 h 1203824"/>
              <a:gd name="connsiteX94" fmla="*/ 1956289 w 12192000"/>
              <a:gd name="connsiteY94" fmla="*/ 332366 h 1203824"/>
              <a:gd name="connsiteX95" fmla="*/ 2042814 w 12192000"/>
              <a:gd name="connsiteY95" fmla="*/ 344002 h 1203824"/>
              <a:gd name="connsiteX96" fmla="*/ 2183420 w 12192000"/>
              <a:gd name="connsiteY96" fmla="*/ 369635 h 1203824"/>
              <a:gd name="connsiteX97" fmla="*/ 2269566 w 12192000"/>
              <a:gd name="connsiteY97" fmla="*/ 439859 h 1203824"/>
              <a:gd name="connsiteX98" fmla="*/ 2331129 w 12192000"/>
              <a:gd name="connsiteY98" fmla="*/ 524163 h 1203824"/>
              <a:gd name="connsiteX99" fmla="*/ 2385112 w 12192000"/>
              <a:gd name="connsiteY99" fmla="*/ 555357 h 1203824"/>
              <a:gd name="connsiteX100" fmla="*/ 2444033 w 12192000"/>
              <a:gd name="connsiteY100" fmla="*/ 572629 h 1203824"/>
              <a:gd name="connsiteX101" fmla="*/ 2525979 w 12192000"/>
              <a:gd name="connsiteY101" fmla="*/ 603233 h 1203824"/>
              <a:gd name="connsiteX102" fmla="*/ 2603911 w 12192000"/>
              <a:gd name="connsiteY102" fmla="*/ 684825 h 1203824"/>
              <a:gd name="connsiteX103" fmla="*/ 2678828 w 12192000"/>
              <a:gd name="connsiteY103" fmla="*/ 706990 h 1203824"/>
              <a:gd name="connsiteX104" fmla="*/ 2738094 w 12192000"/>
              <a:gd name="connsiteY104" fmla="*/ 711376 h 1203824"/>
              <a:gd name="connsiteX105" fmla="*/ 2983806 w 12192000"/>
              <a:gd name="connsiteY105" fmla="*/ 728243 h 1203824"/>
              <a:gd name="connsiteX106" fmla="*/ 3013997 w 12192000"/>
              <a:gd name="connsiteY106" fmla="*/ 725446 h 1203824"/>
              <a:gd name="connsiteX107" fmla="*/ 3364419 w 12192000"/>
              <a:gd name="connsiteY107" fmla="*/ 720577 h 1203824"/>
              <a:gd name="connsiteX108" fmla="*/ 3460521 w 12192000"/>
              <a:gd name="connsiteY108" fmla="*/ 717628 h 1203824"/>
              <a:gd name="connsiteX109" fmla="*/ 3710982 w 12192000"/>
              <a:gd name="connsiteY109" fmla="*/ 714182 h 1203824"/>
              <a:gd name="connsiteX110" fmla="*/ 3850961 w 12192000"/>
              <a:gd name="connsiteY110" fmla="*/ 778802 h 1203824"/>
              <a:gd name="connsiteX111" fmla="*/ 3946286 w 12192000"/>
              <a:gd name="connsiteY111" fmla="*/ 816372 h 1203824"/>
              <a:gd name="connsiteX112" fmla="*/ 4065132 w 12192000"/>
              <a:gd name="connsiteY112" fmla="*/ 832459 h 1203824"/>
              <a:gd name="connsiteX113" fmla="*/ 4132173 w 12192000"/>
              <a:gd name="connsiteY113" fmla="*/ 835167 h 1203824"/>
              <a:gd name="connsiteX114" fmla="*/ 4305858 w 12192000"/>
              <a:gd name="connsiteY114" fmla="*/ 804156 h 1203824"/>
              <a:gd name="connsiteX115" fmla="*/ 4382131 w 12192000"/>
              <a:gd name="connsiteY115" fmla="*/ 769481 h 1203824"/>
              <a:gd name="connsiteX116" fmla="*/ 4453289 w 12192000"/>
              <a:gd name="connsiteY116" fmla="*/ 752531 h 1203824"/>
              <a:gd name="connsiteX117" fmla="*/ 4657971 w 12192000"/>
              <a:gd name="connsiteY117" fmla="*/ 795835 h 1203824"/>
              <a:gd name="connsiteX118" fmla="*/ 4682399 w 12192000"/>
              <a:gd name="connsiteY118" fmla="*/ 813876 h 1203824"/>
              <a:gd name="connsiteX119" fmla="*/ 4771814 w 12192000"/>
              <a:gd name="connsiteY119" fmla="*/ 907046 h 1203824"/>
              <a:gd name="connsiteX120" fmla="*/ 4827520 w 12192000"/>
              <a:gd name="connsiteY120" fmla="*/ 929876 h 1203824"/>
              <a:gd name="connsiteX121" fmla="*/ 4849942 w 12192000"/>
              <a:gd name="connsiteY121" fmla="*/ 933851 h 1203824"/>
              <a:gd name="connsiteX122" fmla="*/ 5009626 w 12192000"/>
              <a:gd name="connsiteY122" fmla="*/ 957896 h 1203824"/>
              <a:gd name="connsiteX123" fmla="*/ 5158711 w 12192000"/>
              <a:gd name="connsiteY123" fmla="*/ 963814 h 1203824"/>
              <a:gd name="connsiteX124" fmla="*/ 5376427 w 12192000"/>
              <a:gd name="connsiteY124" fmla="*/ 963151 h 1203824"/>
              <a:gd name="connsiteX125" fmla="*/ 5475787 w 12192000"/>
              <a:gd name="connsiteY125" fmla="*/ 980508 h 1203824"/>
              <a:gd name="connsiteX126" fmla="*/ 5653401 w 12192000"/>
              <a:gd name="connsiteY126" fmla="*/ 987268 h 1203824"/>
              <a:gd name="connsiteX127" fmla="*/ 5726340 w 12192000"/>
              <a:gd name="connsiteY127" fmla="*/ 985357 h 1203824"/>
              <a:gd name="connsiteX128" fmla="*/ 5790563 w 12192000"/>
              <a:gd name="connsiteY128" fmla="*/ 991300 h 1203824"/>
              <a:gd name="connsiteX129" fmla="*/ 5860260 w 12192000"/>
              <a:gd name="connsiteY129" fmla="*/ 1004958 h 1203824"/>
              <a:gd name="connsiteX130" fmla="*/ 6042101 w 12192000"/>
              <a:gd name="connsiteY130" fmla="*/ 1036226 h 1203824"/>
              <a:gd name="connsiteX131" fmla="*/ 6301998 w 12192000"/>
              <a:gd name="connsiteY131" fmla="*/ 989138 h 1203824"/>
              <a:gd name="connsiteX132" fmla="*/ 6452025 w 12192000"/>
              <a:gd name="connsiteY132" fmla="*/ 968489 h 1203824"/>
              <a:gd name="connsiteX133" fmla="*/ 6589205 w 12192000"/>
              <a:gd name="connsiteY133" fmla="*/ 939474 h 1203824"/>
              <a:gd name="connsiteX134" fmla="*/ 6631069 w 12192000"/>
              <a:gd name="connsiteY134" fmla="*/ 911222 h 1203824"/>
              <a:gd name="connsiteX135" fmla="*/ 6828274 w 12192000"/>
              <a:gd name="connsiteY135" fmla="*/ 942941 h 1203824"/>
              <a:gd name="connsiteX136" fmla="*/ 6900803 w 12192000"/>
              <a:gd name="connsiteY136" fmla="*/ 984140 h 1203824"/>
              <a:gd name="connsiteX137" fmla="*/ 7034668 w 12192000"/>
              <a:gd name="connsiteY137" fmla="*/ 1018665 h 1203824"/>
              <a:gd name="connsiteX138" fmla="*/ 7281067 w 12192000"/>
              <a:gd name="connsiteY138" fmla="*/ 966327 h 1203824"/>
              <a:gd name="connsiteX139" fmla="*/ 7412780 w 12192000"/>
              <a:gd name="connsiteY139" fmla="*/ 909206 h 1203824"/>
              <a:gd name="connsiteX140" fmla="*/ 7500327 w 12192000"/>
              <a:gd name="connsiteY140" fmla="*/ 894826 h 1203824"/>
              <a:gd name="connsiteX141" fmla="*/ 7662324 w 12192000"/>
              <a:gd name="connsiteY141" fmla="*/ 927415 h 1203824"/>
              <a:gd name="connsiteX142" fmla="*/ 7725334 w 12192000"/>
              <a:gd name="connsiteY142" fmla="*/ 924844 h 1203824"/>
              <a:gd name="connsiteX143" fmla="*/ 7833279 w 12192000"/>
              <a:gd name="connsiteY143" fmla="*/ 913031 h 1203824"/>
              <a:gd name="connsiteX144" fmla="*/ 7928605 w 12192000"/>
              <a:gd name="connsiteY144" fmla="*/ 881683 h 1203824"/>
              <a:gd name="connsiteX145" fmla="*/ 8146597 w 12192000"/>
              <a:gd name="connsiteY145" fmla="*/ 762968 h 1203824"/>
              <a:gd name="connsiteX146" fmla="*/ 8183577 w 12192000"/>
              <a:gd name="connsiteY146" fmla="*/ 749005 h 1203824"/>
              <a:gd name="connsiteX147" fmla="*/ 8250224 w 12192000"/>
              <a:gd name="connsiteY147" fmla="*/ 733642 h 1203824"/>
              <a:gd name="connsiteX148" fmla="*/ 8505929 w 12192000"/>
              <a:gd name="connsiteY148" fmla="*/ 626542 h 1203824"/>
              <a:gd name="connsiteX149" fmla="*/ 8564194 w 12192000"/>
              <a:gd name="connsiteY149" fmla="*/ 618796 h 1203824"/>
              <a:gd name="connsiteX150" fmla="*/ 8660705 w 12192000"/>
              <a:gd name="connsiteY150" fmla="*/ 611069 h 1203824"/>
              <a:gd name="connsiteX151" fmla="*/ 8762255 w 12192000"/>
              <a:gd name="connsiteY151" fmla="*/ 585060 h 1203824"/>
              <a:gd name="connsiteX152" fmla="*/ 8836439 w 12192000"/>
              <a:gd name="connsiteY152" fmla="*/ 566358 h 1203824"/>
              <a:gd name="connsiteX153" fmla="*/ 9050728 w 12192000"/>
              <a:gd name="connsiteY153" fmla="*/ 559575 h 1203824"/>
              <a:gd name="connsiteX154" fmla="*/ 9229627 w 12192000"/>
              <a:gd name="connsiteY154" fmla="*/ 557464 h 1203824"/>
              <a:gd name="connsiteX155" fmla="*/ 9253451 w 12192000"/>
              <a:gd name="connsiteY155" fmla="*/ 550855 h 1203824"/>
              <a:gd name="connsiteX156" fmla="*/ 9484214 w 12192000"/>
              <a:gd name="connsiteY156" fmla="*/ 498671 h 1203824"/>
              <a:gd name="connsiteX157" fmla="*/ 9582633 w 12192000"/>
              <a:gd name="connsiteY157" fmla="*/ 458384 h 1203824"/>
              <a:gd name="connsiteX158" fmla="*/ 9719670 w 12192000"/>
              <a:gd name="connsiteY158" fmla="*/ 415607 h 1203824"/>
              <a:gd name="connsiteX159" fmla="*/ 9871784 w 12192000"/>
              <a:gd name="connsiteY159" fmla="*/ 366147 h 1203824"/>
              <a:gd name="connsiteX160" fmla="*/ 9984494 w 12192000"/>
              <a:gd name="connsiteY160" fmla="*/ 336660 h 1203824"/>
              <a:gd name="connsiteX161" fmla="*/ 10154708 w 12192000"/>
              <a:gd name="connsiteY161" fmla="*/ 322193 h 1203824"/>
              <a:gd name="connsiteX162" fmla="*/ 10190446 w 12192000"/>
              <a:gd name="connsiteY162" fmla="*/ 325025 h 1203824"/>
              <a:gd name="connsiteX163" fmla="*/ 10530736 w 12192000"/>
              <a:gd name="connsiteY163" fmla="*/ 335953 h 1203824"/>
              <a:gd name="connsiteX164" fmla="*/ 10752157 w 12192000"/>
              <a:gd name="connsiteY164" fmla="*/ 305117 h 1203824"/>
              <a:gd name="connsiteX165" fmla="*/ 10824452 w 12192000"/>
              <a:gd name="connsiteY165" fmla="*/ 285927 h 1203824"/>
              <a:gd name="connsiteX166" fmla="*/ 10953152 w 12192000"/>
              <a:gd name="connsiteY166" fmla="*/ 228102 h 1203824"/>
              <a:gd name="connsiteX167" fmla="*/ 11011614 w 12192000"/>
              <a:gd name="connsiteY167" fmla="*/ 214096 h 1203824"/>
              <a:gd name="connsiteX168" fmla="*/ 11116031 w 12192000"/>
              <a:gd name="connsiteY168" fmla="*/ 195421 h 1203824"/>
              <a:gd name="connsiteX169" fmla="*/ 11344303 w 12192000"/>
              <a:gd name="connsiteY169" fmla="*/ 166629 h 1203824"/>
              <a:gd name="connsiteX170" fmla="*/ 11639050 w 12192000"/>
              <a:gd name="connsiteY170" fmla="*/ 108526 h 1203824"/>
              <a:gd name="connsiteX171" fmla="*/ 11757532 w 12192000"/>
              <a:gd name="connsiteY171" fmla="*/ 96530 h 1203824"/>
              <a:gd name="connsiteX172" fmla="*/ 11885799 w 12192000"/>
              <a:gd name="connsiteY172" fmla="*/ 86728 h 1203824"/>
              <a:gd name="connsiteX173" fmla="*/ 11922874 w 12192000"/>
              <a:gd name="connsiteY173" fmla="*/ 81060 h 1203824"/>
              <a:gd name="connsiteX174" fmla="*/ 12115331 w 12192000"/>
              <a:gd name="connsiteY174" fmla="*/ 33587 h 1203824"/>
              <a:gd name="connsiteX175" fmla="*/ 12158080 w 12192000"/>
              <a:gd name="connsiteY175" fmla="*/ 14081 h 120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1203824">
                <a:moveTo>
                  <a:pt x="12192000" y="0"/>
                </a:moveTo>
                <a:lnTo>
                  <a:pt x="12192000" y="463429"/>
                </a:lnTo>
                <a:lnTo>
                  <a:pt x="12190876" y="463512"/>
                </a:lnTo>
                <a:cubicBezTo>
                  <a:pt x="12153133" y="467010"/>
                  <a:pt x="12115042" y="473200"/>
                  <a:pt x="12077245" y="476327"/>
                </a:cubicBezTo>
                <a:cubicBezTo>
                  <a:pt x="12046307" y="479040"/>
                  <a:pt x="12015359" y="479114"/>
                  <a:pt x="11984517" y="479927"/>
                </a:cubicBezTo>
                <a:cubicBezTo>
                  <a:pt x="11973265" y="480210"/>
                  <a:pt x="11961485" y="476792"/>
                  <a:pt x="11951600" y="478957"/>
                </a:cubicBezTo>
                <a:cubicBezTo>
                  <a:pt x="11853497" y="501074"/>
                  <a:pt x="11777036" y="475730"/>
                  <a:pt x="11690904" y="471970"/>
                </a:cubicBezTo>
                <a:cubicBezTo>
                  <a:pt x="11600358" y="467893"/>
                  <a:pt x="11511400" y="454530"/>
                  <a:pt x="11413965" y="476172"/>
                </a:cubicBezTo>
                <a:cubicBezTo>
                  <a:pt x="11355010" y="489304"/>
                  <a:pt x="11299073" y="508237"/>
                  <a:pt x="11240739" y="523169"/>
                </a:cubicBezTo>
                <a:cubicBezTo>
                  <a:pt x="11219994" y="528395"/>
                  <a:pt x="11196384" y="531385"/>
                  <a:pt x="11175005" y="532169"/>
                </a:cubicBezTo>
                <a:cubicBezTo>
                  <a:pt x="11071819" y="536506"/>
                  <a:pt x="10971303" y="549336"/>
                  <a:pt x="10873726" y="580253"/>
                </a:cubicBezTo>
                <a:cubicBezTo>
                  <a:pt x="10856992" y="585473"/>
                  <a:pt x="10839156" y="590660"/>
                  <a:pt x="10821306" y="593207"/>
                </a:cubicBezTo>
                <a:cubicBezTo>
                  <a:pt x="10723500" y="607162"/>
                  <a:pt x="10626924" y="616976"/>
                  <a:pt x="10530811" y="612184"/>
                </a:cubicBezTo>
                <a:cubicBezTo>
                  <a:pt x="10498527" y="610559"/>
                  <a:pt x="10460885" y="619895"/>
                  <a:pt x="10426049" y="623354"/>
                </a:cubicBezTo>
                <a:cubicBezTo>
                  <a:pt x="10393740" y="626644"/>
                  <a:pt x="10360820" y="630774"/>
                  <a:pt x="10329156" y="630948"/>
                </a:cubicBezTo>
                <a:cubicBezTo>
                  <a:pt x="10282924" y="631125"/>
                  <a:pt x="10240698" y="636395"/>
                  <a:pt x="10194727" y="648617"/>
                </a:cubicBezTo>
                <a:cubicBezTo>
                  <a:pt x="10150847" y="660165"/>
                  <a:pt x="10102287" y="664450"/>
                  <a:pt x="10055906" y="671256"/>
                </a:cubicBezTo>
                <a:cubicBezTo>
                  <a:pt x="10004174" y="678826"/>
                  <a:pt x="9952442" y="686395"/>
                  <a:pt x="9900551" y="692855"/>
                </a:cubicBezTo>
                <a:cubicBezTo>
                  <a:pt x="9879793" y="695439"/>
                  <a:pt x="9855180" y="691398"/>
                  <a:pt x="9838464" y="696804"/>
                </a:cubicBezTo>
                <a:cubicBezTo>
                  <a:pt x="9784563" y="714690"/>
                  <a:pt x="9727517" y="710557"/>
                  <a:pt x="9672957" y="723816"/>
                </a:cubicBezTo>
                <a:cubicBezTo>
                  <a:pt x="9646220" y="730464"/>
                  <a:pt x="9614440" y="727257"/>
                  <a:pt x="9585066" y="730692"/>
                </a:cubicBezTo>
                <a:cubicBezTo>
                  <a:pt x="9537047" y="736221"/>
                  <a:pt x="9489294" y="743601"/>
                  <a:pt x="9441407" y="750055"/>
                </a:cubicBezTo>
                <a:cubicBezTo>
                  <a:pt x="9425674" y="752111"/>
                  <a:pt x="9410218" y="753561"/>
                  <a:pt x="9394459" y="755431"/>
                </a:cubicBezTo>
                <a:cubicBezTo>
                  <a:pt x="9380484" y="757048"/>
                  <a:pt x="9365611" y="757472"/>
                  <a:pt x="9352590" y="760650"/>
                </a:cubicBezTo>
                <a:cubicBezTo>
                  <a:pt x="9305415" y="772102"/>
                  <a:pt x="9259379" y="786411"/>
                  <a:pt x="9211614" y="796248"/>
                </a:cubicBezTo>
                <a:cubicBezTo>
                  <a:pt x="9170220" y="804796"/>
                  <a:pt x="9126523" y="807444"/>
                  <a:pt x="9084667" y="815303"/>
                </a:cubicBezTo>
                <a:cubicBezTo>
                  <a:pt x="9010868" y="829042"/>
                  <a:pt x="8937412" y="845188"/>
                  <a:pt x="8863666" y="859298"/>
                </a:cubicBezTo>
                <a:cubicBezTo>
                  <a:pt x="8847706" y="862330"/>
                  <a:pt x="8830271" y="860096"/>
                  <a:pt x="8813796" y="862070"/>
                </a:cubicBezTo>
                <a:cubicBezTo>
                  <a:pt x="8762262" y="868479"/>
                  <a:pt x="8710833" y="875626"/>
                  <a:pt x="8659351" y="882406"/>
                </a:cubicBezTo>
                <a:cubicBezTo>
                  <a:pt x="8630055" y="886396"/>
                  <a:pt x="8600505" y="891179"/>
                  <a:pt x="8571352" y="893639"/>
                </a:cubicBezTo>
                <a:cubicBezTo>
                  <a:pt x="8532843" y="896868"/>
                  <a:pt x="8497743" y="898476"/>
                  <a:pt x="8464106" y="918004"/>
                </a:cubicBezTo>
                <a:cubicBezTo>
                  <a:pt x="8412327" y="948238"/>
                  <a:pt x="8341122" y="949523"/>
                  <a:pt x="8278324" y="963769"/>
                </a:cubicBezTo>
                <a:cubicBezTo>
                  <a:pt x="8262086" y="967408"/>
                  <a:pt x="8245335" y="969987"/>
                  <a:pt x="8229128" y="973810"/>
                </a:cubicBezTo>
                <a:cubicBezTo>
                  <a:pt x="8199180" y="980915"/>
                  <a:pt x="8169646" y="988338"/>
                  <a:pt x="8139751" y="995815"/>
                </a:cubicBezTo>
                <a:cubicBezTo>
                  <a:pt x="8134478" y="997132"/>
                  <a:pt x="8128438" y="998185"/>
                  <a:pt x="8123571" y="999822"/>
                </a:cubicBezTo>
                <a:cubicBezTo>
                  <a:pt x="8078628" y="1014164"/>
                  <a:pt x="8034565" y="1029514"/>
                  <a:pt x="7988699" y="1042479"/>
                </a:cubicBezTo>
                <a:cubicBezTo>
                  <a:pt x="7966302" y="1048884"/>
                  <a:pt x="7941011" y="1052871"/>
                  <a:pt x="7917214" y="1054565"/>
                </a:cubicBezTo>
                <a:cubicBezTo>
                  <a:pt x="7847636" y="1059584"/>
                  <a:pt x="7779165" y="1067276"/>
                  <a:pt x="7710915" y="1084190"/>
                </a:cubicBezTo>
                <a:cubicBezTo>
                  <a:pt x="7683826" y="1090885"/>
                  <a:pt x="7652466" y="1090640"/>
                  <a:pt x="7622959" y="1093150"/>
                </a:cubicBezTo>
                <a:cubicBezTo>
                  <a:pt x="7552361" y="1098691"/>
                  <a:pt x="7481710" y="1103861"/>
                  <a:pt x="7410782" y="1109640"/>
                </a:cubicBezTo>
                <a:cubicBezTo>
                  <a:pt x="7366505" y="1113312"/>
                  <a:pt x="7322030" y="1118147"/>
                  <a:pt x="7277754" y="1121822"/>
                </a:cubicBezTo>
                <a:cubicBezTo>
                  <a:pt x="7226619" y="1125906"/>
                  <a:pt x="7175601" y="1128277"/>
                  <a:pt x="7124540" y="1132918"/>
                </a:cubicBezTo>
                <a:cubicBezTo>
                  <a:pt x="7066293" y="1138207"/>
                  <a:pt x="7008028" y="1145955"/>
                  <a:pt x="6949752" y="1151058"/>
                </a:cubicBezTo>
                <a:cubicBezTo>
                  <a:pt x="6843217" y="1160027"/>
                  <a:pt x="6736882" y="1167834"/>
                  <a:pt x="6630249" y="1176063"/>
                </a:cubicBezTo>
                <a:cubicBezTo>
                  <a:pt x="6526849" y="1184018"/>
                  <a:pt x="6423556" y="1192713"/>
                  <a:pt x="6320634" y="1198901"/>
                </a:cubicBezTo>
                <a:cubicBezTo>
                  <a:pt x="6277297" y="1201496"/>
                  <a:pt x="6235232" y="1197679"/>
                  <a:pt x="6192343" y="1198323"/>
                </a:cubicBezTo>
                <a:cubicBezTo>
                  <a:pt x="6117131" y="1199612"/>
                  <a:pt x="6041418" y="1202485"/>
                  <a:pt x="5966562" y="1203723"/>
                </a:cubicBezTo>
                <a:cubicBezTo>
                  <a:pt x="5933144" y="1204338"/>
                  <a:pt x="5900754" y="1201974"/>
                  <a:pt x="5867227" y="1201847"/>
                </a:cubicBezTo>
                <a:cubicBezTo>
                  <a:pt x="5788180" y="1201796"/>
                  <a:pt x="5708354" y="1203933"/>
                  <a:pt x="5630172" y="1202248"/>
                </a:cubicBezTo>
                <a:cubicBezTo>
                  <a:pt x="5535908" y="1200213"/>
                  <a:pt x="5442984" y="1194779"/>
                  <a:pt x="5348949" y="1191768"/>
                </a:cubicBezTo>
                <a:cubicBezTo>
                  <a:pt x="5313810" y="1190551"/>
                  <a:pt x="5277251" y="1192179"/>
                  <a:pt x="5241228" y="1192408"/>
                </a:cubicBezTo>
                <a:cubicBezTo>
                  <a:pt x="5151316" y="1192775"/>
                  <a:pt x="5061657" y="1192349"/>
                  <a:pt x="4971133" y="1193559"/>
                </a:cubicBezTo>
                <a:cubicBezTo>
                  <a:pt x="4937685" y="1193988"/>
                  <a:pt x="4903114" y="1199299"/>
                  <a:pt x="4869416" y="1200519"/>
                </a:cubicBezTo>
                <a:cubicBezTo>
                  <a:pt x="4830283" y="1201947"/>
                  <a:pt x="4791348" y="1202215"/>
                  <a:pt x="4753274" y="1200850"/>
                </a:cubicBezTo>
                <a:cubicBezTo>
                  <a:pt x="4705682" y="1199144"/>
                  <a:pt x="4659172" y="1194829"/>
                  <a:pt x="4611883" y="1192701"/>
                </a:cubicBezTo>
                <a:cubicBezTo>
                  <a:pt x="4533819" y="1189298"/>
                  <a:pt x="4455420" y="1186135"/>
                  <a:pt x="4376825" y="1184131"/>
                </a:cubicBezTo>
                <a:cubicBezTo>
                  <a:pt x="4347226" y="1183446"/>
                  <a:pt x="4315374" y="1187423"/>
                  <a:pt x="4285471" y="1187158"/>
                </a:cubicBezTo>
                <a:cubicBezTo>
                  <a:pt x="4145774" y="1185753"/>
                  <a:pt x="4006046" y="1184162"/>
                  <a:pt x="3866543" y="1181596"/>
                </a:cubicBezTo>
                <a:cubicBezTo>
                  <a:pt x="3794230" y="1180207"/>
                  <a:pt x="3723633" y="1175551"/>
                  <a:pt x="3651342" y="1174348"/>
                </a:cubicBezTo>
                <a:cubicBezTo>
                  <a:pt x="3607885" y="1173562"/>
                  <a:pt x="3561907" y="1178044"/>
                  <a:pt x="3518453" y="1177258"/>
                </a:cubicBezTo>
                <a:cubicBezTo>
                  <a:pt x="3478287" y="1176568"/>
                  <a:pt x="3440399" y="1171400"/>
                  <a:pt x="3400818" y="1169685"/>
                </a:cubicBezTo>
                <a:cubicBezTo>
                  <a:pt x="3279824" y="1164099"/>
                  <a:pt x="3157310" y="1160621"/>
                  <a:pt x="3037154" y="1153217"/>
                </a:cubicBezTo>
                <a:cubicBezTo>
                  <a:pt x="2978373" y="1149708"/>
                  <a:pt x="2922429" y="1140508"/>
                  <a:pt x="2866260" y="1132283"/>
                </a:cubicBezTo>
                <a:cubicBezTo>
                  <a:pt x="2771049" y="1118489"/>
                  <a:pt x="2677107" y="1103380"/>
                  <a:pt x="2582173" y="1088979"/>
                </a:cubicBezTo>
                <a:cubicBezTo>
                  <a:pt x="2511090" y="1078352"/>
                  <a:pt x="2447356" y="1063086"/>
                  <a:pt x="2395406" y="1035945"/>
                </a:cubicBezTo>
                <a:cubicBezTo>
                  <a:pt x="2371411" y="1023508"/>
                  <a:pt x="2331675" y="1015582"/>
                  <a:pt x="2294751" y="1014618"/>
                </a:cubicBezTo>
                <a:cubicBezTo>
                  <a:pt x="2228580" y="1012920"/>
                  <a:pt x="2177384" y="998698"/>
                  <a:pt x="2122944" y="984751"/>
                </a:cubicBezTo>
                <a:cubicBezTo>
                  <a:pt x="2054121" y="967003"/>
                  <a:pt x="1981585" y="951294"/>
                  <a:pt x="1905504" y="941380"/>
                </a:cubicBezTo>
                <a:cubicBezTo>
                  <a:pt x="1830544" y="931682"/>
                  <a:pt x="1747929" y="932141"/>
                  <a:pt x="1671045" y="924228"/>
                </a:cubicBezTo>
                <a:cubicBezTo>
                  <a:pt x="1625936" y="919523"/>
                  <a:pt x="1585613" y="907528"/>
                  <a:pt x="1543856" y="898190"/>
                </a:cubicBezTo>
                <a:cubicBezTo>
                  <a:pt x="1502093" y="888855"/>
                  <a:pt x="1460606" y="878913"/>
                  <a:pt x="1419784" y="868500"/>
                </a:cubicBezTo>
                <a:cubicBezTo>
                  <a:pt x="1397486" y="862806"/>
                  <a:pt x="1378078" y="854435"/>
                  <a:pt x="1355116" y="849214"/>
                </a:cubicBezTo>
                <a:cubicBezTo>
                  <a:pt x="1311848" y="839527"/>
                  <a:pt x="1265353" y="832754"/>
                  <a:pt x="1223713" y="821702"/>
                </a:cubicBezTo>
                <a:cubicBezTo>
                  <a:pt x="1183577" y="811001"/>
                  <a:pt x="1138864" y="809072"/>
                  <a:pt x="1094193" y="804872"/>
                </a:cubicBezTo>
                <a:cubicBezTo>
                  <a:pt x="1060244" y="801784"/>
                  <a:pt x="1034230" y="787936"/>
                  <a:pt x="1001115" y="783030"/>
                </a:cubicBezTo>
                <a:cubicBezTo>
                  <a:pt x="953853" y="775990"/>
                  <a:pt x="916853" y="764276"/>
                  <a:pt x="879548" y="747884"/>
                </a:cubicBezTo>
                <a:cubicBezTo>
                  <a:pt x="837586" y="729513"/>
                  <a:pt x="770061" y="725929"/>
                  <a:pt x="711163" y="719039"/>
                </a:cubicBezTo>
                <a:cubicBezTo>
                  <a:pt x="661152" y="713146"/>
                  <a:pt x="604343" y="715774"/>
                  <a:pt x="557941" y="707101"/>
                </a:cubicBezTo>
                <a:cubicBezTo>
                  <a:pt x="525381" y="700984"/>
                  <a:pt x="499355" y="684493"/>
                  <a:pt x="480347" y="668702"/>
                </a:cubicBezTo>
                <a:cubicBezTo>
                  <a:pt x="437718" y="632865"/>
                  <a:pt x="370204" y="616630"/>
                  <a:pt x="296224" y="603583"/>
                </a:cubicBezTo>
                <a:cubicBezTo>
                  <a:pt x="220741" y="590184"/>
                  <a:pt x="148480" y="573869"/>
                  <a:pt x="72689" y="560892"/>
                </a:cubicBezTo>
                <a:lnTo>
                  <a:pt x="0" y="543486"/>
                </a:lnTo>
                <a:lnTo>
                  <a:pt x="0" y="384357"/>
                </a:lnTo>
                <a:lnTo>
                  <a:pt x="51784" y="393937"/>
                </a:lnTo>
                <a:cubicBezTo>
                  <a:pt x="104770" y="397707"/>
                  <a:pt x="153378" y="409086"/>
                  <a:pt x="205561" y="414859"/>
                </a:cubicBezTo>
                <a:cubicBezTo>
                  <a:pt x="254062" y="420400"/>
                  <a:pt x="305001" y="422574"/>
                  <a:pt x="354391" y="426667"/>
                </a:cubicBezTo>
                <a:cubicBezTo>
                  <a:pt x="386450" y="429269"/>
                  <a:pt x="420771" y="429847"/>
                  <a:pt x="448281" y="436308"/>
                </a:cubicBezTo>
                <a:cubicBezTo>
                  <a:pt x="499904" y="448391"/>
                  <a:pt x="551004" y="446576"/>
                  <a:pt x="611518" y="434166"/>
                </a:cubicBezTo>
                <a:cubicBezTo>
                  <a:pt x="654695" y="425361"/>
                  <a:pt x="702395" y="422710"/>
                  <a:pt x="746076" y="422520"/>
                </a:cubicBezTo>
                <a:cubicBezTo>
                  <a:pt x="798481" y="422218"/>
                  <a:pt x="848400" y="419817"/>
                  <a:pt x="902724" y="409989"/>
                </a:cubicBezTo>
                <a:cubicBezTo>
                  <a:pt x="977291" y="396518"/>
                  <a:pt x="1048428" y="397321"/>
                  <a:pt x="1113854" y="414230"/>
                </a:cubicBezTo>
                <a:cubicBezTo>
                  <a:pt x="1184155" y="432145"/>
                  <a:pt x="1258677" y="446437"/>
                  <a:pt x="1333449" y="459938"/>
                </a:cubicBezTo>
                <a:cubicBezTo>
                  <a:pt x="1354772" y="463883"/>
                  <a:pt x="1385284" y="463304"/>
                  <a:pt x="1408608" y="458278"/>
                </a:cubicBezTo>
                <a:cubicBezTo>
                  <a:pt x="1483492" y="441930"/>
                  <a:pt x="1561495" y="427025"/>
                  <a:pt x="1630191" y="403061"/>
                </a:cubicBezTo>
                <a:cubicBezTo>
                  <a:pt x="1735315" y="366348"/>
                  <a:pt x="1840887" y="337881"/>
                  <a:pt x="1956289" y="332366"/>
                </a:cubicBezTo>
                <a:cubicBezTo>
                  <a:pt x="1986669" y="330865"/>
                  <a:pt x="2019100" y="336056"/>
                  <a:pt x="2042814" y="344002"/>
                </a:cubicBezTo>
                <a:cubicBezTo>
                  <a:pt x="2085261" y="358150"/>
                  <a:pt x="2126350" y="370413"/>
                  <a:pt x="2183420" y="369635"/>
                </a:cubicBezTo>
                <a:cubicBezTo>
                  <a:pt x="2235035" y="368879"/>
                  <a:pt x="2279659" y="405942"/>
                  <a:pt x="2269566" y="439859"/>
                </a:cubicBezTo>
                <a:cubicBezTo>
                  <a:pt x="2258267" y="478101"/>
                  <a:pt x="2277762" y="504964"/>
                  <a:pt x="2331129" y="524163"/>
                </a:cubicBezTo>
                <a:cubicBezTo>
                  <a:pt x="2352980" y="531807"/>
                  <a:pt x="2364861" y="546162"/>
                  <a:pt x="2385112" y="555357"/>
                </a:cubicBezTo>
                <a:cubicBezTo>
                  <a:pt x="2401860" y="562976"/>
                  <a:pt x="2421927" y="570875"/>
                  <a:pt x="2444033" y="572629"/>
                </a:cubicBezTo>
                <a:cubicBezTo>
                  <a:pt x="2483469" y="575878"/>
                  <a:pt x="2509763" y="584022"/>
                  <a:pt x="2525979" y="603233"/>
                </a:cubicBezTo>
                <a:cubicBezTo>
                  <a:pt x="2549282" y="631254"/>
                  <a:pt x="2578520" y="657481"/>
                  <a:pt x="2603911" y="684825"/>
                </a:cubicBezTo>
                <a:cubicBezTo>
                  <a:pt x="2618910" y="700624"/>
                  <a:pt x="2643515" y="707120"/>
                  <a:pt x="2678828" y="706990"/>
                </a:cubicBezTo>
                <a:cubicBezTo>
                  <a:pt x="2699243" y="707100"/>
                  <a:pt x="2725615" y="705603"/>
                  <a:pt x="2738094" y="711376"/>
                </a:cubicBezTo>
                <a:cubicBezTo>
                  <a:pt x="2805960" y="742855"/>
                  <a:pt x="2895980" y="733032"/>
                  <a:pt x="2983806" y="728243"/>
                </a:cubicBezTo>
                <a:cubicBezTo>
                  <a:pt x="2993929" y="727744"/>
                  <a:pt x="3004007" y="726871"/>
                  <a:pt x="3013997" y="725446"/>
                </a:cubicBezTo>
                <a:cubicBezTo>
                  <a:pt x="3136002" y="707474"/>
                  <a:pt x="3250133" y="713470"/>
                  <a:pt x="3364419" y="720577"/>
                </a:cubicBezTo>
                <a:cubicBezTo>
                  <a:pt x="3394563" y="722507"/>
                  <a:pt x="3428050" y="719807"/>
                  <a:pt x="3460521" y="717628"/>
                </a:cubicBezTo>
                <a:cubicBezTo>
                  <a:pt x="3545330" y="712137"/>
                  <a:pt x="3633314" y="698262"/>
                  <a:pt x="3710982" y="714182"/>
                </a:cubicBezTo>
                <a:cubicBezTo>
                  <a:pt x="3772122" y="726607"/>
                  <a:pt x="3825029" y="745116"/>
                  <a:pt x="3850961" y="778802"/>
                </a:cubicBezTo>
                <a:cubicBezTo>
                  <a:pt x="3868395" y="801427"/>
                  <a:pt x="3898481" y="813185"/>
                  <a:pt x="3946286" y="816372"/>
                </a:cubicBezTo>
                <a:cubicBezTo>
                  <a:pt x="3987480" y="819179"/>
                  <a:pt x="4025130" y="827781"/>
                  <a:pt x="4065132" y="832459"/>
                </a:cubicBezTo>
                <a:cubicBezTo>
                  <a:pt x="4086246" y="834922"/>
                  <a:pt x="4110400" y="838274"/>
                  <a:pt x="4132173" y="835167"/>
                </a:cubicBezTo>
                <a:cubicBezTo>
                  <a:pt x="4190358" y="826865"/>
                  <a:pt x="4249453" y="817300"/>
                  <a:pt x="4305858" y="804156"/>
                </a:cubicBezTo>
                <a:cubicBezTo>
                  <a:pt x="4334041" y="797490"/>
                  <a:pt x="4360739" y="782919"/>
                  <a:pt x="4382131" y="769481"/>
                </a:cubicBezTo>
                <a:cubicBezTo>
                  <a:pt x="4404161" y="755388"/>
                  <a:pt x="4425552" y="747047"/>
                  <a:pt x="4453289" y="752531"/>
                </a:cubicBezTo>
                <a:cubicBezTo>
                  <a:pt x="4522267" y="766292"/>
                  <a:pt x="4590589" y="780524"/>
                  <a:pt x="4657971" y="795835"/>
                </a:cubicBezTo>
                <a:cubicBezTo>
                  <a:pt x="4669645" y="798513"/>
                  <a:pt x="4675987" y="807238"/>
                  <a:pt x="4682399" y="813876"/>
                </a:cubicBezTo>
                <a:cubicBezTo>
                  <a:pt x="4712325" y="844914"/>
                  <a:pt x="4739115" y="876968"/>
                  <a:pt x="4771814" y="907046"/>
                </a:cubicBezTo>
                <a:cubicBezTo>
                  <a:pt x="4783117" y="917329"/>
                  <a:pt x="4807945" y="922850"/>
                  <a:pt x="4827520" y="929876"/>
                </a:cubicBezTo>
                <a:cubicBezTo>
                  <a:pt x="4833681" y="932206"/>
                  <a:pt x="4845543" y="931081"/>
                  <a:pt x="4849942" y="933851"/>
                </a:cubicBezTo>
                <a:cubicBezTo>
                  <a:pt x="4888949" y="959631"/>
                  <a:pt x="4951287" y="954890"/>
                  <a:pt x="5009626" y="957896"/>
                </a:cubicBezTo>
                <a:cubicBezTo>
                  <a:pt x="5059523" y="960407"/>
                  <a:pt x="5111928" y="960104"/>
                  <a:pt x="5158711" y="963814"/>
                </a:cubicBezTo>
                <a:cubicBezTo>
                  <a:pt x="5231307" y="969696"/>
                  <a:pt x="5298173" y="973751"/>
                  <a:pt x="5376427" y="963151"/>
                </a:cubicBezTo>
                <a:cubicBezTo>
                  <a:pt x="5408579" y="958754"/>
                  <a:pt x="5448461" y="970245"/>
                  <a:pt x="5475787" y="980508"/>
                </a:cubicBezTo>
                <a:cubicBezTo>
                  <a:pt x="5528518" y="1000363"/>
                  <a:pt x="5584839" y="1001958"/>
                  <a:pt x="5653401" y="987268"/>
                </a:cubicBezTo>
                <a:cubicBezTo>
                  <a:pt x="5676008" y="982341"/>
                  <a:pt x="5702558" y="984595"/>
                  <a:pt x="5726340" y="985357"/>
                </a:cubicBezTo>
                <a:cubicBezTo>
                  <a:pt x="5748643" y="985952"/>
                  <a:pt x="5770110" y="988364"/>
                  <a:pt x="5790563" y="991300"/>
                </a:cubicBezTo>
                <a:cubicBezTo>
                  <a:pt x="5815128" y="994969"/>
                  <a:pt x="5845522" y="996110"/>
                  <a:pt x="5860260" y="1004958"/>
                </a:cubicBezTo>
                <a:cubicBezTo>
                  <a:pt x="5906803" y="1032493"/>
                  <a:pt x="5977069" y="1037385"/>
                  <a:pt x="6042101" y="1036226"/>
                </a:cubicBezTo>
                <a:cubicBezTo>
                  <a:pt x="6128232" y="1034888"/>
                  <a:pt x="6222269" y="1027704"/>
                  <a:pt x="6301998" y="989138"/>
                </a:cubicBezTo>
                <a:cubicBezTo>
                  <a:pt x="6349672" y="965909"/>
                  <a:pt x="6396952" y="955198"/>
                  <a:pt x="6452025" y="968489"/>
                </a:cubicBezTo>
                <a:cubicBezTo>
                  <a:pt x="6489401" y="977695"/>
                  <a:pt x="6558002" y="960731"/>
                  <a:pt x="6589205" y="939474"/>
                </a:cubicBezTo>
                <a:cubicBezTo>
                  <a:pt x="6600499" y="931821"/>
                  <a:pt x="6612148" y="924116"/>
                  <a:pt x="6631069" y="911222"/>
                </a:cubicBezTo>
                <a:cubicBezTo>
                  <a:pt x="6674305" y="951313"/>
                  <a:pt x="6752346" y="944332"/>
                  <a:pt x="6828274" y="942941"/>
                </a:cubicBezTo>
                <a:cubicBezTo>
                  <a:pt x="6874780" y="942157"/>
                  <a:pt x="6889173" y="963896"/>
                  <a:pt x="6900803" y="984140"/>
                </a:cubicBezTo>
                <a:cubicBezTo>
                  <a:pt x="6921316" y="1020676"/>
                  <a:pt x="6959796" y="1032557"/>
                  <a:pt x="7034668" y="1018665"/>
                </a:cubicBezTo>
                <a:cubicBezTo>
                  <a:pt x="7117337" y="1003282"/>
                  <a:pt x="7199637" y="985309"/>
                  <a:pt x="7281067" y="966327"/>
                </a:cubicBezTo>
                <a:cubicBezTo>
                  <a:pt x="7332521" y="954266"/>
                  <a:pt x="7378029" y="936255"/>
                  <a:pt x="7412780" y="909206"/>
                </a:cubicBezTo>
                <a:cubicBezTo>
                  <a:pt x="7446535" y="882864"/>
                  <a:pt x="7455445" y="884046"/>
                  <a:pt x="7500327" y="894826"/>
                </a:cubicBezTo>
                <a:cubicBezTo>
                  <a:pt x="7552743" y="907363"/>
                  <a:pt x="7606735" y="918164"/>
                  <a:pt x="7662324" y="927415"/>
                </a:cubicBezTo>
                <a:cubicBezTo>
                  <a:pt x="7679867" y="930387"/>
                  <a:pt x="7704114" y="926740"/>
                  <a:pt x="7725334" y="924844"/>
                </a:cubicBezTo>
                <a:cubicBezTo>
                  <a:pt x="7761320" y="921787"/>
                  <a:pt x="7798617" y="920242"/>
                  <a:pt x="7833279" y="913031"/>
                </a:cubicBezTo>
                <a:cubicBezTo>
                  <a:pt x="7866516" y="906023"/>
                  <a:pt x="7898634" y="893700"/>
                  <a:pt x="7928605" y="881683"/>
                </a:cubicBezTo>
                <a:cubicBezTo>
                  <a:pt x="8012311" y="848025"/>
                  <a:pt x="8088138" y="810205"/>
                  <a:pt x="8146597" y="762968"/>
                </a:cubicBezTo>
                <a:cubicBezTo>
                  <a:pt x="8154091" y="756800"/>
                  <a:pt x="8170249" y="752606"/>
                  <a:pt x="8183577" y="749005"/>
                </a:cubicBezTo>
                <a:cubicBezTo>
                  <a:pt x="8205312" y="743071"/>
                  <a:pt x="8227788" y="737222"/>
                  <a:pt x="8250224" y="733642"/>
                </a:cubicBezTo>
                <a:cubicBezTo>
                  <a:pt x="8359189" y="716209"/>
                  <a:pt x="8441164" y="678078"/>
                  <a:pt x="8505929" y="626542"/>
                </a:cubicBezTo>
                <a:cubicBezTo>
                  <a:pt x="8524585" y="611796"/>
                  <a:pt x="8540107" y="608259"/>
                  <a:pt x="8564194" y="618796"/>
                </a:cubicBezTo>
                <a:cubicBezTo>
                  <a:pt x="8592162" y="631043"/>
                  <a:pt x="8628032" y="619507"/>
                  <a:pt x="8660705" y="611069"/>
                </a:cubicBezTo>
                <a:cubicBezTo>
                  <a:pt x="8694442" y="602479"/>
                  <a:pt x="8728514" y="593651"/>
                  <a:pt x="8762255" y="585060"/>
                </a:cubicBezTo>
                <a:cubicBezTo>
                  <a:pt x="8787227" y="578855"/>
                  <a:pt x="8811899" y="573069"/>
                  <a:pt x="8836439" y="566358"/>
                </a:cubicBezTo>
                <a:cubicBezTo>
                  <a:pt x="8912856" y="545447"/>
                  <a:pt x="8983243" y="538425"/>
                  <a:pt x="9050728" y="559575"/>
                </a:cubicBezTo>
                <a:cubicBezTo>
                  <a:pt x="9102219" y="575830"/>
                  <a:pt x="9164950" y="573868"/>
                  <a:pt x="9229627" y="557464"/>
                </a:cubicBezTo>
                <a:cubicBezTo>
                  <a:pt x="9237706" y="555368"/>
                  <a:pt x="9247529" y="550190"/>
                  <a:pt x="9253451" y="550855"/>
                </a:cubicBezTo>
                <a:cubicBezTo>
                  <a:pt x="9342568" y="560232"/>
                  <a:pt x="9405310" y="512383"/>
                  <a:pt x="9484214" y="498671"/>
                </a:cubicBezTo>
                <a:cubicBezTo>
                  <a:pt x="9519035" y="492570"/>
                  <a:pt x="9552778" y="473783"/>
                  <a:pt x="9582633" y="458384"/>
                </a:cubicBezTo>
                <a:cubicBezTo>
                  <a:pt x="9623689" y="437231"/>
                  <a:pt x="9660183" y="417297"/>
                  <a:pt x="9719670" y="415607"/>
                </a:cubicBezTo>
                <a:cubicBezTo>
                  <a:pt x="9779189" y="414101"/>
                  <a:pt x="9830940" y="393878"/>
                  <a:pt x="9871784" y="366147"/>
                </a:cubicBezTo>
                <a:cubicBezTo>
                  <a:pt x="9903014" y="345075"/>
                  <a:pt x="9939570" y="338349"/>
                  <a:pt x="9984494" y="336660"/>
                </a:cubicBezTo>
                <a:cubicBezTo>
                  <a:pt x="10040642" y="334503"/>
                  <a:pt x="10098165" y="326674"/>
                  <a:pt x="10154708" y="322193"/>
                </a:cubicBezTo>
                <a:cubicBezTo>
                  <a:pt x="10166953" y="321201"/>
                  <a:pt x="10182669" y="321603"/>
                  <a:pt x="10190446" y="325025"/>
                </a:cubicBezTo>
                <a:cubicBezTo>
                  <a:pt x="10285769" y="367692"/>
                  <a:pt x="10408999" y="350677"/>
                  <a:pt x="10530736" y="335953"/>
                </a:cubicBezTo>
                <a:cubicBezTo>
                  <a:pt x="10604506" y="327127"/>
                  <a:pt x="10678397" y="316584"/>
                  <a:pt x="10752157" y="305117"/>
                </a:cubicBezTo>
                <a:cubicBezTo>
                  <a:pt x="10777120" y="301365"/>
                  <a:pt x="10803110" y="294636"/>
                  <a:pt x="10824452" y="285927"/>
                </a:cubicBezTo>
                <a:cubicBezTo>
                  <a:pt x="10868837" y="267698"/>
                  <a:pt x="10909147" y="246465"/>
                  <a:pt x="10953152" y="228102"/>
                </a:cubicBezTo>
                <a:cubicBezTo>
                  <a:pt x="10969622" y="221030"/>
                  <a:pt x="10991730" y="217688"/>
                  <a:pt x="11011614" y="214096"/>
                </a:cubicBezTo>
                <a:cubicBezTo>
                  <a:pt x="11046743" y="207573"/>
                  <a:pt x="11086641" y="206412"/>
                  <a:pt x="11116031" y="195421"/>
                </a:cubicBezTo>
                <a:cubicBezTo>
                  <a:pt x="11192467" y="166956"/>
                  <a:pt x="11266913" y="160299"/>
                  <a:pt x="11344303" y="166629"/>
                </a:cubicBezTo>
                <a:cubicBezTo>
                  <a:pt x="11452657" y="175527"/>
                  <a:pt x="11551626" y="159519"/>
                  <a:pt x="11639050" y="108526"/>
                </a:cubicBezTo>
                <a:cubicBezTo>
                  <a:pt x="11678385" y="85543"/>
                  <a:pt x="11720243" y="87879"/>
                  <a:pt x="11757532" y="96530"/>
                </a:cubicBezTo>
                <a:cubicBezTo>
                  <a:pt x="11800499" y="106640"/>
                  <a:pt x="11840704" y="105056"/>
                  <a:pt x="11885799" y="86728"/>
                </a:cubicBezTo>
                <a:cubicBezTo>
                  <a:pt x="11895784" y="82659"/>
                  <a:pt x="11910604" y="81867"/>
                  <a:pt x="11922874" y="81060"/>
                </a:cubicBezTo>
                <a:cubicBezTo>
                  <a:pt x="11992783" y="75806"/>
                  <a:pt x="12063500" y="73647"/>
                  <a:pt x="12115331" y="33587"/>
                </a:cubicBezTo>
                <a:cubicBezTo>
                  <a:pt x="12125500" y="25715"/>
                  <a:pt x="12143693" y="20477"/>
                  <a:pt x="12158080" y="14081"/>
                </a:cubicBez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534676D8-D37A-4610-BBFB-A1DC26D527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367198"/>
            <a:ext cx="12192000" cy="822960"/>
          </a:xfrm>
          <a:custGeom>
            <a:avLst/>
            <a:gdLst>
              <a:gd name="connsiteX0" fmla="*/ 12192000 w 12192000"/>
              <a:gd name="connsiteY0" fmla="*/ 0 h 1203824"/>
              <a:gd name="connsiteX1" fmla="*/ 12192000 w 12192000"/>
              <a:gd name="connsiteY1" fmla="*/ 463429 h 1203824"/>
              <a:gd name="connsiteX2" fmla="*/ 12190876 w 12192000"/>
              <a:gd name="connsiteY2" fmla="*/ 463512 h 1203824"/>
              <a:gd name="connsiteX3" fmla="*/ 12077245 w 12192000"/>
              <a:gd name="connsiteY3" fmla="*/ 476327 h 1203824"/>
              <a:gd name="connsiteX4" fmla="*/ 11984517 w 12192000"/>
              <a:gd name="connsiteY4" fmla="*/ 479927 h 1203824"/>
              <a:gd name="connsiteX5" fmla="*/ 11951600 w 12192000"/>
              <a:gd name="connsiteY5" fmla="*/ 478957 h 1203824"/>
              <a:gd name="connsiteX6" fmla="*/ 11690904 w 12192000"/>
              <a:gd name="connsiteY6" fmla="*/ 471970 h 1203824"/>
              <a:gd name="connsiteX7" fmla="*/ 11413965 w 12192000"/>
              <a:gd name="connsiteY7" fmla="*/ 476172 h 1203824"/>
              <a:gd name="connsiteX8" fmla="*/ 11240739 w 12192000"/>
              <a:gd name="connsiteY8" fmla="*/ 523169 h 1203824"/>
              <a:gd name="connsiteX9" fmla="*/ 11175005 w 12192000"/>
              <a:gd name="connsiteY9" fmla="*/ 532169 h 1203824"/>
              <a:gd name="connsiteX10" fmla="*/ 10873726 w 12192000"/>
              <a:gd name="connsiteY10" fmla="*/ 580253 h 1203824"/>
              <a:gd name="connsiteX11" fmla="*/ 10821306 w 12192000"/>
              <a:gd name="connsiteY11" fmla="*/ 593207 h 1203824"/>
              <a:gd name="connsiteX12" fmla="*/ 10530811 w 12192000"/>
              <a:gd name="connsiteY12" fmla="*/ 612184 h 1203824"/>
              <a:gd name="connsiteX13" fmla="*/ 10426049 w 12192000"/>
              <a:gd name="connsiteY13" fmla="*/ 623354 h 1203824"/>
              <a:gd name="connsiteX14" fmla="*/ 10329156 w 12192000"/>
              <a:gd name="connsiteY14" fmla="*/ 630948 h 1203824"/>
              <a:gd name="connsiteX15" fmla="*/ 10194727 w 12192000"/>
              <a:gd name="connsiteY15" fmla="*/ 648617 h 1203824"/>
              <a:gd name="connsiteX16" fmla="*/ 10055906 w 12192000"/>
              <a:gd name="connsiteY16" fmla="*/ 671256 h 1203824"/>
              <a:gd name="connsiteX17" fmla="*/ 9900551 w 12192000"/>
              <a:gd name="connsiteY17" fmla="*/ 692855 h 1203824"/>
              <a:gd name="connsiteX18" fmla="*/ 9838464 w 12192000"/>
              <a:gd name="connsiteY18" fmla="*/ 696804 h 1203824"/>
              <a:gd name="connsiteX19" fmla="*/ 9672957 w 12192000"/>
              <a:gd name="connsiteY19" fmla="*/ 723816 h 1203824"/>
              <a:gd name="connsiteX20" fmla="*/ 9585066 w 12192000"/>
              <a:gd name="connsiteY20" fmla="*/ 730692 h 1203824"/>
              <a:gd name="connsiteX21" fmla="*/ 9441407 w 12192000"/>
              <a:gd name="connsiteY21" fmla="*/ 750055 h 1203824"/>
              <a:gd name="connsiteX22" fmla="*/ 9394459 w 12192000"/>
              <a:gd name="connsiteY22" fmla="*/ 755431 h 1203824"/>
              <a:gd name="connsiteX23" fmla="*/ 9352590 w 12192000"/>
              <a:gd name="connsiteY23" fmla="*/ 760650 h 1203824"/>
              <a:gd name="connsiteX24" fmla="*/ 9211614 w 12192000"/>
              <a:gd name="connsiteY24" fmla="*/ 796248 h 1203824"/>
              <a:gd name="connsiteX25" fmla="*/ 9084667 w 12192000"/>
              <a:gd name="connsiteY25" fmla="*/ 815303 h 1203824"/>
              <a:gd name="connsiteX26" fmla="*/ 8863666 w 12192000"/>
              <a:gd name="connsiteY26" fmla="*/ 859298 h 1203824"/>
              <a:gd name="connsiteX27" fmla="*/ 8813796 w 12192000"/>
              <a:gd name="connsiteY27" fmla="*/ 862070 h 1203824"/>
              <a:gd name="connsiteX28" fmla="*/ 8659351 w 12192000"/>
              <a:gd name="connsiteY28" fmla="*/ 882406 h 1203824"/>
              <a:gd name="connsiteX29" fmla="*/ 8571352 w 12192000"/>
              <a:gd name="connsiteY29" fmla="*/ 893639 h 1203824"/>
              <a:gd name="connsiteX30" fmla="*/ 8464106 w 12192000"/>
              <a:gd name="connsiteY30" fmla="*/ 918004 h 1203824"/>
              <a:gd name="connsiteX31" fmla="*/ 8278324 w 12192000"/>
              <a:gd name="connsiteY31" fmla="*/ 963769 h 1203824"/>
              <a:gd name="connsiteX32" fmla="*/ 8229128 w 12192000"/>
              <a:gd name="connsiteY32" fmla="*/ 973810 h 1203824"/>
              <a:gd name="connsiteX33" fmla="*/ 8139751 w 12192000"/>
              <a:gd name="connsiteY33" fmla="*/ 995815 h 1203824"/>
              <a:gd name="connsiteX34" fmla="*/ 8123571 w 12192000"/>
              <a:gd name="connsiteY34" fmla="*/ 999822 h 1203824"/>
              <a:gd name="connsiteX35" fmla="*/ 7988699 w 12192000"/>
              <a:gd name="connsiteY35" fmla="*/ 1042479 h 1203824"/>
              <a:gd name="connsiteX36" fmla="*/ 7917214 w 12192000"/>
              <a:gd name="connsiteY36" fmla="*/ 1054565 h 1203824"/>
              <a:gd name="connsiteX37" fmla="*/ 7710915 w 12192000"/>
              <a:gd name="connsiteY37" fmla="*/ 1084190 h 1203824"/>
              <a:gd name="connsiteX38" fmla="*/ 7622959 w 12192000"/>
              <a:gd name="connsiteY38" fmla="*/ 1093150 h 1203824"/>
              <a:gd name="connsiteX39" fmla="*/ 7410782 w 12192000"/>
              <a:gd name="connsiteY39" fmla="*/ 1109640 h 1203824"/>
              <a:gd name="connsiteX40" fmla="*/ 7277754 w 12192000"/>
              <a:gd name="connsiteY40" fmla="*/ 1121822 h 1203824"/>
              <a:gd name="connsiteX41" fmla="*/ 7124540 w 12192000"/>
              <a:gd name="connsiteY41" fmla="*/ 1132918 h 1203824"/>
              <a:gd name="connsiteX42" fmla="*/ 6949752 w 12192000"/>
              <a:gd name="connsiteY42" fmla="*/ 1151058 h 1203824"/>
              <a:gd name="connsiteX43" fmla="*/ 6630249 w 12192000"/>
              <a:gd name="connsiteY43" fmla="*/ 1176063 h 1203824"/>
              <a:gd name="connsiteX44" fmla="*/ 6320634 w 12192000"/>
              <a:gd name="connsiteY44" fmla="*/ 1198901 h 1203824"/>
              <a:gd name="connsiteX45" fmla="*/ 6192343 w 12192000"/>
              <a:gd name="connsiteY45" fmla="*/ 1198323 h 1203824"/>
              <a:gd name="connsiteX46" fmla="*/ 5966562 w 12192000"/>
              <a:gd name="connsiteY46" fmla="*/ 1203723 h 1203824"/>
              <a:gd name="connsiteX47" fmla="*/ 5867227 w 12192000"/>
              <a:gd name="connsiteY47" fmla="*/ 1201847 h 1203824"/>
              <a:gd name="connsiteX48" fmla="*/ 5630172 w 12192000"/>
              <a:gd name="connsiteY48" fmla="*/ 1202248 h 1203824"/>
              <a:gd name="connsiteX49" fmla="*/ 5348949 w 12192000"/>
              <a:gd name="connsiteY49" fmla="*/ 1191768 h 1203824"/>
              <a:gd name="connsiteX50" fmla="*/ 5241228 w 12192000"/>
              <a:gd name="connsiteY50" fmla="*/ 1192408 h 1203824"/>
              <a:gd name="connsiteX51" fmla="*/ 4971133 w 12192000"/>
              <a:gd name="connsiteY51" fmla="*/ 1193559 h 1203824"/>
              <a:gd name="connsiteX52" fmla="*/ 4869416 w 12192000"/>
              <a:gd name="connsiteY52" fmla="*/ 1200519 h 1203824"/>
              <a:gd name="connsiteX53" fmla="*/ 4753274 w 12192000"/>
              <a:gd name="connsiteY53" fmla="*/ 1200850 h 1203824"/>
              <a:gd name="connsiteX54" fmla="*/ 4611883 w 12192000"/>
              <a:gd name="connsiteY54" fmla="*/ 1192701 h 1203824"/>
              <a:gd name="connsiteX55" fmla="*/ 4376825 w 12192000"/>
              <a:gd name="connsiteY55" fmla="*/ 1184131 h 1203824"/>
              <a:gd name="connsiteX56" fmla="*/ 4285471 w 12192000"/>
              <a:gd name="connsiteY56" fmla="*/ 1187158 h 1203824"/>
              <a:gd name="connsiteX57" fmla="*/ 3866543 w 12192000"/>
              <a:gd name="connsiteY57" fmla="*/ 1181596 h 1203824"/>
              <a:gd name="connsiteX58" fmla="*/ 3651342 w 12192000"/>
              <a:gd name="connsiteY58" fmla="*/ 1174348 h 1203824"/>
              <a:gd name="connsiteX59" fmla="*/ 3518453 w 12192000"/>
              <a:gd name="connsiteY59" fmla="*/ 1177258 h 1203824"/>
              <a:gd name="connsiteX60" fmla="*/ 3400818 w 12192000"/>
              <a:gd name="connsiteY60" fmla="*/ 1169685 h 1203824"/>
              <a:gd name="connsiteX61" fmla="*/ 3037154 w 12192000"/>
              <a:gd name="connsiteY61" fmla="*/ 1153217 h 1203824"/>
              <a:gd name="connsiteX62" fmla="*/ 2866260 w 12192000"/>
              <a:gd name="connsiteY62" fmla="*/ 1132283 h 1203824"/>
              <a:gd name="connsiteX63" fmla="*/ 2582173 w 12192000"/>
              <a:gd name="connsiteY63" fmla="*/ 1088979 h 1203824"/>
              <a:gd name="connsiteX64" fmla="*/ 2395406 w 12192000"/>
              <a:gd name="connsiteY64" fmla="*/ 1035945 h 1203824"/>
              <a:gd name="connsiteX65" fmla="*/ 2294751 w 12192000"/>
              <a:gd name="connsiteY65" fmla="*/ 1014618 h 1203824"/>
              <a:gd name="connsiteX66" fmla="*/ 2122944 w 12192000"/>
              <a:gd name="connsiteY66" fmla="*/ 984751 h 1203824"/>
              <a:gd name="connsiteX67" fmla="*/ 1905504 w 12192000"/>
              <a:gd name="connsiteY67" fmla="*/ 941380 h 1203824"/>
              <a:gd name="connsiteX68" fmla="*/ 1671045 w 12192000"/>
              <a:gd name="connsiteY68" fmla="*/ 924228 h 1203824"/>
              <a:gd name="connsiteX69" fmla="*/ 1543856 w 12192000"/>
              <a:gd name="connsiteY69" fmla="*/ 898190 h 1203824"/>
              <a:gd name="connsiteX70" fmla="*/ 1419784 w 12192000"/>
              <a:gd name="connsiteY70" fmla="*/ 868500 h 1203824"/>
              <a:gd name="connsiteX71" fmla="*/ 1355116 w 12192000"/>
              <a:gd name="connsiteY71" fmla="*/ 849214 h 1203824"/>
              <a:gd name="connsiteX72" fmla="*/ 1223713 w 12192000"/>
              <a:gd name="connsiteY72" fmla="*/ 821702 h 1203824"/>
              <a:gd name="connsiteX73" fmla="*/ 1094193 w 12192000"/>
              <a:gd name="connsiteY73" fmla="*/ 804872 h 1203824"/>
              <a:gd name="connsiteX74" fmla="*/ 1001115 w 12192000"/>
              <a:gd name="connsiteY74" fmla="*/ 783030 h 1203824"/>
              <a:gd name="connsiteX75" fmla="*/ 879548 w 12192000"/>
              <a:gd name="connsiteY75" fmla="*/ 747884 h 1203824"/>
              <a:gd name="connsiteX76" fmla="*/ 711163 w 12192000"/>
              <a:gd name="connsiteY76" fmla="*/ 719039 h 1203824"/>
              <a:gd name="connsiteX77" fmla="*/ 557941 w 12192000"/>
              <a:gd name="connsiteY77" fmla="*/ 707101 h 1203824"/>
              <a:gd name="connsiteX78" fmla="*/ 480347 w 12192000"/>
              <a:gd name="connsiteY78" fmla="*/ 668702 h 1203824"/>
              <a:gd name="connsiteX79" fmla="*/ 296224 w 12192000"/>
              <a:gd name="connsiteY79" fmla="*/ 603583 h 1203824"/>
              <a:gd name="connsiteX80" fmla="*/ 72689 w 12192000"/>
              <a:gd name="connsiteY80" fmla="*/ 560892 h 1203824"/>
              <a:gd name="connsiteX81" fmla="*/ 0 w 12192000"/>
              <a:gd name="connsiteY81" fmla="*/ 543486 h 1203824"/>
              <a:gd name="connsiteX82" fmla="*/ 0 w 12192000"/>
              <a:gd name="connsiteY82" fmla="*/ 384357 h 1203824"/>
              <a:gd name="connsiteX83" fmla="*/ 51784 w 12192000"/>
              <a:gd name="connsiteY83" fmla="*/ 393937 h 1203824"/>
              <a:gd name="connsiteX84" fmla="*/ 205561 w 12192000"/>
              <a:gd name="connsiteY84" fmla="*/ 414859 h 1203824"/>
              <a:gd name="connsiteX85" fmla="*/ 354391 w 12192000"/>
              <a:gd name="connsiteY85" fmla="*/ 426667 h 1203824"/>
              <a:gd name="connsiteX86" fmla="*/ 448281 w 12192000"/>
              <a:gd name="connsiteY86" fmla="*/ 436308 h 1203824"/>
              <a:gd name="connsiteX87" fmla="*/ 611518 w 12192000"/>
              <a:gd name="connsiteY87" fmla="*/ 434166 h 1203824"/>
              <a:gd name="connsiteX88" fmla="*/ 746076 w 12192000"/>
              <a:gd name="connsiteY88" fmla="*/ 422520 h 1203824"/>
              <a:gd name="connsiteX89" fmla="*/ 902724 w 12192000"/>
              <a:gd name="connsiteY89" fmla="*/ 409989 h 1203824"/>
              <a:gd name="connsiteX90" fmla="*/ 1113854 w 12192000"/>
              <a:gd name="connsiteY90" fmla="*/ 414230 h 1203824"/>
              <a:gd name="connsiteX91" fmla="*/ 1333449 w 12192000"/>
              <a:gd name="connsiteY91" fmla="*/ 459938 h 1203824"/>
              <a:gd name="connsiteX92" fmla="*/ 1408608 w 12192000"/>
              <a:gd name="connsiteY92" fmla="*/ 458278 h 1203824"/>
              <a:gd name="connsiteX93" fmla="*/ 1630191 w 12192000"/>
              <a:gd name="connsiteY93" fmla="*/ 403061 h 1203824"/>
              <a:gd name="connsiteX94" fmla="*/ 1956289 w 12192000"/>
              <a:gd name="connsiteY94" fmla="*/ 332366 h 1203824"/>
              <a:gd name="connsiteX95" fmla="*/ 2042814 w 12192000"/>
              <a:gd name="connsiteY95" fmla="*/ 344002 h 1203824"/>
              <a:gd name="connsiteX96" fmla="*/ 2183420 w 12192000"/>
              <a:gd name="connsiteY96" fmla="*/ 369635 h 1203824"/>
              <a:gd name="connsiteX97" fmla="*/ 2269566 w 12192000"/>
              <a:gd name="connsiteY97" fmla="*/ 439859 h 1203824"/>
              <a:gd name="connsiteX98" fmla="*/ 2331129 w 12192000"/>
              <a:gd name="connsiteY98" fmla="*/ 524163 h 1203824"/>
              <a:gd name="connsiteX99" fmla="*/ 2385112 w 12192000"/>
              <a:gd name="connsiteY99" fmla="*/ 555357 h 1203824"/>
              <a:gd name="connsiteX100" fmla="*/ 2444033 w 12192000"/>
              <a:gd name="connsiteY100" fmla="*/ 572629 h 1203824"/>
              <a:gd name="connsiteX101" fmla="*/ 2525979 w 12192000"/>
              <a:gd name="connsiteY101" fmla="*/ 603233 h 1203824"/>
              <a:gd name="connsiteX102" fmla="*/ 2603911 w 12192000"/>
              <a:gd name="connsiteY102" fmla="*/ 684825 h 1203824"/>
              <a:gd name="connsiteX103" fmla="*/ 2678828 w 12192000"/>
              <a:gd name="connsiteY103" fmla="*/ 706990 h 1203824"/>
              <a:gd name="connsiteX104" fmla="*/ 2738094 w 12192000"/>
              <a:gd name="connsiteY104" fmla="*/ 711376 h 1203824"/>
              <a:gd name="connsiteX105" fmla="*/ 2983806 w 12192000"/>
              <a:gd name="connsiteY105" fmla="*/ 728243 h 1203824"/>
              <a:gd name="connsiteX106" fmla="*/ 3013997 w 12192000"/>
              <a:gd name="connsiteY106" fmla="*/ 725446 h 1203824"/>
              <a:gd name="connsiteX107" fmla="*/ 3364419 w 12192000"/>
              <a:gd name="connsiteY107" fmla="*/ 720577 h 1203824"/>
              <a:gd name="connsiteX108" fmla="*/ 3460521 w 12192000"/>
              <a:gd name="connsiteY108" fmla="*/ 717628 h 1203824"/>
              <a:gd name="connsiteX109" fmla="*/ 3710982 w 12192000"/>
              <a:gd name="connsiteY109" fmla="*/ 714182 h 1203824"/>
              <a:gd name="connsiteX110" fmla="*/ 3850961 w 12192000"/>
              <a:gd name="connsiteY110" fmla="*/ 778802 h 1203824"/>
              <a:gd name="connsiteX111" fmla="*/ 3946286 w 12192000"/>
              <a:gd name="connsiteY111" fmla="*/ 816372 h 1203824"/>
              <a:gd name="connsiteX112" fmla="*/ 4065132 w 12192000"/>
              <a:gd name="connsiteY112" fmla="*/ 832459 h 1203824"/>
              <a:gd name="connsiteX113" fmla="*/ 4132173 w 12192000"/>
              <a:gd name="connsiteY113" fmla="*/ 835167 h 1203824"/>
              <a:gd name="connsiteX114" fmla="*/ 4305858 w 12192000"/>
              <a:gd name="connsiteY114" fmla="*/ 804156 h 1203824"/>
              <a:gd name="connsiteX115" fmla="*/ 4382131 w 12192000"/>
              <a:gd name="connsiteY115" fmla="*/ 769481 h 1203824"/>
              <a:gd name="connsiteX116" fmla="*/ 4453289 w 12192000"/>
              <a:gd name="connsiteY116" fmla="*/ 752531 h 1203824"/>
              <a:gd name="connsiteX117" fmla="*/ 4657971 w 12192000"/>
              <a:gd name="connsiteY117" fmla="*/ 795835 h 1203824"/>
              <a:gd name="connsiteX118" fmla="*/ 4682399 w 12192000"/>
              <a:gd name="connsiteY118" fmla="*/ 813876 h 1203824"/>
              <a:gd name="connsiteX119" fmla="*/ 4771814 w 12192000"/>
              <a:gd name="connsiteY119" fmla="*/ 907046 h 1203824"/>
              <a:gd name="connsiteX120" fmla="*/ 4827520 w 12192000"/>
              <a:gd name="connsiteY120" fmla="*/ 929876 h 1203824"/>
              <a:gd name="connsiteX121" fmla="*/ 4849942 w 12192000"/>
              <a:gd name="connsiteY121" fmla="*/ 933851 h 1203824"/>
              <a:gd name="connsiteX122" fmla="*/ 5009626 w 12192000"/>
              <a:gd name="connsiteY122" fmla="*/ 957896 h 1203824"/>
              <a:gd name="connsiteX123" fmla="*/ 5158711 w 12192000"/>
              <a:gd name="connsiteY123" fmla="*/ 963814 h 1203824"/>
              <a:gd name="connsiteX124" fmla="*/ 5376427 w 12192000"/>
              <a:gd name="connsiteY124" fmla="*/ 963151 h 1203824"/>
              <a:gd name="connsiteX125" fmla="*/ 5475787 w 12192000"/>
              <a:gd name="connsiteY125" fmla="*/ 980508 h 1203824"/>
              <a:gd name="connsiteX126" fmla="*/ 5653401 w 12192000"/>
              <a:gd name="connsiteY126" fmla="*/ 987268 h 1203824"/>
              <a:gd name="connsiteX127" fmla="*/ 5726340 w 12192000"/>
              <a:gd name="connsiteY127" fmla="*/ 985357 h 1203824"/>
              <a:gd name="connsiteX128" fmla="*/ 5790563 w 12192000"/>
              <a:gd name="connsiteY128" fmla="*/ 991300 h 1203824"/>
              <a:gd name="connsiteX129" fmla="*/ 5860260 w 12192000"/>
              <a:gd name="connsiteY129" fmla="*/ 1004958 h 1203824"/>
              <a:gd name="connsiteX130" fmla="*/ 6042101 w 12192000"/>
              <a:gd name="connsiteY130" fmla="*/ 1036226 h 1203824"/>
              <a:gd name="connsiteX131" fmla="*/ 6301998 w 12192000"/>
              <a:gd name="connsiteY131" fmla="*/ 989138 h 1203824"/>
              <a:gd name="connsiteX132" fmla="*/ 6452025 w 12192000"/>
              <a:gd name="connsiteY132" fmla="*/ 968489 h 1203824"/>
              <a:gd name="connsiteX133" fmla="*/ 6589205 w 12192000"/>
              <a:gd name="connsiteY133" fmla="*/ 939474 h 1203824"/>
              <a:gd name="connsiteX134" fmla="*/ 6631069 w 12192000"/>
              <a:gd name="connsiteY134" fmla="*/ 911222 h 1203824"/>
              <a:gd name="connsiteX135" fmla="*/ 6828274 w 12192000"/>
              <a:gd name="connsiteY135" fmla="*/ 942941 h 1203824"/>
              <a:gd name="connsiteX136" fmla="*/ 6900803 w 12192000"/>
              <a:gd name="connsiteY136" fmla="*/ 984140 h 1203824"/>
              <a:gd name="connsiteX137" fmla="*/ 7034668 w 12192000"/>
              <a:gd name="connsiteY137" fmla="*/ 1018665 h 1203824"/>
              <a:gd name="connsiteX138" fmla="*/ 7281067 w 12192000"/>
              <a:gd name="connsiteY138" fmla="*/ 966327 h 1203824"/>
              <a:gd name="connsiteX139" fmla="*/ 7412780 w 12192000"/>
              <a:gd name="connsiteY139" fmla="*/ 909206 h 1203824"/>
              <a:gd name="connsiteX140" fmla="*/ 7500327 w 12192000"/>
              <a:gd name="connsiteY140" fmla="*/ 894826 h 1203824"/>
              <a:gd name="connsiteX141" fmla="*/ 7662324 w 12192000"/>
              <a:gd name="connsiteY141" fmla="*/ 927415 h 1203824"/>
              <a:gd name="connsiteX142" fmla="*/ 7725334 w 12192000"/>
              <a:gd name="connsiteY142" fmla="*/ 924844 h 1203824"/>
              <a:gd name="connsiteX143" fmla="*/ 7833279 w 12192000"/>
              <a:gd name="connsiteY143" fmla="*/ 913031 h 1203824"/>
              <a:gd name="connsiteX144" fmla="*/ 7928605 w 12192000"/>
              <a:gd name="connsiteY144" fmla="*/ 881683 h 1203824"/>
              <a:gd name="connsiteX145" fmla="*/ 8146597 w 12192000"/>
              <a:gd name="connsiteY145" fmla="*/ 762968 h 1203824"/>
              <a:gd name="connsiteX146" fmla="*/ 8183577 w 12192000"/>
              <a:gd name="connsiteY146" fmla="*/ 749005 h 1203824"/>
              <a:gd name="connsiteX147" fmla="*/ 8250224 w 12192000"/>
              <a:gd name="connsiteY147" fmla="*/ 733642 h 1203824"/>
              <a:gd name="connsiteX148" fmla="*/ 8505929 w 12192000"/>
              <a:gd name="connsiteY148" fmla="*/ 626542 h 1203824"/>
              <a:gd name="connsiteX149" fmla="*/ 8564194 w 12192000"/>
              <a:gd name="connsiteY149" fmla="*/ 618796 h 1203824"/>
              <a:gd name="connsiteX150" fmla="*/ 8660705 w 12192000"/>
              <a:gd name="connsiteY150" fmla="*/ 611069 h 1203824"/>
              <a:gd name="connsiteX151" fmla="*/ 8762255 w 12192000"/>
              <a:gd name="connsiteY151" fmla="*/ 585060 h 1203824"/>
              <a:gd name="connsiteX152" fmla="*/ 8836439 w 12192000"/>
              <a:gd name="connsiteY152" fmla="*/ 566358 h 1203824"/>
              <a:gd name="connsiteX153" fmla="*/ 9050728 w 12192000"/>
              <a:gd name="connsiteY153" fmla="*/ 559575 h 1203824"/>
              <a:gd name="connsiteX154" fmla="*/ 9229627 w 12192000"/>
              <a:gd name="connsiteY154" fmla="*/ 557464 h 1203824"/>
              <a:gd name="connsiteX155" fmla="*/ 9253451 w 12192000"/>
              <a:gd name="connsiteY155" fmla="*/ 550855 h 1203824"/>
              <a:gd name="connsiteX156" fmla="*/ 9484214 w 12192000"/>
              <a:gd name="connsiteY156" fmla="*/ 498671 h 1203824"/>
              <a:gd name="connsiteX157" fmla="*/ 9582633 w 12192000"/>
              <a:gd name="connsiteY157" fmla="*/ 458384 h 1203824"/>
              <a:gd name="connsiteX158" fmla="*/ 9719670 w 12192000"/>
              <a:gd name="connsiteY158" fmla="*/ 415607 h 1203824"/>
              <a:gd name="connsiteX159" fmla="*/ 9871784 w 12192000"/>
              <a:gd name="connsiteY159" fmla="*/ 366147 h 1203824"/>
              <a:gd name="connsiteX160" fmla="*/ 9984494 w 12192000"/>
              <a:gd name="connsiteY160" fmla="*/ 336660 h 1203824"/>
              <a:gd name="connsiteX161" fmla="*/ 10154708 w 12192000"/>
              <a:gd name="connsiteY161" fmla="*/ 322193 h 1203824"/>
              <a:gd name="connsiteX162" fmla="*/ 10190446 w 12192000"/>
              <a:gd name="connsiteY162" fmla="*/ 325025 h 1203824"/>
              <a:gd name="connsiteX163" fmla="*/ 10530736 w 12192000"/>
              <a:gd name="connsiteY163" fmla="*/ 335953 h 1203824"/>
              <a:gd name="connsiteX164" fmla="*/ 10752157 w 12192000"/>
              <a:gd name="connsiteY164" fmla="*/ 305117 h 1203824"/>
              <a:gd name="connsiteX165" fmla="*/ 10824452 w 12192000"/>
              <a:gd name="connsiteY165" fmla="*/ 285927 h 1203824"/>
              <a:gd name="connsiteX166" fmla="*/ 10953152 w 12192000"/>
              <a:gd name="connsiteY166" fmla="*/ 228102 h 1203824"/>
              <a:gd name="connsiteX167" fmla="*/ 11011614 w 12192000"/>
              <a:gd name="connsiteY167" fmla="*/ 214096 h 1203824"/>
              <a:gd name="connsiteX168" fmla="*/ 11116031 w 12192000"/>
              <a:gd name="connsiteY168" fmla="*/ 195421 h 1203824"/>
              <a:gd name="connsiteX169" fmla="*/ 11344303 w 12192000"/>
              <a:gd name="connsiteY169" fmla="*/ 166629 h 1203824"/>
              <a:gd name="connsiteX170" fmla="*/ 11639050 w 12192000"/>
              <a:gd name="connsiteY170" fmla="*/ 108526 h 1203824"/>
              <a:gd name="connsiteX171" fmla="*/ 11757532 w 12192000"/>
              <a:gd name="connsiteY171" fmla="*/ 96530 h 1203824"/>
              <a:gd name="connsiteX172" fmla="*/ 11885799 w 12192000"/>
              <a:gd name="connsiteY172" fmla="*/ 86728 h 1203824"/>
              <a:gd name="connsiteX173" fmla="*/ 11922874 w 12192000"/>
              <a:gd name="connsiteY173" fmla="*/ 81060 h 1203824"/>
              <a:gd name="connsiteX174" fmla="*/ 12115331 w 12192000"/>
              <a:gd name="connsiteY174" fmla="*/ 33587 h 1203824"/>
              <a:gd name="connsiteX175" fmla="*/ 12158080 w 12192000"/>
              <a:gd name="connsiteY175" fmla="*/ 14081 h 120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1203824">
                <a:moveTo>
                  <a:pt x="12192000" y="0"/>
                </a:moveTo>
                <a:lnTo>
                  <a:pt x="12192000" y="463429"/>
                </a:lnTo>
                <a:lnTo>
                  <a:pt x="12190876" y="463512"/>
                </a:lnTo>
                <a:cubicBezTo>
                  <a:pt x="12153133" y="467010"/>
                  <a:pt x="12115042" y="473200"/>
                  <a:pt x="12077245" y="476327"/>
                </a:cubicBezTo>
                <a:cubicBezTo>
                  <a:pt x="12046307" y="479040"/>
                  <a:pt x="12015359" y="479114"/>
                  <a:pt x="11984517" y="479927"/>
                </a:cubicBezTo>
                <a:cubicBezTo>
                  <a:pt x="11973265" y="480210"/>
                  <a:pt x="11961485" y="476792"/>
                  <a:pt x="11951600" y="478957"/>
                </a:cubicBezTo>
                <a:cubicBezTo>
                  <a:pt x="11853497" y="501074"/>
                  <a:pt x="11777036" y="475730"/>
                  <a:pt x="11690904" y="471970"/>
                </a:cubicBezTo>
                <a:cubicBezTo>
                  <a:pt x="11600358" y="467893"/>
                  <a:pt x="11511400" y="454530"/>
                  <a:pt x="11413965" y="476172"/>
                </a:cubicBezTo>
                <a:cubicBezTo>
                  <a:pt x="11355010" y="489304"/>
                  <a:pt x="11299073" y="508237"/>
                  <a:pt x="11240739" y="523169"/>
                </a:cubicBezTo>
                <a:cubicBezTo>
                  <a:pt x="11219994" y="528395"/>
                  <a:pt x="11196384" y="531385"/>
                  <a:pt x="11175005" y="532169"/>
                </a:cubicBezTo>
                <a:cubicBezTo>
                  <a:pt x="11071819" y="536506"/>
                  <a:pt x="10971303" y="549336"/>
                  <a:pt x="10873726" y="580253"/>
                </a:cubicBezTo>
                <a:cubicBezTo>
                  <a:pt x="10856992" y="585473"/>
                  <a:pt x="10839156" y="590660"/>
                  <a:pt x="10821306" y="593207"/>
                </a:cubicBezTo>
                <a:cubicBezTo>
                  <a:pt x="10723500" y="607162"/>
                  <a:pt x="10626924" y="616976"/>
                  <a:pt x="10530811" y="612184"/>
                </a:cubicBezTo>
                <a:cubicBezTo>
                  <a:pt x="10498527" y="610559"/>
                  <a:pt x="10460885" y="619895"/>
                  <a:pt x="10426049" y="623354"/>
                </a:cubicBezTo>
                <a:cubicBezTo>
                  <a:pt x="10393740" y="626644"/>
                  <a:pt x="10360820" y="630774"/>
                  <a:pt x="10329156" y="630948"/>
                </a:cubicBezTo>
                <a:cubicBezTo>
                  <a:pt x="10282924" y="631125"/>
                  <a:pt x="10240698" y="636395"/>
                  <a:pt x="10194727" y="648617"/>
                </a:cubicBezTo>
                <a:cubicBezTo>
                  <a:pt x="10150847" y="660165"/>
                  <a:pt x="10102287" y="664450"/>
                  <a:pt x="10055906" y="671256"/>
                </a:cubicBezTo>
                <a:cubicBezTo>
                  <a:pt x="10004174" y="678826"/>
                  <a:pt x="9952442" y="686395"/>
                  <a:pt x="9900551" y="692855"/>
                </a:cubicBezTo>
                <a:cubicBezTo>
                  <a:pt x="9879793" y="695439"/>
                  <a:pt x="9855180" y="691398"/>
                  <a:pt x="9838464" y="696804"/>
                </a:cubicBezTo>
                <a:cubicBezTo>
                  <a:pt x="9784563" y="714690"/>
                  <a:pt x="9727517" y="710557"/>
                  <a:pt x="9672957" y="723816"/>
                </a:cubicBezTo>
                <a:cubicBezTo>
                  <a:pt x="9646220" y="730464"/>
                  <a:pt x="9614440" y="727257"/>
                  <a:pt x="9585066" y="730692"/>
                </a:cubicBezTo>
                <a:cubicBezTo>
                  <a:pt x="9537047" y="736221"/>
                  <a:pt x="9489294" y="743601"/>
                  <a:pt x="9441407" y="750055"/>
                </a:cubicBezTo>
                <a:cubicBezTo>
                  <a:pt x="9425674" y="752111"/>
                  <a:pt x="9410218" y="753561"/>
                  <a:pt x="9394459" y="755431"/>
                </a:cubicBezTo>
                <a:cubicBezTo>
                  <a:pt x="9380484" y="757048"/>
                  <a:pt x="9365611" y="757472"/>
                  <a:pt x="9352590" y="760650"/>
                </a:cubicBezTo>
                <a:cubicBezTo>
                  <a:pt x="9305415" y="772102"/>
                  <a:pt x="9259379" y="786411"/>
                  <a:pt x="9211614" y="796248"/>
                </a:cubicBezTo>
                <a:cubicBezTo>
                  <a:pt x="9170220" y="804796"/>
                  <a:pt x="9126523" y="807444"/>
                  <a:pt x="9084667" y="815303"/>
                </a:cubicBezTo>
                <a:cubicBezTo>
                  <a:pt x="9010868" y="829042"/>
                  <a:pt x="8937412" y="845188"/>
                  <a:pt x="8863666" y="859298"/>
                </a:cubicBezTo>
                <a:cubicBezTo>
                  <a:pt x="8847706" y="862330"/>
                  <a:pt x="8830271" y="860096"/>
                  <a:pt x="8813796" y="862070"/>
                </a:cubicBezTo>
                <a:cubicBezTo>
                  <a:pt x="8762262" y="868479"/>
                  <a:pt x="8710833" y="875626"/>
                  <a:pt x="8659351" y="882406"/>
                </a:cubicBezTo>
                <a:cubicBezTo>
                  <a:pt x="8630055" y="886396"/>
                  <a:pt x="8600505" y="891179"/>
                  <a:pt x="8571352" y="893639"/>
                </a:cubicBezTo>
                <a:cubicBezTo>
                  <a:pt x="8532843" y="896868"/>
                  <a:pt x="8497743" y="898476"/>
                  <a:pt x="8464106" y="918004"/>
                </a:cubicBezTo>
                <a:cubicBezTo>
                  <a:pt x="8412327" y="948238"/>
                  <a:pt x="8341122" y="949523"/>
                  <a:pt x="8278324" y="963769"/>
                </a:cubicBezTo>
                <a:cubicBezTo>
                  <a:pt x="8262086" y="967408"/>
                  <a:pt x="8245335" y="969987"/>
                  <a:pt x="8229128" y="973810"/>
                </a:cubicBezTo>
                <a:cubicBezTo>
                  <a:pt x="8199180" y="980915"/>
                  <a:pt x="8169646" y="988338"/>
                  <a:pt x="8139751" y="995815"/>
                </a:cubicBezTo>
                <a:cubicBezTo>
                  <a:pt x="8134478" y="997132"/>
                  <a:pt x="8128438" y="998185"/>
                  <a:pt x="8123571" y="999822"/>
                </a:cubicBezTo>
                <a:cubicBezTo>
                  <a:pt x="8078628" y="1014164"/>
                  <a:pt x="8034565" y="1029514"/>
                  <a:pt x="7988699" y="1042479"/>
                </a:cubicBezTo>
                <a:cubicBezTo>
                  <a:pt x="7966302" y="1048884"/>
                  <a:pt x="7941011" y="1052871"/>
                  <a:pt x="7917214" y="1054565"/>
                </a:cubicBezTo>
                <a:cubicBezTo>
                  <a:pt x="7847636" y="1059584"/>
                  <a:pt x="7779165" y="1067276"/>
                  <a:pt x="7710915" y="1084190"/>
                </a:cubicBezTo>
                <a:cubicBezTo>
                  <a:pt x="7683826" y="1090885"/>
                  <a:pt x="7652466" y="1090640"/>
                  <a:pt x="7622959" y="1093150"/>
                </a:cubicBezTo>
                <a:cubicBezTo>
                  <a:pt x="7552361" y="1098691"/>
                  <a:pt x="7481710" y="1103861"/>
                  <a:pt x="7410782" y="1109640"/>
                </a:cubicBezTo>
                <a:cubicBezTo>
                  <a:pt x="7366505" y="1113312"/>
                  <a:pt x="7322030" y="1118147"/>
                  <a:pt x="7277754" y="1121822"/>
                </a:cubicBezTo>
                <a:cubicBezTo>
                  <a:pt x="7226619" y="1125906"/>
                  <a:pt x="7175601" y="1128277"/>
                  <a:pt x="7124540" y="1132918"/>
                </a:cubicBezTo>
                <a:cubicBezTo>
                  <a:pt x="7066293" y="1138207"/>
                  <a:pt x="7008028" y="1145955"/>
                  <a:pt x="6949752" y="1151058"/>
                </a:cubicBezTo>
                <a:cubicBezTo>
                  <a:pt x="6843217" y="1160027"/>
                  <a:pt x="6736882" y="1167834"/>
                  <a:pt x="6630249" y="1176063"/>
                </a:cubicBezTo>
                <a:cubicBezTo>
                  <a:pt x="6526849" y="1184018"/>
                  <a:pt x="6423556" y="1192713"/>
                  <a:pt x="6320634" y="1198901"/>
                </a:cubicBezTo>
                <a:cubicBezTo>
                  <a:pt x="6277297" y="1201496"/>
                  <a:pt x="6235232" y="1197679"/>
                  <a:pt x="6192343" y="1198323"/>
                </a:cubicBezTo>
                <a:cubicBezTo>
                  <a:pt x="6117131" y="1199612"/>
                  <a:pt x="6041418" y="1202485"/>
                  <a:pt x="5966562" y="1203723"/>
                </a:cubicBezTo>
                <a:cubicBezTo>
                  <a:pt x="5933144" y="1204338"/>
                  <a:pt x="5900754" y="1201974"/>
                  <a:pt x="5867227" y="1201847"/>
                </a:cubicBezTo>
                <a:cubicBezTo>
                  <a:pt x="5788180" y="1201796"/>
                  <a:pt x="5708354" y="1203933"/>
                  <a:pt x="5630172" y="1202248"/>
                </a:cubicBezTo>
                <a:cubicBezTo>
                  <a:pt x="5535908" y="1200213"/>
                  <a:pt x="5442984" y="1194779"/>
                  <a:pt x="5348949" y="1191768"/>
                </a:cubicBezTo>
                <a:cubicBezTo>
                  <a:pt x="5313810" y="1190551"/>
                  <a:pt x="5277251" y="1192179"/>
                  <a:pt x="5241228" y="1192408"/>
                </a:cubicBezTo>
                <a:cubicBezTo>
                  <a:pt x="5151316" y="1192775"/>
                  <a:pt x="5061657" y="1192349"/>
                  <a:pt x="4971133" y="1193559"/>
                </a:cubicBezTo>
                <a:cubicBezTo>
                  <a:pt x="4937685" y="1193988"/>
                  <a:pt x="4903114" y="1199299"/>
                  <a:pt x="4869416" y="1200519"/>
                </a:cubicBezTo>
                <a:cubicBezTo>
                  <a:pt x="4830283" y="1201947"/>
                  <a:pt x="4791348" y="1202215"/>
                  <a:pt x="4753274" y="1200850"/>
                </a:cubicBezTo>
                <a:cubicBezTo>
                  <a:pt x="4705682" y="1199144"/>
                  <a:pt x="4659172" y="1194829"/>
                  <a:pt x="4611883" y="1192701"/>
                </a:cubicBezTo>
                <a:cubicBezTo>
                  <a:pt x="4533819" y="1189298"/>
                  <a:pt x="4455420" y="1186135"/>
                  <a:pt x="4376825" y="1184131"/>
                </a:cubicBezTo>
                <a:cubicBezTo>
                  <a:pt x="4347226" y="1183446"/>
                  <a:pt x="4315374" y="1187423"/>
                  <a:pt x="4285471" y="1187158"/>
                </a:cubicBezTo>
                <a:cubicBezTo>
                  <a:pt x="4145774" y="1185753"/>
                  <a:pt x="4006046" y="1184162"/>
                  <a:pt x="3866543" y="1181596"/>
                </a:cubicBezTo>
                <a:cubicBezTo>
                  <a:pt x="3794230" y="1180207"/>
                  <a:pt x="3723633" y="1175551"/>
                  <a:pt x="3651342" y="1174348"/>
                </a:cubicBezTo>
                <a:cubicBezTo>
                  <a:pt x="3607885" y="1173562"/>
                  <a:pt x="3561907" y="1178044"/>
                  <a:pt x="3518453" y="1177258"/>
                </a:cubicBezTo>
                <a:cubicBezTo>
                  <a:pt x="3478287" y="1176568"/>
                  <a:pt x="3440399" y="1171400"/>
                  <a:pt x="3400818" y="1169685"/>
                </a:cubicBezTo>
                <a:cubicBezTo>
                  <a:pt x="3279824" y="1164099"/>
                  <a:pt x="3157310" y="1160621"/>
                  <a:pt x="3037154" y="1153217"/>
                </a:cubicBezTo>
                <a:cubicBezTo>
                  <a:pt x="2978373" y="1149708"/>
                  <a:pt x="2922429" y="1140508"/>
                  <a:pt x="2866260" y="1132283"/>
                </a:cubicBezTo>
                <a:cubicBezTo>
                  <a:pt x="2771049" y="1118489"/>
                  <a:pt x="2677107" y="1103380"/>
                  <a:pt x="2582173" y="1088979"/>
                </a:cubicBezTo>
                <a:cubicBezTo>
                  <a:pt x="2511090" y="1078352"/>
                  <a:pt x="2447356" y="1063086"/>
                  <a:pt x="2395406" y="1035945"/>
                </a:cubicBezTo>
                <a:cubicBezTo>
                  <a:pt x="2371411" y="1023508"/>
                  <a:pt x="2331675" y="1015582"/>
                  <a:pt x="2294751" y="1014618"/>
                </a:cubicBezTo>
                <a:cubicBezTo>
                  <a:pt x="2228580" y="1012920"/>
                  <a:pt x="2177384" y="998698"/>
                  <a:pt x="2122944" y="984751"/>
                </a:cubicBezTo>
                <a:cubicBezTo>
                  <a:pt x="2054121" y="967003"/>
                  <a:pt x="1981585" y="951294"/>
                  <a:pt x="1905504" y="941380"/>
                </a:cubicBezTo>
                <a:cubicBezTo>
                  <a:pt x="1830544" y="931682"/>
                  <a:pt x="1747929" y="932141"/>
                  <a:pt x="1671045" y="924228"/>
                </a:cubicBezTo>
                <a:cubicBezTo>
                  <a:pt x="1625936" y="919523"/>
                  <a:pt x="1585613" y="907528"/>
                  <a:pt x="1543856" y="898190"/>
                </a:cubicBezTo>
                <a:cubicBezTo>
                  <a:pt x="1502093" y="888855"/>
                  <a:pt x="1460606" y="878913"/>
                  <a:pt x="1419784" y="868500"/>
                </a:cubicBezTo>
                <a:cubicBezTo>
                  <a:pt x="1397486" y="862806"/>
                  <a:pt x="1378078" y="854435"/>
                  <a:pt x="1355116" y="849214"/>
                </a:cubicBezTo>
                <a:cubicBezTo>
                  <a:pt x="1311848" y="839527"/>
                  <a:pt x="1265353" y="832754"/>
                  <a:pt x="1223713" y="821702"/>
                </a:cubicBezTo>
                <a:cubicBezTo>
                  <a:pt x="1183577" y="811001"/>
                  <a:pt x="1138864" y="809072"/>
                  <a:pt x="1094193" y="804872"/>
                </a:cubicBezTo>
                <a:cubicBezTo>
                  <a:pt x="1060244" y="801784"/>
                  <a:pt x="1034230" y="787936"/>
                  <a:pt x="1001115" y="783030"/>
                </a:cubicBezTo>
                <a:cubicBezTo>
                  <a:pt x="953853" y="775990"/>
                  <a:pt x="916853" y="764276"/>
                  <a:pt x="879548" y="747884"/>
                </a:cubicBezTo>
                <a:cubicBezTo>
                  <a:pt x="837586" y="729513"/>
                  <a:pt x="770061" y="725929"/>
                  <a:pt x="711163" y="719039"/>
                </a:cubicBezTo>
                <a:cubicBezTo>
                  <a:pt x="661152" y="713146"/>
                  <a:pt x="604343" y="715774"/>
                  <a:pt x="557941" y="707101"/>
                </a:cubicBezTo>
                <a:cubicBezTo>
                  <a:pt x="525381" y="700984"/>
                  <a:pt x="499355" y="684493"/>
                  <a:pt x="480347" y="668702"/>
                </a:cubicBezTo>
                <a:cubicBezTo>
                  <a:pt x="437718" y="632865"/>
                  <a:pt x="370204" y="616630"/>
                  <a:pt x="296224" y="603583"/>
                </a:cubicBezTo>
                <a:cubicBezTo>
                  <a:pt x="220741" y="590184"/>
                  <a:pt x="148480" y="573869"/>
                  <a:pt x="72689" y="560892"/>
                </a:cubicBezTo>
                <a:lnTo>
                  <a:pt x="0" y="543486"/>
                </a:lnTo>
                <a:lnTo>
                  <a:pt x="0" y="384357"/>
                </a:lnTo>
                <a:lnTo>
                  <a:pt x="51784" y="393937"/>
                </a:lnTo>
                <a:cubicBezTo>
                  <a:pt x="104770" y="397707"/>
                  <a:pt x="153378" y="409086"/>
                  <a:pt x="205561" y="414859"/>
                </a:cubicBezTo>
                <a:cubicBezTo>
                  <a:pt x="254062" y="420400"/>
                  <a:pt x="305001" y="422574"/>
                  <a:pt x="354391" y="426667"/>
                </a:cubicBezTo>
                <a:cubicBezTo>
                  <a:pt x="386450" y="429269"/>
                  <a:pt x="420771" y="429847"/>
                  <a:pt x="448281" y="436308"/>
                </a:cubicBezTo>
                <a:cubicBezTo>
                  <a:pt x="499904" y="448391"/>
                  <a:pt x="551004" y="446576"/>
                  <a:pt x="611518" y="434166"/>
                </a:cubicBezTo>
                <a:cubicBezTo>
                  <a:pt x="654695" y="425361"/>
                  <a:pt x="702395" y="422710"/>
                  <a:pt x="746076" y="422520"/>
                </a:cubicBezTo>
                <a:cubicBezTo>
                  <a:pt x="798481" y="422218"/>
                  <a:pt x="848400" y="419817"/>
                  <a:pt x="902724" y="409989"/>
                </a:cubicBezTo>
                <a:cubicBezTo>
                  <a:pt x="977291" y="396518"/>
                  <a:pt x="1048428" y="397321"/>
                  <a:pt x="1113854" y="414230"/>
                </a:cubicBezTo>
                <a:cubicBezTo>
                  <a:pt x="1184155" y="432145"/>
                  <a:pt x="1258677" y="446437"/>
                  <a:pt x="1333449" y="459938"/>
                </a:cubicBezTo>
                <a:cubicBezTo>
                  <a:pt x="1354772" y="463883"/>
                  <a:pt x="1385284" y="463304"/>
                  <a:pt x="1408608" y="458278"/>
                </a:cubicBezTo>
                <a:cubicBezTo>
                  <a:pt x="1483492" y="441930"/>
                  <a:pt x="1561495" y="427025"/>
                  <a:pt x="1630191" y="403061"/>
                </a:cubicBezTo>
                <a:cubicBezTo>
                  <a:pt x="1735315" y="366348"/>
                  <a:pt x="1840887" y="337881"/>
                  <a:pt x="1956289" y="332366"/>
                </a:cubicBezTo>
                <a:cubicBezTo>
                  <a:pt x="1986669" y="330865"/>
                  <a:pt x="2019100" y="336056"/>
                  <a:pt x="2042814" y="344002"/>
                </a:cubicBezTo>
                <a:cubicBezTo>
                  <a:pt x="2085261" y="358150"/>
                  <a:pt x="2126350" y="370413"/>
                  <a:pt x="2183420" y="369635"/>
                </a:cubicBezTo>
                <a:cubicBezTo>
                  <a:pt x="2235035" y="368879"/>
                  <a:pt x="2279659" y="405942"/>
                  <a:pt x="2269566" y="439859"/>
                </a:cubicBezTo>
                <a:cubicBezTo>
                  <a:pt x="2258267" y="478101"/>
                  <a:pt x="2277762" y="504964"/>
                  <a:pt x="2331129" y="524163"/>
                </a:cubicBezTo>
                <a:cubicBezTo>
                  <a:pt x="2352980" y="531807"/>
                  <a:pt x="2364861" y="546162"/>
                  <a:pt x="2385112" y="555357"/>
                </a:cubicBezTo>
                <a:cubicBezTo>
                  <a:pt x="2401860" y="562976"/>
                  <a:pt x="2421927" y="570875"/>
                  <a:pt x="2444033" y="572629"/>
                </a:cubicBezTo>
                <a:cubicBezTo>
                  <a:pt x="2483469" y="575878"/>
                  <a:pt x="2509763" y="584022"/>
                  <a:pt x="2525979" y="603233"/>
                </a:cubicBezTo>
                <a:cubicBezTo>
                  <a:pt x="2549282" y="631254"/>
                  <a:pt x="2578520" y="657481"/>
                  <a:pt x="2603911" y="684825"/>
                </a:cubicBezTo>
                <a:cubicBezTo>
                  <a:pt x="2618910" y="700624"/>
                  <a:pt x="2643515" y="707120"/>
                  <a:pt x="2678828" y="706990"/>
                </a:cubicBezTo>
                <a:cubicBezTo>
                  <a:pt x="2699243" y="707100"/>
                  <a:pt x="2725615" y="705603"/>
                  <a:pt x="2738094" y="711376"/>
                </a:cubicBezTo>
                <a:cubicBezTo>
                  <a:pt x="2805960" y="742855"/>
                  <a:pt x="2895980" y="733032"/>
                  <a:pt x="2983806" y="728243"/>
                </a:cubicBezTo>
                <a:cubicBezTo>
                  <a:pt x="2993929" y="727744"/>
                  <a:pt x="3004007" y="726871"/>
                  <a:pt x="3013997" y="725446"/>
                </a:cubicBezTo>
                <a:cubicBezTo>
                  <a:pt x="3136002" y="707474"/>
                  <a:pt x="3250133" y="713470"/>
                  <a:pt x="3364419" y="720577"/>
                </a:cubicBezTo>
                <a:cubicBezTo>
                  <a:pt x="3394563" y="722507"/>
                  <a:pt x="3428050" y="719807"/>
                  <a:pt x="3460521" y="717628"/>
                </a:cubicBezTo>
                <a:cubicBezTo>
                  <a:pt x="3545330" y="712137"/>
                  <a:pt x="3633314" y="698262"/>
                  <a:pt x="3710982" y="714182"/>
                </a:cubicBezTo>
                <a:cubicBezTo>
                  <a:pt x="3772122" y="726607"/>
                  <a:pt x="3825029" y="745116"/>
                  <a:pt x="3850961" y="778802"/>
                </a:cubicBezTo>
                <a:cubicBezTo>
                  <a:pt x="3868395" y="801427"/>
                  <a:pt x="3898481" y="813185"/>
                  <a:pt x="3946286" y="816372"/>
                </a:cubicBezTo>
                <a:cubicBezTo>
                  <a:pt x="3987480" y="819179"/>
                  <a:pt x="4025130" y="827781"/>
                  <a:pt x="4065132" y="832459"/>
                </a:cubicBezTo>
                <a:cubicBezTo>
                  <a:pt x="4086246" y="834922"/>
                  <a:pt x="4110400" y="838274"/>
                  <a:pt x="4132173" y="835167"/>
                </a:cubicBezTo>
                <a:cubicBezTo>
                  <a:pt x="4190358" y="826865"/>
                  <a:pt x="4249453" y="817300"/>
                  <a:pt x="4305858" y="804156"/>
                </a:cubicBezTo>
                <a:cubicBezTo>
                  <a:pt x="4334041" y="797490"/>
                  <a:pt x="4360739" y="782919"/>
                  <a:pt x="4382131" y="769481"/>
                </a:cubicBezTo>
                <a:cubicBezTo>
                  <a:pt x="4404161" y="755388"/>
                  <a:pt x="4425552" y="747047"/>
                  <a:pt x="4453289" y="752531"/>
                </a:cubicBezTo>
                <a:cubicBezTo>
                  <a:pt x="4522267" y="766292"/>
                  <a:pt x="4590589" y="780524"/>
                  <a:pt x="4657971" y="795835"/>
                </a:cubicBezTo>
                <a:cubicBezTo>
                  <a:pt x="4669645" y="798513"/>
                  <a:pt x="4675987" y="807238"/>
                  <a:pt x="4682399" y="813876"/>
                </a:cubicBezTo>
                <a:cubicBezTo>
                  <a:pt x="4712325" y="844914"/>
                  <a:pt x="4739115" y="876968"/>
                  <a:pt x="4771814" y="907046"/>
                </a:cubicBezTo>
                <a:cubicBezTo>
                  <a:pt x="4783117" y="917329"/>
                  <a:pt x="4807945" y="922850"/>
                  <a:pt x="4827520" y="929876"/>
                </a:cubicBezTo>
                <a:cubicBezTo>
                  <a:pt x="4833681" y="932206"/>
                  <a:pt x="4845543" y="931081"/>
                  <a:pt x="4849942" y="933851"/>
                </a:cubicBezTo>
                <a:cubicBezTo>
                  <a:pt x="4888949" y="959631"/>
                  <a:pt x="4951287" y="954890"/>
                  <a:pt x="5009626" y="957896"/>
                </a:cubicBezTo>
                <a:cubicBezTo>
                  <a:pt x="5059523" y="960407"/>
                  <a:pt x="5111928" y="960104"/>
                  <a:pt x="5158711" y="963814"/>
                </a:cubicBezTo>
                <a:cubicBezTo>
                  <a:pt x="5231307" y="969696"/>
                  <a:pt x="5298173" y="973751"/>
                  <a:pt x="5376427" y="963151"/>
                </a:cubicBezTo>
                <a:cubicBezTo>
                  <a:pt x="5408579" y="958754"/>
                  <a:pt x="5448461" y="970245"/>
                  <a:pt x="5475787" y="980508"/>
                </a:cubicBezTo>
                <a:cubicBezTo>
                  <a:pt x="5528518" y="1000363"/>
                  <a:pt x="5584839" y="1001958"/>
                  <a:pt x="5653401" y="987268"/>
                </a:cubicBezTo>
                <a:cubicBezTo>
                  <a:pt x="5676008" y="982341"/>
                  <a:pt x="5702558" y="984595"/>
                  <a:pt x="5726340" y="985357"/>
                </a:cubicBezTo>
                <a:cubicBezTo>
                  <a:pt x="5748643" y="985952"/>
                  <a:pt x="5770110" y="988364"/>
                  <a:pt x="5790563" y="991300"/>
                </a:cubicBezTo>
                <a:cubicBezTo>
                  <a:pt x="5815128" y="994969"/>
                  <a:pt x="5845522" y="996110"/>
                  <a:pt x="5860260" y="1004958"/>
                </a:cubicBezTo>
                <a:cubicBezTo>
                  <a:pt x="5906803" y="1032493"/>
                  <a:pt x="5977069" y="1037385"/>
                  <a:pt x="6042101" y="1036226"/>
                </a:cubicBezTo>
                <a:cubicBezTo>
                  <a:pt x="6128232" y="1034888"/>
                  <a:pt x="6222269" y="1027704"/>
                  <a:pt x="6301998" y="989138"/>
                </a:cubicBezTo>
                <a:cubicBezTo>
                  <a:pt x="6349672" y="965909"/>
                  <a:pt x="6396952" y="955198"/>
                  <a:pt x="6452025" y="968489"/>
                </a:cubicBezTo>
                <a:cubicBezTo>
                  <a:pt x="6489401" y="977695"/>
                  <a:pt x="6558002" y="960731"/>
                  <a:pt x="6589205" y="939474"/>
                </a:cubicBezTo>
                <a:cubicBezTo>
                  <a:pt x="6600499" y="931821"/>
                  <a:pt x="6612148" y="924116"/>
                  <a:pt x="6631069" y="911222"/>
                </a:cubicBezTo>
                <a:cubicBezTo>
                  <a:pt x="6674305" y="951313"/>
                  <a:pt x="6752346" y="944332"/>
                  <a:pt x="6828274" y="942941"/>
                </a:cubicBezTo>
                <a:cubicBezTo>
                  <a:pt x="6874780" y="942157"/>
                  <a:pt x="6889173" y="963896"/>
                  <a:pt x="6900803" y="984140"/>
                </a:cubicBezTo>
                <a:cubicBezTo>
                  <a:pt x="6921316" y="1020676"/>
                  <a:pt x="6959796" y="1032557"/>
                  <a:pt x="7034668" y="1018665"/>
                </a:cubicBezTo>
                <a:cubicBezTo>
                  <a:pt x="7117337" y="1003282"/>
                  <a:pt x="7199637" y="985309"/>
                  <a:pt x="7281067" y="966327"/>
                </a:cubicBezTo>
                <a:cubicBezTo>
                  <a:pt x="7332521" y="954266"/>
                  <a:pt x="7378029" y="936255"/>
                  <a:pt x="7412780" y="909206"/>
                </a:cubicBezTo>
                <a:cubicBezTo>
                  <a:pt x="7446535" y="882864"/>
                  <a:pt x="7455445" y="884046"/>
                  <a:pt x="7500327" y="894826"/>
                </a:cubicBezTo>
                <a:cubicBezTo>
                  <a:pt x="7552743" y="907363"/>
                  <a:pt x="7606735" y="918164"/>
                  <a:pt x="7662324" y="927415"/>
                </a:cubicBezTo>
                <a:cubicBezTo>
                  <a:pt x="7679867" y="930387"/>
                  <a:pt x="7704114" y="926740"/>
                  <a:pt x="7725334" y="924844"/>
                </a:cubicBezTo>
                <a:cubicBezTo>
                  <a:pt x="7761320" y="921787"/>
                  <a:pt x="7798617" y="920242"/>
                  <a:pt x="7833279" y="913031"/>
                </a:cubicBezTo>
                <a:cubicBezTo>
                  <a:pt x="7866516" y="906023"/>
                  <a:pt x="7898634" y="893700"/>
                  <a:pt x="7928605" y="881683"/>
                </a:cubicBezTo>
                <a:cubicBezTo>
                  <a:pt x="8012311" y="848025"/>
                  <a:pt x="8088138" y="810205"/>
                  <a:pt x="8146597" y="762968"/>
                </a:cubicBezTo>
                <a:cubicBezTo>
                  <a:pt x="8154091" y="756800"/>
                  <a:pt x="8170249" y="752606"/>
                  <a:pt x="8183577" y="749005"/>
                </a:cubicBezTo>
                <a:cubicBezTo>
                  <a:pt x="8205312" y="743071"/>
                  <a:pt x="8227788" y="737222"/>
                  <a:pt x="8250224" y="733642"/>
                </a:cubicBezTo>
                <a:cubicBezTo>
                  <a:pt x="8359189" y="716209"/>
                  <a:pt x="8441164" y="678078"/>
                  <a:pt x="8505929" y="626542"/>
                </a:cubicBezTo>
                <a:cubicBezTo>
                  <a:pt x="8524585" y="611796"/>
                  <a:pt x="8540107" y="608259"/>
                  <a:pt x="8564194" y="618796"/>
                </a:cubicBezTo>
                <a:cubicBezTo>
                  <a:pt x="8592162" y="631043"/>
                  <a:pt x="8628032" y="619507"/>
                  <a:pt x="8660705" y="611069"/>
                </a:cubicBezTo>
                <a:cubicBezTo>
                  <a:pt x="8694442" y="602479"/>
                  <a:pt x="8728514" y="593651"/>
                  <a:pt x="8762255" y="585060"/>
                </a:cubicBezTo>
                <a:cubicBezTo>
                  <a:pt x="8787227" y="578855"/>
                  <a:pt x="8811899" y="573069"/>
                  <a:pt x="8836439" y="566358"/>
                </a:cubicBezTo>
                <a:cubicBezTo>
                  <a:pt x="8912856" y="545447"/>
                  <a:pt x="8983243" y="538425"/>
                  <a:pt x="9050728" y="559575"/>
                </a:cubicBezTo>
                <a:cubicBezTo>
                  <a:pt x="9102219" y="575830"/>
                  <a:pt x="9164950" y="573868"/>
                  <a:pt x="9229627" y="557464"/>
                </a:cubicBezTo>
                <a:cubicBezTo>
                  <a:pt x="9237706" y="555368"/>
                  <a:pt x="9247529" y="550190"/>
                  <a:pt x="9253451" y="550855"/>
                </a:cubicBezTo>
                <a:cubicBezTo>
                  <a:pt x="9342568" y="560232"/>
                  <a:pt x="9405310" y="512383"/>
                  <a:pt x="9484214" y="498671"/>
                </a:cubicBezTo>
                <a:cubicBezTo>
                  <a:pt x="9519035" y="492570"/>
                  <a:pt x="9552778" y="473783"/>
                  <a:pt x="9582633" y="458384"/>
                </a:cubicBezTo>
                <a:cubicBezTo>
                  <a:pt x="9623689" y="437231"/>
                  <a:pt x="9660183" y="417297"/>
                  <a:pt x="9719670" y="415607"/>
                </a:cubicBezTo>
                <a:cubicBezTo>
                  <a:pt x="9779189" y="414101"/>
                  <a:pt x="9830940" y="393878"/>
                  <a:pt x="9871784" y="366147"/>
                </a:cubicBezTo>
                <a:cubicBezTo>
                  <a:pt x="9903014" y="345075"/>
                  <a:pt x="9939570" y="338349"/>
                  <a:pt x="9984494" y="336660"/>
                </a:cubicBezTo>
                <a:cubicBezTo>
                  <a:pt x="10040642" y="334503"/>
                  <a:pt x="10098165" y="326674"/>
                  <a:pt x="10154708" y="322193"/>
                </a:cubicBezTo>
                <a:cubicBezTo>
                  <a:pt x="10166953" y="321201"/>
                  <a:pt x="10182669" y="321603"/>
                  <a:pt x="10190446" y="325025"/>
                </a:cubicBezTo>
                <a:cubicBezTo>
                  <a:pt x="10285769" y="367692"/>
                  <a:pt x="10408999" y="350677"/>
                  <a:pt x="10530736" y="335953"/>
                </a:cubicBezTo>
                <a:cubicBezTo>
                  <a:pt x="10604506" y="327127"/>
                  <a:pt x="10678397" y="316584"/>
                  <a:pt x="10752157" y="305117"/>
                </a:cubicBezTo>
                <a:cubicBezTo>
                  <a:pt x="10777120" y="301365"/>
                  <a:pt x="10803110" y="294636"/>
                  <a:pt x="10824452" y="285927"/>
                </a:cubicBezTo>
                <a:cubicBezTo>
                  <a:pt x="10868837" y="267698"/>
                  <a:pt x="10909147" y="246465"/>
                  <a:pt x="10953152" y="228102"/>
                </a:cubicBezTo>
                <a:cubicBezTo>
                  <a:pt x="10969622" y="221030"/>
                  <a:pt x="10991730" y="217688"/>
                  <a:pt x="11011614" y="214096"/>
                </a:cubicBezTo>
                <a:cubicBezTo>
                  <a:pt x="11046743" y="207573"/>
                  <a:pt x="11086641" y="206412"/>
                  <a:pt x="11116031" y="195421"/>
                </a:cubicBezTo>
                <a:cubicBezTo>
                  <a:pt x="11192467" y="166956"/>
                  <a:pt x="11266913" y="160299"/>
                  <a:pt x="11344303" y="166629"/>
                </a:cubicBezTo>
                <a:cubicBezTo>
                  <a:pt x="11452657" y="175527"/>
                  <a:pt x="11551626" y="159519"/>
                  <a:pt x="11639050" y="108526"/>
                </a:cubicBezTo>
                <a:cubicBezTo>
                  <a:pt x="11678385" y="85543"/>
                  <a:pt x="11720243" y="87879"/>
                  <a:pt x="11757532" y="96530"/>
                </a:cubicBezTo>
                <a:cubicBezTo>
                  <a:pt x="11800499" y="106640"/>
                  <a:pt x="11840704" y="105056"/>
                  <a:pt x="11885799" y="86728"/>
                </a:cubicBezTo>
                <a:cubicBezTo>
                  <a:pt x="11895784" y="82659"/>
                  <a:pt x="11910604" y="81867"/>
                  <a:pt x="11922874" y="81060"/>
                </a:cubicBezTo>
                <a:cubicBezTo>
                  <a:pt x="11992783" y="75806"/>
                  <a:pt x="12063500" y="73647"/>
                  <a:pt x="12115331" y="33587"/>
                </a:cubicBezTo>
                <a:cubicBezTo>
                  <a:pt x="12125500" y="25715"/>
                  <a:pt x="12143693" y="20477"/>
                  <a:pt x="12158080" y="14081"/>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091584A6-7E1B-1549-9654-7F7CC820FFEA}"/>
              </a:ext>
            </a:extLst>
          </p:cNvPr>
          <p:cNvSpPr>
            <a:spLocks noGrp="1"/>
          </p:cNvSpPr>
          <p:nvPr>
            <p:ph idx="1"/>
          </p:nvPr>
        </p:nvSpPr>
        <p:spPr>
          <a:xfrm>
            <a:off x="1351278" y="3339838"/>
            <a:ext cx="9489440" cy="2796802"/>
          </a:xfrm>
        </p:spPr>
        <p:txBody>
          <a:bodyPr>
            <a:normAutofit/>
          </a:bodyPr>
          <a:lstStyle/>
          <a:p>
            <a:pPr marL="0" indent="0" algn="ctr">
              <a:buNone/>
            </a:pPr>
            <a:r>
              <a:rPr lang="en-US" dirty="0"/>
              <a:t>Jesus said in the Sermon on the Mount, “When ye pray, use not </a:t>
            </a:r>
            <a:r>
              <a:rPr lang="en-US" dirty="0">
                <a:solidFill>
                  <a:srgbClr val="FFFF00"/>
                </a:solidFill>
              </a:rPr>
              <a:t>vain repetitions</a:t>
            </a:r>
            <a:r>
              <a:rPr lang="en-US" dirty="0"/>
              <a:t>, as the heathen do: for they think that they shall be heard for their </a:t>
            </a:r>
            <a:r>
              <a:rPr lang="en-US" dirty="0">
                <a:solidFill>
                  <a:srgbClr val="FFFF00"/>
                </a:solidFill>
              </a:rPr>
              <a:t>much speaking</a:t>
            </a:r>
            <a:r>
              <a:rPr lang="en-US" dirty="0"/>
              <a:t>” (Matthew 6:7, KJV).</a:t>
            </a:r>
            <a:endParaRPr lang="en-JM" dirty="0"/>
          </a:p>
        </p:txBody>
      </p:sp>
    </p:spTree>
    <p:extLst>
      <p:ext uri="{BB962C8B-B14F-4D97-AF65-F5344CB8AC3E}">
        <p14:creationId xmlns:p14="http://schemas.microsoft.com/office/powerpoint/2010/main" val="1945735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1678B0-78B5-9BD1-8B0A-35133FAF2F8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E2E58ED-C8D9-474E-032E-84F9561E6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206C92-6F19-9F10-DB56-CA61D03F19F8}"/>
              </a:ext>
            </a:extLst>
          </p:cNvPr>
          <p:cNvSpPr>
            <a:spLocks noGrp="1"/>
          </p:cNvSpPr>
          <p:nvPr>
            <p:ph type="title"/>
          </p:nvPr>
        </p:nvSpPr>
        <p:spPr>
          <a:xfrm>
            <a:off x="761999" y="1021079"/>
            <a:ext cx="10667999" cy="1086018"/>
          </a:xfrm>
        </p:spPr>
        <p:txBody>
          <a:bodyPr anchor="ctr">
            <a:normAutofit/>
          </a:bodyPr>
          <a:lstStyle/>
          <a:p>
            <a:pPr algn="ctr"/>
            <a:r>
              <a:rPr lang="en-JM" dirty="0"/>
              <a:t>Vain Repetition</a:t>
            </a:r>
          </a:p>
        </p:txBody>
      </p:sp>
      <p:sp>
        <p:nvSpPr>
          <p:cNvPr id="10" name="Freeform: Shape 9">
            <a:extLst>
              <a:ext uri="{FF2B5EF4-FFF2-40B4-BE49-F238E27FC236}">
                <a16:creationId xmlns:a16="http://schemas.microsoft.com/office/drawing/2014/main" id="{2ED6A451-09C6-B216-B720-83571DA2AD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367198"/>
            <a:ext cx="12192000" cy="822960"/>
          </a:xfrm>
          <a:custGeom>
            <a:avLst/>
            <a:gdLst>
              <a:gd name="connsiteX0" fmla="*/ 12192000 w 12192000"/>
              <a:gd name="connsiteY0" fmla="*/ 0 h 1203824"/>
              <a:gd name="connsiteX1" fmla="*/ 12192000 w 12192000"/>
              <a:gd name="connsiteY1" fmla="*/ 463429 h 1203824"/>
              <a:gd name="connsiteX2" fmla="*/ 12190876 w 12192000"/>
              <a:gd name="connsiteY2" fmla="*/ 463512 h 1203824"/>
              <a:gd name="connsiteX3" fmla="*/ 12077245 w 12192000"/>
              <a:gd name="connsiteY3" fmla="*/ 476327 h 1203824"/>
              <a:gd name="connsiteX4" fmla="*/ 11984517 w 12192000"/>
              <a:gd name="connsiteY4" fmla="*/ 479927 h 1203824"/>
              <a:gd name="connsiteX5" fmla="*/ 11951600 w 12192000"/>
              <a:gd name="connsiteY5" fmla="*/ 478957 h 1203824"/>
              <a:gd name="connsiteX6" fmla="*/ 11690904 w 12192000"/>
              <a:gd name="connsiteY6" fmla="*/ 471970 h 1203824"/>
              <a:gd name="connsiteX7" fmla="*/ 11413965 w 12192000"/>
              <a:gd name="connsiteY7" fmla="*/ 476172 h 1203824"/>
              <a:gd name="connsiteX8" fmla="*/ 11240739 w 12192000"/>
              <a:gd name="connsiteY8" fmla="*/ 523169 h 1203824"/>
              <a:gd name="connsiteX9" fmla="*/ 11175005 w 12192000"/>
              <a:gd name="connsiteY9" fmla="*/ 532169 h 1203824"/>
              <a:gd name="connsiteX10" fmla="*/ 10873726 w 12192000"/>
              <a:gd name="connsiteY10" fmla="*/ 580253 h 1203824"/>
              <a:gd name="connsiteX11" fmla="*/ 10821306 w 12192000"/>
              <a:gd name="connsiteY11" fmla="*/ 593207 h 1203824"/>
              <a:gd name="connsiteX12" fmla="*/ 10530811 w 12192000"/>
              <a:gd name="connsiteY12" fmla="*/ 612184 h 1203824"/>
              <a:gd name="connsiteX13" fmla="*/ 10426049 w 12192000"/>
              <a:gd name="connsiteY13" fmla="*/ 623354 h 1203824"/>
              <a:gd name="connsiteX14" fmla="*/ 10329156 w 12192000"/>
              <a:gd name="connsiteY14" fmla="*/ 630948 h 1203824"/>
              <a:gd name="connsiteX15" fmla="*/ 10194727 w 12192000"/>
              <a:gd name="connsiteY15" fmla="*/ 648617 h 1203824"/>
              <a:gd name="connsiteX16" fmla="*/ 10055906 w 12192000"/>
              <a:gd name="connsiteY16" fmla="*/ 671256 h 1203824"/>
              <a:gd name="connsiteX17" fmla="*/ 9900551 w 12192000"/>
              <a:gd name="connsiteY17" fmla="*/ 692855 h 1203824"/>
              <a:gd name="connsiteX18" fmla="*/ 9838464 w 12192000"/>
              <a:gd name="connsiteY18" fmla="*/ 696804 h 1203824"/>
              <a:gd name="connsiteX19" fmla="*/ 9672957 w 12192000"/>
              <a:gd name="connsiteY19" fmla="*/ 723816 h 1203824"/>
              <a:gd name="connsiteX20" fmla="*/ 9585066 w 12192000"/>
              <a:gd name="connsiteY20" fmla="*/ 730692 h 1203824"/>
              <a:gd name="connsiteX21" fmla="*/ 9441407 w 12192000"/>
              <a:gd name="connsiteY21" fmla="*/ 750055 h 1203824"/>
              <a:gd name="connsiteX22" fmla="*/ 9394459 w 12192000"/>
              <a:gd name="connsiteY22" fmla="*/ 755431 h 1203824"/>
              <a:gd name="connsiteX23" fmla="*/ 9352590 w 12192000"/>
              <a:gd name="connsiteY23" fmla="*/ 760650 h 1203824"/>
              <a:gd name="connsiteX24" fmla="*/ 9211614 w 12192000"/>
              <a:gd name="connsiteY24" fmla="*/ 796248 h 1203824"/>
              <a:gd name="connsiteX25" fmla="*/ 9084667 w 12192000"/>
              <a:gd name="connsiteY25" fmla="*/ 815303 h 1203824"/>
              <a:gd name="connsiteX26" fmla="*/ 8863666 w 12192000"/>
              <a:gd name="connsiteY26" fmla="*/ 859298 h 1203824"/>
              <a:gd name="connsiteX27" fmla="*/ 8813796 w 12192000"/>
              <a:gd name="connsiteY27" fmla="*/ 862070 h 1203824"/>
              <a:gd name="connsiteX28" fmla="*/ 8659351 w 12192000"/>
              <a:gd name="connsiteY28" fmla="*/ 882406 h 1203824"/>
              <a:gd name="connsiteX29" fmla="*/ 8571352 w 12192000"/>
              <a:gd name="connsiteY29" fmla="*/ 893639 h 1203824"/>
              <a:gd name="connsiteX30" fmla="*/ 8464106 w 12192000"/>
              <a:gd name="connsiteY30" fmla="*/ 918004 h 1203824"/>
              <a:gd name="connsiteX31" fmla="*/ 8278324 w 12192000"/>
              <a:gd name="connsiteY31" fmla="*/ 963769 h 1203824"/>
              <a:gd name="connsiteX32" fmla="*/ 8229128 w 12192000"/>
              <a:gd name="connsiteY32" fmla="*/ 973810 h 1203824"/>
              <a:gd name="connsiteX33" fmla="*/ 8139751 w 12192000"/>
              <a:gd name="connsiteY33" fmla="*/ 995815 h 1203824"/>
              <a:gd name="connsiteX34" fmla="*/ 8123571 w 12192000"/>
              <a:gd name="connsiteY34" fmla="*/ 999822 h 1203824"/>
              <a:gd name="connsiteX35" fmla="*/ 7988699 w 12192000"/>
              <a:gd name="connsiteY35" fmla="*/ 1042479 h 1203824"/>
              <a:gd name="connsiteX36" fmla="*/ 7917214 w 12192000"/>
              <a:gd name="connsiteY36" fmla="*/ 1054565 h 1203824"/>
              <a:gd name="connsiteX37" fmla="*/ 7710915 w 12192000"/>
              <a:gd name="connsiteY37" fmla="*/ 1084190 h 1203824"/>
              <a:gd name="connsiteX38" fmla="*/ 7622959 w 12192000"/>
              <a:gd name="connsiteY38" fmla="*/ 1093150 h 1203824"/>
              <a:gd name="connsiteX39" fmla="*/ 7410782 w 12192000"/>
              <a:gd name="connsiteY39" fmla="*/ 1109640 h 1203824"/>
              <a:gd name="connsiteX40" fmla="*/ 7277754 w 12192000"/>
              <a:gd name="connsiteY40" fmla="*/ 1121822 h 1203824"/>
              <a:gd name="connsiteX41" fmla="*/ 7124540 w 12192000"/>
              <a:gd name="connsiteY41" fmla="*/ 1132918 h 1203824"/>
              <a:gd name="connsiteX42" fmla="*/ 6949752 w 12192000"/>
              <a:gd name="connsiteY42" fmla="*/ 1151058 h 1203824"/>
              <a:gd name="connsiteX43" fmla="*/ 6630249 w 12192000"/>
              <a:gd name="connsiteY43" fmla="*/ 1176063 h 1203824"/>
              <a:gd name="connsiteX44" fmla="*/ 6320634 w 12192000"/>
              <a:gd name="connsiteY44" fmla="*/ 1198901 h 1203824"/>
              <a:gd name="connsiteX45" fmla="*/ 6192343 w 12192000"/>
              <a:gd name="connsiteY45" fmla="*/ 1198323 h 1203824"/>
              <a:gd name="connsiteX46" fmla="*/ 5966562 w 12192000"/>
              <a:gd name="connsiteY46" fmla="*/ 1203723 h 1203824"/>
              <a:gd name="connsiteX47" fmla="*/ 5867227 w 12192000"/>
              <a:gd name="connsiteY47" fmla="*/ 1201847 h 1203824"/>
              <a:gd name="connsiteX48" fmla="*/ 5630172 w 12192000"/>
              <a:gd name="connsiteY48" fmla="*/ 1202248 h 1203824"/>
              <a:gd name="connsiteX49" fmla="*/ 5348949 w 12192000"/>
              <a:gd name="connsiteY49" fmla="*/ 1191768 h 1203824"/>
              <a:gd name="connsiteX50" fmla="*/ 5241228 w 12192000"/>
              <a:gd name="connsiteY50" fmla="*/ 1192408 h 1203824"/>
              <a:gd name="connsiteX51" fmla="*/ 4971133 w 12192000"/>
              <a:gd name="connsiteY51" fmla="*/ 1193559 h 1203824"/>
              <a:gd name="connsiteX52" fmla="*/ 4869416 w 12192000"/>
              <a:gd name="connsiteY52" fmla="*/ 1200519 h 1203824"/>
              <a:gd name="connsiteX53" fmla="*/ 4753274 w 12192000"/>
              <a:gd name="connsiteY53" fmla="*/ 1200850 h 1203824"/>
              <a:gd name="connsiteX54" fmla="*/ 4611883 w 12192000"/>
              <a:gd name="connsiteY54" fmla="*/ 1192701 h 1203824"/>
              <a:gd name="connsiteX55" fmla="*/ 4376825 w 12192000"/>
              <a:gd name="connsiteY55" fmla="*/ 1184131 h 1203824"/>
              <a:gd name="connsiteX56" fmla="*/ 4285471 w 12192000"/>
              <a:gd name="connsiteY56" fmla="*/ 1187158 h 1203824"/>
              <a:gd name="connsiteX57" fmla="*/ 3866543 w 12192000"/>
              <a:gd name="connsiteY57" fmla="*/ 1181596 h 1203824"/>
              <a:gd name="connsiteX58" fmla="*/ 3651342 w 12192000"/>
              <a:gd name="connsiteY58" fmla="*/ 1174348 h 1203824"/>
              <a:gd name="connsiteX59" fmla="*/ 3518453 w 12192000"/>
              <a:gd name="connsiteY59" fmla="*/ 1177258 h 1203824"/>
              <a:gd name="connsiteX60" fmla="*/ 3400818 w 12192000"/>
              <a:gd name="connsiteY60" fmla="*/ 1169685 h 1203824"/>
              <a:gd name="connsiteX61" fmla="*/ 3037154 w 12192000"/>
              <a:gd name="connsiteY61" fmla="*/ 1153217 h 1203824"/>
              <a:gd name="connsiteX62" fmla="*/ 2866260 w 12192000"/>
              <a:gd name="connsiteY62" fmla="*/ 1132283 h 1203824"/>
              <a:gd name="connsiteX63" fmla="*/ 2582173 w 12192000"/>
              <a:gd name="connsiteY63" fmla="*/ 1088979 h 1203824"/>
              <a:gd name="connsiteX64" fmla="*/ 2395406 w 12192000"/>
              <a:gd name="connsiteY64" fmla="*/ 1035945 h 1203824"/>
              <a:gd name="connsiteX65" fmla="*/ 2294751 w 12192000"/>
              <a:gd name="connsiteY65" fmla="*/ 1014618 h 1203824"/>
              <a:gd name="connsiteX66" fmla="*/ 2122944 w 12192000"/>
              <a:gd name="connsiteY66" fmla="*/ 984751 h 1203824"/>
              <a:gd name="connsiteX67" fmla="*/ 1905504 w 12192000"/>
              <a:gd name="connsiteY67" fmla="*/ 941380 h 1203824"/>
              <a:gd name="connsiteX68" fmla="*/ 1671045 w 12192000"/>
              <a:gd name="connsiteY68" fmla="*/ 924228 h 1203824"/>
              <a:gd name="connsiteX69" fmla="*/ 1543856 w 12192000"/>
              <a:gd name="connsiteY69" fmla="*/ 898190 h 1203824"/>
              <a:gd name="connsiteX70" fmla="*/ 1419784 w 12192000"/>
              <a:gd name="connsiteY70" fmla="*/ 868500 h 1203824"/>
              <a:gd name="connsiteX71" fmla="*/ 1355116 w 12192000"/>
              <a:gd name="connsiteY71" fmla="*/ 849214 h 1203824"/>
              <a:gd name="connsiteX72" fmla="*/ 1223713 w 12192000"/>
              <a:gd name="connsiteY72" fmla="*/ 821702 h 1203824"/>
              <a:gd name="connsiteX73" fmla="*/ 1094193 w 12192000"/>
              <a:gd name="connsiteY73" fmla="*/ 804872 h 1203824"/>
              <a:gd name="connsiteX74" fmla="*/ 1001115 w 12192000"/>
              <a:gd name="connsiteY74" fmla="*/ 783030 h 1203824"/>
              <a:gd name="connsiteX75" fmla="*/ 879548 w 12192000"/>
              <a:gd name="connsiteY75" fmla="*/ 747884 h 1203824"/>
              <a:gd name="connsiteX76" fmla="*/ 711163 w 12192000"/>
              <a:gd name="connsiteY76" fmla="*/ 719039 h 1203824"/>
              <a:gd name="connsiteX77" fmla="*/ 557941 w 12192000"/>
              <a:gd name="connsiteY77" fmla="*/ 707101 h 1203824"/>
              <a:gd name="connsiteX78" fmla="*/ 480347 w 12192000"/>
              <a:gd name="connsiteY78" fmla="*/ 668702 h 1203824"/>
              <a:gd name="connsiteX79" fmla="*/ 296224 w 12192000"/>
              <a:gd name="connsiteY79" fmla="*/ 603583 h 1203824"/>
              <a:gd name="connsiteX80" fmla="*/ 72689 w 12192000"/>
              <a:gd name="connsiteY80" fmla="*/ 560892 h 1203824"/>
              <a:gd name="connsiteX81" fmla="*/ 0 w 12192000"/>
              <a:gd name="connsiteY81" fmla="*/ 543486 h 1203824"/>
              <a:gd name="connsiteX82" fmla="*/ 0 w 12192000"/>
              <a:gd name="connsiteY82" fmla="*/ 384357 h 1203824"/>
              <a:gd name="connsiteX83" fmla="*/ 51784 w 12192000"/>
              <a:gd name="connsiteY83" fmla="*/ 393937 h 1203824"/>
              <a:gd name="connsiteX84" fmla="*/ 205561 w 12192000"/>
              <a:gd name="connsiteY84" fmla="*/ 414859 h 1203824"/>
              <a:gd name="connsiteX85" fmla="*/ 354391 w 12192000"/>
              <a:gd name="connsiteY85" fmla="*/ 426667 h 1203824"/>
              <a:gd name="connsiteX86" fmla="*/ 448281 w 12192000"/>
              <a:gd name="connsiteY86" fmla="*/ 436308 h 1203824"/>
              <a:gd name="connsiteX87" fmla="*/ 611518 w 12192000"/>
              <a:gd name="connsiteY87" fmla="*/ 434166 h 1203824"/>
              <a:gd name="connsiteX88" fmla="*/ 746076 w 12192000"/>
              <a:gd name="connsiteY88" fmla="*/ 422520 h 1203824"/>
              <a:gd name="connsiteX89" fmla="*/ 902724 w 12192000"/>
              <a:gd name="connsiteY89" fmla="*/ 409989 h 1203824"/>
              <a:gd name="connsiteX90" fmla="*/ 1113854 w 12192000"/>
              <a:gd name="connsiteY90" fmla="*/ 414230 h 1203824"/>
              <a:gd name="connsiteX91" fmla="*/ 1333449 w 12192000"/>
              <a:gd name="connsiteY91" fmla="*/ 459938 h 1203824"/>
              <a:gd name="connsiteX92" fmla="*/ 1408608 w 12192000"/>
              <a:gd name="connsiteY92" fmla="*/ 458278 h 1203824"/>
              <a:gd name="connsiteX93" fmla="*/ 1630191 w 12192000"/>
              <a:gd name="connsiteY93" fmla="*/ 403061 h 1203824"/>
              <a:gd name="connsiteX94" fmla="*/ 1956289 w 12192000"/>
              <a:gd name="connsiteY94" fmla="*/ 332366 h 1203824"/>
              <a:gd name="connsiteX95" fmla="*/ 2042814 w 12192000"/>
              <a:gd name="connsiteY95" fmla="*/ 344002 h 1203824"/>
              <a:gd name="connsiteX96" fmla="*/ 2183420 w 12192000"/>
              <a:gd name="connsiteY96" fmla="*/ 369635 h 1203824"/>
              <a:gd name="connsiteX97" fmla="*/ 2269566 w 12192000"/>
              <a:gd name="connsiteY97" fmla="*/ 439859 h 1203824"/>
              <a:gd name="connsiteX98" fmla="*/ 2331129 w 12192000"/>
              <a:gd name="connsiteY98" fmla="*/ 524163 h 1203824"/>
              <a:gd name="connsiteX99" fmla="*/ 2385112 w 12192000"/>
              <a:gd name="connsiteY99" fmla="*/ 555357 h 1203824"/>
              <a:gd name="connsiteX100" fmla="*/ 2444033 w 12192000"/>
              <a:gd name="connsiteY100" fmla="*/ 572629 h 1203824"/>
              <a:gd name="connsiteX101" fmla="*/ 2525979 w 12192000"/>
              <a:gd name="connsiteY101" fmla="*/ 603233 h 1203824"/>
              <a:gd name="connsiteX102" fmla="*/ 2603911 w 12192000"/>
              <a:gd name="connsiteY102" fmla="*/ 684825 h 1203824"/>
              <a:gd name="connsiteX103" fmla="*/ 2678828 w 12192000"/>
              <a:gd name="connsiteY103" fmla="*/ 706990 h 1203824"/>
              <a:gd name="connsiteX104" fmla="*/ 2738094 w 12192000"/>
              <a:gd name="connsiteY104" fmla="*/ 711376 h 1203824"/>
              <a:gd name="connsiteX105" fmla="*/ 2983806 w 12192000"/>
              <a:gd name="connsiteY105" fmla="*/ 728243 h 1203824"/>
              <a:gd name="connsiteX106" fmla="*/ 3013997 w 12192000"/>
              <a:gd name="connsiteY106" fmla="*/ 725446 h 1203824"/>
              <a:gd name="connsiteX107" fmla="*/ 3364419 w 12192000"/>
              <a:gd name="connsiteY107" fmla="*/ 720577 h 1203824"/>
              <a:gd name="connsiteX108" fmla="*/ 3460521 w 12192000"/>
              <a:gd name="connsiteY108" fmla="*/ 717628 h 1203824"/>
              <a:gd name="connsiteX109" fmla="*/ 3710982 w 12192000"/>
              <a:gd name="connsiteY109" fmla="*/ 714182 h 1203824"/>
              <a:gd name="connsiteX110" fmla="*/ 3850961 w 12192000"/>
              <a:gd name="connsiteY110" fmla="*/ 778802 h 1203824"/>
              <a:gd name="connsiteX111" fmla="*/ 3946286 w 12192000"/>
              <a:gd name="connsiteY111" fmla="*/ 816372 h 1203824"/>
              <a:gd name="connsiteX112" fmla="*/ 4065132 w 12192000"/>
              <a:gd name="connsiteY112" fmla="*/ 832459 h 1203824"/>
              <a:gd name="connsiteX113" fmla="*/ 4132173 w 12192000"/>
              <a:gd name="connsiteY113" fmla="*/ 835167 h 1203824"/>
              <a:gd name="connsiteX114" fmla="*/ 4305858 w 12192000"/>
              <a:gd name="connsiteY114" fmla="*/ 804156 h 1203824"/>
              <a:gd name="connsiteX115" fmla="*/ 4382131 w 12192000"/>
              <a:gd name="connsiteY115" fmla="*/ 769481 h 1203824"/>
              <a:gd name="connsiteX116" fmla="*/ 4453289 w 12192000"/>
              <a:gd name="connsiteY116" fmla="*/ 752531 h 1203824"/>
              <a:gd name="connsiteX117" fmla="*/ 4657971 w 12192000"/>
              <a:gd name="connsiteY117" fmla="*/ 795835 h 1203824"/>
              <a:gd name="connsiteX118" fmla="*/ 4682399 w 12192000"/>
              <a:gd name="connsiteY118" fmla="*/ 813876 h 1203824"/>
              <a:gd name="connsiteX119" fmla="*/ 4771814 w 12192000"/>
              <a:gd name="connsiteY119" fmla="*/ 907046 h 1203824"/>
              <a:gd name="connsiteX120" fmla="*/ 4827520 w 12192000"/>
              <a:gd name="connsiteY120" fmla="*/ 929876 h 1203824"/>
              <a:gd name="connsiteX121" fmla="*/ 4849942 w 12192000"/>
              <a:gd name="connsiteY121" fmla="*/ 933851 h 1203824"/>
              <a:gd name="connsiteX122" fmla="*/ 5009626 w 12192000"/>
              <a:gd name="connsiteY122" fmla="*/ 957896 h 1203824"/>
              <a:gd name="connsiteX123" fmla="*/ 5158711 w 12192000"/>
              <a:gd name="connsiteY123" fmla="*/ 963814 h 1203824"/>
              <a:gd name="connsiteX124" fmla="*/ 5376427 w 12192000"/>
              <a:gd name="connsiteY124" fmla="*/ 963151 h 1203824"/>
              <a:gd name="connsiteX125" fmla="*/ 5475787 w 12192000"/>
              <a:gd name="connsiteY125" fmla="*/ 980508 h 1203824"/>
              <a:gd name="connsiteX126" fmla="*/ 5653401 w 12192000"/>
              <a:gd name="connsiteY126" fmla="*/ 987268 h 1203824"/>
              <a:gd name="connsiteX127" fmla="*/ 5726340 w 12192000"/>
              <a:gd name="connsiteY127" fmla="*/ 985357 h 1203824"/>
              <a:gd name="connsiteX128" fmla="*/ 5790563 w 12192000"/>
              <a:gd name="connsiteY128" fmla="*/ 991300 h 1203824"/>
              <a:gd name="connsiteX129" fmla="*/ 5860260 w 12192000"/>
              <a:gd name="connsiteY129" fmla="*/ 1004958 h 1203824"/>
              <a:gd name="connsiteX130" fmla="*/ 6042101 w 12192000"/>
              <a:gd name="connsiteY130" fmla="*/ 1036226 h 1203824"/>
              <a:gd name="connsiteX131" fmla="*/ 6301998 w 12192000"/>
              <a:gd name="connsiteY131" fmla="*/ 989138 h 1203824"/>
              <a:gd name="connsiteX132" fmla="*/ 6452025 w 12192000"/>
              <a:gd name="connsiteY132" fmla="*/ 968489 h 1203824"/>
              <a:gd name="connsiteX133" fmla="*/ 6589205 w 12192000"/>
              <a:gd name="connsiteY133" fmla="*/ 939474 h 1203824"/>
              <a:gd name="connsiteX134" fmla="*/ 6631069 w 12192000"/>
              <a:gd name="connsiteY134" fmla="*/ 911222 h 1203824"/>
              <a:gd name="connsiteX135" fmla="*/ 6828274 w 12192000"/>
              <a:gd name="connsiteY135" fmla="*/ 942941 h 1203824"/>
              <a:gd name="connsiteX136" fmla="*/ 6900803 w 12192000"/>
              <a:gd name="connsiteY136" fmla="*/ 984140 h 1203824"/>
              <a:gd name="connsiteX137" fmla="*/ 7034668 w 12192000"/>
              <a:gd name="connsiteY137" fmla="*/ 1018665 h 1203824"/>
              <a:gd name="connsiteX138" fmla="*/ 7281067 w 12192000"/>
              <a:gd name="connsiteY138" fmla="*/ 966327 h 1203824"/>
              <a:gd name="connsiteX139" fmla="*/ 7412780 w 12192000"/>
              <a:gd name="connsiteY139" fmla="*/ 909206 h 1203824"/>
              <a:gd name="connsiteX140" fmla="*/ 7500327 w 12192000"/>
              <a:gd name="connsiteY140" fmla="*/ 894826 h 1203824"/>
              <a:gd name="connsiteX141" fmla="*/ 7662324 w 12192000"/>
              <a:gd name="connsiteY141" fmla="*/ 927415 h 1203824"/>
              <a:gd name="connsiteX142" fmla="*/ 7725334 w 12192000"/>
              <a:gd name="connsiteY142" fmla="*/ 924844 h 1203824"/>
              <a:gd name="connsiteX143" fmla="*/ 7833279 w 12192000"/>
              <a:gd name="connsiteY143" fmla="*/ 913031 h 1203824"/>
              <a:gd name="connsiteX144" fmla="*/ 7928605 w 12192000"/>
              <a:gd name="connsiteY144" fmla="*/ 881683 h 1203824"/>
              <a:gd name="connsiteX145" fmla="*/ 8146597 w 12192000"/>
              <a:gd name="connsiteY145" fmla="*/ 762968 h 1203824"/>
              <a:gd name="connsiteX146" fmla="*/ 8183577 w 12192000"/>
              <a:gd name="connsiteY146" fmla="*/ 749005 h 1203824"/>
              <a:gd name="connsiteX147" fmla="*/ 8250224 w 12192000"/>
              <a:gd name="connsiteY147" fmla="*/ 733642 h 1203824"/>
              <a:gd name="connsiteX148" fmla="*/ 8505929 w 12192000"/>
              <a:gd name="connsiteY148" fmla="*/ 626542 h 1203824"/>
              <a:gd name="connsiteX149" fmla="*/ 8564194 w 12192000"/>
              <a:gd name="connsiteY149" fmla="*/ 618796 h 1203824"/>
              <a:gd name="connsiteX150" fmla="*/ 8660705 w 12192000"/>
              <a:gd name="connsiteY150" fmla="*/ 611069 h 1203824"/>
              <a:gd name="connsiteX151" fmla="*/ 8762255 w 12192000"/>
              <a:gd name="connsiteY151" fmla="*/ 585060 h 1203824"/>
              <a:gd name="connsiteX152" fmla="*/ 8836439 w 12192000"/>
              <a:gd name="connsiteY152" fmla="*/ 566358 h 1203824"/>
              <a:gd name="connsiteX153" fmla="*/ 9050728 w 12192000"/>
              <a:gd name="connsiteY153" fmla="*/ 559575 h 1203824"/>
              <a:gd name="connsiteX154" fmla="*/ 9229627 w 12192000"/>
              <a:gd name="connsiteY154" fmla="*/ 557464 h 1203824"/>
              <a:gd name="connsiteX155" fmla="*/ 9253451 w 12192000"/>
              <a:gd name="connsiteY155" fmla="*/ 550855 h 1203824"/>
              <a:gd name="connsiteX156" fmla="*/ 9484214 w 12192000"/>
              <a:gd name="connsiteY156" fmla="*/ 498671 h 1203824"/>
              <a:gd name="connsiteX157" fmla="*/ 9582633 w 12192000"/>
              <a:gd name="connsiteY157" fmla="*/ 458384 h 1203824"/>
              <a:gd name="connsiteX158" fmla="*/ 9719670 w 12192000"/>
              <a:gd name="connsiteY158" fmla="*/ 415607 h 1203824"/>
              <a:gd name="connsiteX159" fmla="*/ 9871784 w 12192000"/>
              <a:gd name="connsiteY159" fmla="*/ 366147 h 1203824"/>
              <a:gd name="connsiteX160" fmla="*/ 9984494 w 12192000"/>
              <a:gd name="connsiteY160" fmla="*/ 336660 h 1203824"/>
              <a:gd name="connsiteX161" fmla="*/ 10154708 w 12192000"/>
              <a:gd name="connsiteY161" fmla="*/ 322193 h 1203824"/>
              <a:gd name="connsiteX162" fmla="*/ 10190446 w 12192000"/>
              <a:gd name="connsiteY162" fmla="*/ 325025 h 1203824"/>
              <a:gd name="connsiteX163" fmla="*/ 10530736 w 12192000"/>
              <a:gd name="connsiteY163" fmla="*/ 335953 h 1203824"/>
              <a:gd name="connsiteX164" fmla="*/ 10752157 w 12192000"/>
              <a:gd name="connsiteY164" fmla="*/ 305117 h 1203824"/>
              <a:gd name="connsiteX165" fmla="*/ 10824452 w 12192000"/>
              <a:gd name="connsiteY165" fmla="*/ 285927 h 1203824"/>
              <a:gd name="connsiteX166" fmla="*/ 10953152 w 12192000"/>
              <a:gd name="connsiteY166" fmla="*/ 228102 h 1203824"/>
              <a:gd name="connsiteX167" fmla="*/ 11011614 w 12192000"/>
              <a:gd name="connsiteY167" fmla="*/ 214096 h 1203824"/>
              <a:gd name="connsiteX168" fmla="*/ 11116031 w 12192000"/>
              <a:gd name="connsiteY168" fmla="*/ 195421 h 1203824"/>
              <a:gd name="connsiteX169" fmla="*/ 11344303 w 12192000"/>
              <a:gd name="connsiteY169" fmla="*/ 166629 h 1203824"/>
              <a:gd name="connsiteX170" fmla="*/ 11639050 w 12192000"/>
              <a:gd name="connsiteY170" fmla="*/ 108526 h 1203824"/>
              <a:gd name="connsiteX171" fmla="*/ 11757532 w 12192000"/>
              <a:gd name="connsiteY171" fmla="*/ 96530 h 1203824"/>
              <a:gd name="connsiteX172" fmla="*/ 11885799 w 12192000"/>
              <a:gd name="connsiteY172" fmla="*/ 86728 h 1203824"/>
              <a:gd name="connsiteX173" fmla="*/ 11922874 w 12192000"/>
              <a:gd name="connsiteY173" fmla="*/ 81060 h 1203824"/>
              <a:gd name="connsiteX174" fmla="*/ 12115331 w 12192000"/>
              <a:gd name="connsiteY174" fmla="*/ 33587 h 1203824"/>
              <a:gd name="connsiteX175" fmla="*/ 12158080 w 12192000"/>
              <a:gd name="connsiteY175" fmla="*/ 14081 h 120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1203824">
                <a:moveTo>
                  <a:pt x="12192000" y="0"/>
                </a:moveTo>
                <a:lnTo>
                  <a:pt x="12192000" y="463429"/>
                </a:lnTo>
                <a:lnTo>
                  <a:pt x="12190876" y="463512"/>
                </a:lnTo>
                <a:cubicBezTo>
                  <a:pt x="12153133" y="467010"/>
                  <a:pt x="12115042" y="473200"/>
                  <a:pt x="12077245" y="476327"/>
                </a:cubicBezTo>
                <a:cubicBezTo>
                  <a:pt x="12046307" y="479040"/>
                  <a:pt x="12015359" y="479114"/>
                  <a:pt x="11984517" y="479927"/>
                </a:cubicBezTo>
                <a:cubicBezTo>
                  <a:pt x="11973265" y="480210"/>
                  <a:pt x="11961485" y="476792"/>
                  <a:pt x="11951600" y="478957"/>
                </a:cubicBezTo>
                <a:cubicBezTo>
                  <a:pt x="11853497" y="501074"/>
                  <a:pt x="11777036" y="475730"/>
                  <a:pt x="11690904" y="471970"/>
                </a:cubicBezTo>
                <a:cubicBezTo>
                  <a:pt x="11600358" y="467893"/>
                  <a:pt x="11511400" y="454530"/>
                  <a:pt x="11413965" y="476172"/>
                </a:cubicBezTo>
                <a:cubicBezTo>
                  <a:pt x="11355010" y="489304"/>
                  <a:pt x="11299073" y="508237"/>
                  <a:pt x="11240739" y="523169"/>
                </a:cubicBezTo>
                <a:cubicBezTo>
                  <a:pt x="11219994" y="528395"/>
                  <a:pt x="11196384" y="531385"/>
                  <a:pt x="11175005" y="532169"/>
                </a:cubicBezTo>
                <a:cubicBezTo>
                  <a:pt x="11071819" y="536506"/>
                  <a:pt x="10971303" y="549336"/>
                  <a:pt x="10873726" y="580253"/>
                </a:cubicBezTo>
                <a:cubicBezTo>
                  <a:pt x="10856992" y="585473"/>
                  <a:pt x="10839156" y="590660"/>
                  <a:pt x="10821306" y="593207"/>
                </a:cubicBezTo>
                <a:cubicBezTo>
                  <a:pt x="10723500" y="607162"/>
                  <a:pt x="10626924" y="616976"/>
                  <a:pt x="10530811" y="612184"/>
                </a:cubicBezTo>
                <a:cubicBezTo>
                  <a:pt x="10498527" y="610559"/>
                  <a:pt x="10460885" y="619895"/>
                  <a:pt x="10426049" y="623354"/>
                </a:cubicBezTo>
                <a:cubicBezTo>
                  <a:pt x="10393740" y="626644"/>
                  <a:pt x="10360820" y="630774"/>
                  <a:pt x="10329156" y="630948"/>
                </a:cubicBezTo>
                <a:cubicBezTo>
                  <a:pt x="10282924" y="631125"/>
                  <a:pt x="10240698" y="636395"/>
                  <a:pt x="10194727" y="648617"/>
                </a:cubicBezTo>
                <a:cubicBezTo>
                  <a:pt x="10150847" y="660165"/>
                  <a:pt x="10102287" y="664450"/>
                  <a:pt x="10055906" y="671256"/>
                </a:cubicBezTo>
                <a:cubicBezTo>
                  <a:pt x="10004174" y="678826"/>
                  <a:pt x="9952442" y="686395"/>
                  <a:pt x="9900551" y="692855"/>
                </a:cubicBezTo>
                <a:cubicBezTo>
                  <a:pt x="9879793" y="695439"/>
                  <a:pt x="9855180" y="691398"/>
                  <a:pt x="9838464" y="696804"/>
                </a:cubicBezTo>
                <a:cubicBezTo>
                  <a:pt x="9784563" y="714690"/>
                  <a:pt x="9727517" y="710557"/>
                  <a:pt x="9672957" y="723816"/>
                </a:cubicBezTo>
                <a:cubicBezTo>
                  <a:pt x="9646220" y="730464"/>
                  <a:pt x="9614440" y="727257"/>
                  <a:pt x="9585066" y="730692"/>
                </a:cubicBezTo>
                <a:cubicBezTo>
                  <a:pt x="9537047" y="736221"/>
                  <a:pt x="9489294" y="743601"/>
                  <a:pt x="9441407" y="750055"/>
                </a:cubicBezTo>
                <a:cubicBezTo>
                  <a:pt x="9425674" y="752111"/>
                  <a:pt x="9410218" y="753561"/>
                  <a:pt x="9394459" y="755431"/>
                </a:cubicBezTo>
                <a:cubicBezTo>
                  <a:pt x="9380484" y="757048"/>
                  <a:pt x="9365611" y="757472"/>
                  <a:pt x="9352590" y="760650"/>
                </a:cubicBezTo>
                <a:cubicBezTo>
                  <a:pt x="9305415" y="772102"/>
                  <a:pt x="9259379" y="786411"/>
                  <a:pt x="9211614" y="796248"/>
                </a:cubicBezTo>
                <a:cubicBezTo>
                  <a:pt x="9170220" y="804796"/>
                  <a:pt x="9126523" y="807444"/>
                  <a:pt x="9084667" y="815303"/>
                </a:cubicBezTo>
                <a:cubicBezTo>
                  <a:pt x="9010868" y="829042"/>
                  <a:pt x="8937412" y="845188"/>
                  <a:pt x="8863666" y="859298"/>
                </a:cubicBezTo>
                <a:cubicBezTo>
                  <a:pt x="8847706" y="862330"/>
                  <a:pt x="8830271" y="860096"/>
                  <a:pt x="8813796" y="862070"/>
                </a:cubicBezTo>
                <a:cubicBezTo>
                  <a:pt x="8762262" y="868479"/>
                  <a:pt x="8710833" y="875626"/>
                  <a:pt x="8659351" y="882406"/>
                </a:cubicBezTo>
                <a:cubicBezTo>
                  <a:pt x="8630055" y="886396"/>
                  <a:pt x="8600505" y="891179"/>
                  <a:pt x="8571352" y="893639"/>
                </a:cubicBezTo>
                <a:cubicBezTo>
                  <a:pt x="8532843" y="896868"/>
                  <a:pt x="8497743" y="898476"/>
                  <a:pt x="8464106" y="918004"/>
                </a:cubicBezTo>
                <a:cubicBezTo>
                  <a:pt x="8412327" y="948238"/>
                  <a:pt x="8341122" y="949523"/>
                  <a:pt x="8278324" y="963769"/>
                </a:cubicBezTo>
                <a:cubicBezTo>
                  <a:pt x="8262086" y="967408"/>
                  <a:pt x="8245335" y="969987"/>
                  <a:pt x="8229128" y="973810"/>
                </a:cubicBezTo>
                <a:cubicBezTo>
                  <a:pt x="8199180" y="980915"/>
                  <a:pt x="8169646" y="988338"/>
                  <a:pt x="8139751" y="995815"/>
                </a:cubicBezTo>
                <a:cubicBezTo>
                  <a:pt x="8134478" y="997132"/>
                  <a:pt x="8128438" y="998185"/>
                  <a:pt x="8123571" y="999822"/>
                </a:cubicBezTo>
                <a:cubicBezTo>
                  <a:pt x="8078628" y="1014164"/>
                  <a:pt x="8034565" y="1029514"/>
                  <a:pt x="7988699" y="1042479"/>
                </a:cubicBezTo>
                <a:cubicBezTo>
                  <a:pt x="7966302" y="1048884"/>
                  <a:pt x="7941011" y="1052871"/>
                  <a:pt x="7917214" y="1054565"/>
                </a:cubicBezTo>
                <a:cubicBezTo>
                  <a:pt x="7847636" y="1059584"/>
                  <a:pt x="7779165" y="1067276"/>
                  <a:pt x="7710915" y="1084190"/>
                </a:cubicBezTo>
                <a:cubicBezTo>
                  <a:pt x="7683826" y="1090885"/>
                  <a:pt x="7652466" y="1090640"/>
                  <a:pt x="7622959" y="1093150"/>
                </a:cubicBezTo>
                <a:cubicBezTo>
                  <a:pt x="7552361" y="1098691"/>
                  <a:pt x="7481710" y="1103861"/>
                  <a:pt x="7410782" y="1109640"/>
                </a:cubicBezTo>
                <a:cubicBezTo>
                  <a:pt x="7366505" y="1113312"/>
                  <a:pt x="7322030" y="1118147"/>
                  <a:pt x="7277754" y="1121822"/>
                </a:cubicBezTo>
                <a:cubicBezTo>
                  <a:pt x="7226619" y="1125906"/>
                  <a:pt x="7175601" y="1128277"/>
                  <a:pt x="7124540" y="1132918"/>
                </a:cubicBezTo>
                <a:cubicBezTo>
                  <a:pt x="7066293" y="1138207"/>
                  <a:pt x="7008028" y="1145955"/>
                  <a:pt x="6949752" y="1151058"/>
                </a:cubicBezTo>
                <a:cubicBezTo>
                  <a:pt x="6843217" y="1160027"/>
                  <a:pt x="6736882" y="1167834"/>
                  <a:pt x="6630249" y="1176063"/>
                </a:cubicBezTo>
                <a:cubicBezTo>
                  <a:pt x="6526849" y="1184018"/>
                  <a:pt x="6423556" y="1192713"/>
                  <a:pt x="6320634" y="1198901"/>
                </a:cubicBezTo>
                <a:cubicBezTo>
                  <a:pt x="6277297" y="1201496"/>
                  <a:pt x="6235232" y="1197679"/>
                  <a:pt x="6192343" y="1198323"/>
                </a:cubicBezTo>
                <a:cubicBezTo>
                  <a:pt x="6117131" y="1199612"/>
                  <a:pt x="6041418" y="1202485"/>
                  <a:pt x="5966562" y="1203723"/>
                </a:cubicBezTo>
                <a:cubicBezTo>
                  <a:pt x="5933144" y="1204338"/>
                  <a:pt x="5900754" y="1201974"/>
                  <a:pt x="5867227" y="1201847"/>
                </a:cubicBezTo>
                <a:cubicBezTo>
                  <a:pt x="5788180" y="1201796"/>
                  <a:pt x="5708354" y="1203933"/>
                  <a:pt x="5630172" y="1202248"/>
                </a:cubicBezTo>
                <a:cubicBezTo>
                  <a:pt x="5535908" y="1200213"/>
                  <a:pt x="5442984" y="1194779"/>
                  <a:pt x="5348949" y="1191768"/>
                </a:cubicBezTo>
                <a:cubicBezTo>
                  <a:pt x="5313810" y="1190551"/>
                  <a:pt x="5277251" y="1192179"/>
                  <a:pt x="5241228" y="1192408"/>
                </a:cubicBezTo>
                <a:cubicBezTo>
                  <a:pt x="5151316" y="1192775"/>
                  <a:pt x="5061657" y="1192349"/>
                  <a:pt x="4971133" y="1193559"/>
                </a:cubicBezTo>
                <a:cubicBezTo>
                  <a:pt x="4937685" y="1193988"/>
                  <a:pt x="4903114" y="1199299"/>
                  <a:pt x="4869416" y="1200519"/>
                </a:cubicBezTo>
                <a:cubicBezTo>
                  <a:pt x="4830283" y="1201947"/>
                  <a:pt x="4791348" y="1202215"/>
                  <a:pt x="4753274" y="1200850"/>
                </a:cubicBezTo>
                <a:cubicBezTo>
                  <a:pt x="4705682" y="1199144"/>
                  <a:pt x="4659172" y="1194829"/>
                  <a:pt x="4611883" y="1192701"/>
                </a:cubicBezTo>
                <a:cubicBezTo>
                  <a:pt x="4533819" y="1189298"/>
                  <a:pt x="4455420" y="1186135"/>
                  <a:pt x="4376825" y="1184131"/>
                </a:cubicBezTo>
                <a:cubicBezTo>
                  <a:pt x="4347226" y="1183446"/>
                  <a:pt x="4315374" y="1187423"/>
                  <a:pt x="4285471" y="1187158"/>
                </a:cubicBezTo>
                <a:cubicBezTo>
                  <a:pt x="4145774" y="1185753"/>
                  <a:pt x="4006046" y="1184162"/>
                  <a:pt x="3866543" y="1181596"/>
                </a:cubicBezTo>
                <a:cubicBezTo>
                  <a:pt x="3794230" y="1180207"/>
                  <a:pt x="3723633" y="1175551"/>
                  <a:pt x="3651342" y="1174348"/>
                </a:cubicBezTo>
                <a:cubicBezTo>
                  <a:pt x="3607885" y="1173562"/>
                  <a:pt x="3561907" y="1178044"/>
                  <a:pt x="3518453" y="1177258"/>
                </a:cubicBezTo>
                <a:cubicBezTo>
                  <a:pt x="3478287" y="1176568"/>
                  <a:pt x="3440399" y="1171400"/>
                  <a:pt x="3400818" y="1169685"/>
                </a:cubicBezTo>
                <a:cubicBezTo>
                  <a:pt x="3279824" y="1164099"/>
                  <a:pt x="3157310" y="1160621"/>
                  <a:pt x="3037154" y="1153217"/>
                </a:cubicBezTo>
                <a:cubicBezTo>
                  <a:pt x="2978373" y="1149708"/>
                  <a:pt x="2922429" y="1140508"/>
                  <a:pt x="2866260" y="1132283"/>
                </a:cubicBezTo>
                <a:cubicBezTo>
                  <a:pt x="2771049" y="1118489"/>
                  <a:pt x="2677107" y="1103380"/>
                  <a:pt x="2582173" y="1088979"/>
                </a:cubicBezTo>
                <a:cubicBezTo>
                  <a:pt x="2511090" y="1078352"/>
                  <a:pt x="2447356" y="1063086"/>
                  <a:pt x="2395406" y="1035945"/>
                </a:cubicBezTo>
                <a:cubicBezTo>
                  <a:pt x="2371411" y="1023508"/>
                  <a:pt x="2331675" y="1015582"/>
                  <a:pt x="2294751" y="1014618"/>
                </a:cubicBezTo>
                <a:cubicBezTo>
                  <a:pt x="2228580" y="1012920"/>
                  <a:pt x="2177384" y="998698"/>
                  <a:pt x="2122944" y="984751"/>
                </a:cubicBezTo>
                <a:cubicBezTo>
                  <a:pt x="2054121" y="967003"/>
                  <a:pt x="1981585" y="951294"/>
                  <a:pt x="1905504" y="941380"/>
                </a:cubicBezTo>
                <a:cubicBezTo>
                  <a:pt x="1830544" y="931682"/>
                  <a:pt x="1747929" y="932141"/>
                  <a:pt x="1671045" y="924228"/>
                </a:cubicBezTo>
                <a:cubicBezTo>
                  <a:pt x="1625936" y="919523"/>
                  <a:pt x="1585613" y="907528"/>
                  <a:pt x="1543856" y="898190"/>
                </a:cubicBezTo>
                <a:cubicBezTo>
                  <a:pt x="1502093" y="888855"/>
                  <a:pt x="1460606" y="878913"/>
                  <a:pt x="1419784" y="868500"/>
                </a:cubicBezTo>
                <a:cubicBezTo>
                  <a:pt x="1397486" y="862806"/>
                  <a:pt x="1378078" y="854435"/>
                  <a:pt x="1355116" y="849214"/>
                </a:cubicBezTo>
                <a:cubicBezTo>
                  <a:pt x="1311848" y="839527"/>
                  <a:pt x="1265353" y="832754"/>
                  <a:pt x="1223713" y="821702"/>
                </a:cubicBezTo>
                <a:cubicBezTo>
                  <a:pt x="1183577" y="811001"/>
                  <a:pt x="1138864" y="809072"/>
                  <a:pt x="1094193" y="804872"/>
                </a:cubicBezTo>
                <a:cubicBezTo>
                  <a:pt x="1060244" y="801784"/>
                  <a:pt x="1034230" y="787936"/>
                  <a:pt x="1001115" y="783030"/>
                </a:cubicBezTo>
                <a:cubicBezTo>
                  <a:pt x="953853" y="775990"/>
                  <a:pt x="916853" y="764276"/>
                  <a:pt x="879548" y="747884"/>
                </a:cubicBezTo>
                <a:cubicBezTo>
                  <a:pt x="837586" y="729513"/>
                  <a:pt x="770061" y="725929"/>
                  <a:pt x="711163" y="719039"/>
                </a:cubicBezTo>
                <a:cubicBezTo>
                  <a:pt x="661152" y="713146"/>
                  <a:pt x="604343" y="715774"/>
                  <a:pt x="557941" y="707101"/>
                </a:cubicBezTo>
                <a:cubicBezTo>
                  <a:pt x="525381" y="700984"/>
                  <a:pt x="499355" y="684493"/>
                  <a:pt x="480347" y="668702"/>
                </a:cubicBezTo>
                <a:cubicBezTo>
                  <a:pt x="437718" y="632865"/>
                  <a:pt x="370204" y="616630"/>
                  <a:pt x="296224" y="603583"/>
                </a:cubicBezTo>
                <a:cubicBezTo>
                  <a:pt x="220741" y="590184"/>
                  <a:pt x="148480" y="573869"/>
                  <a:pt x="72689" y="560892"/>
                </a:cubicBezTo>
                <a:lnTo>
                  <a:pt x="0" y="543486"/>
                </a:lnTo>
                <a:lnTo>
                  <a:pt x="0" y="384357"/>
                </a:lnTo>
                <a:lnTo>
                  <a:pt x="51784" y="393937"/>
                </a:lnTo>
                <a:cubicBezTo>
                  <a:pt x="104770" y="397707"/>
                  <a:pt x="153378" y="409086"/>
                  <a:pt x="205561" y="414859"/>
                </a:cubicBezTo>
                <a:cubicBezTo>
                  <a:pt x="254062" y="420400"/>
                  <a:pt x="305001" y="422574"/>
                  <a:pt x="354391" y="426667"/>
                </a:cubicBezTo>
                <a:cubicBezTo>
                  <a:pt x="386450" y="429269"/>
                  <a:pt x="420771" y="429847"/>
                  <a:pt x="448281" y="436308"/>
                </a:cubicBezTo>
                <a:cubicBezTo>
                  <a:pt x="499904" y="448391"/>
                  <a:pt x="551004" y="446576"/>
                  <a:pt x="611518" y="434166"/>
                </a:cubicBezTo>
                <a:cubicBezTo>
                  <a:pt x="654695" y="425361"/>
                  <a:pt x="702395" y="422710"/>
                  <a:pt x="746076" y="422520"/>
                </a:cubicBezTo>
                <a:cubicBezTo>
                  <a:pt x="798481" y="422218"/>
                  <a:pt x="848400" y="419817"/>
                  <a:pt x="902724" y="409989"/>
                </a:cubicBezTo>
                <a:cubicBezTo>
                  <a:pt x="977291" y="396518"/>
                  <a:pt x="1048428" y="397321"/>
                  <a:pt x="1113854" y="414230"/>
                </a:cubicBezTo>
                <a:cubicBezTo>
                  <a:pt x="1184155" y="432145"/>
                  <a:pt x="1258677" y="446437"/>
                  <a:pt x="1333449" y="459938"/>
                </a:cubicBezTo>
                <a:cubicBezTo>
                  <a:pt x="1354772" y="463883"/>
                  <a:pt x="1385284" y="463304"/>
                  <a:pt x="1408608" y="458278"/>
                </a:cubicBezTo>
                <a:cubicBezTo>
                  <a:pt x="1483492" y="441930"/>
                  <a:pt x="1561495" y="427025"/>
                  <a:pt x="1630191" y="403061"/>
                </a:cubicBezTo>
                <a:cubicBezTo>
                  <a:pt x="1735315" y="366348"/>
                  <a:pt x="1840887" y="337881"/>
                  <a:pt x="1956289" y="332366"/>
                </a:cubicBezTo>
                <a:cubicBezTo>
                  <a:pt x="1986669" y="330865"/>
                  <a:pt x="2019100" y="336056"/>
                  <a:pt x="2042814" y="344002"/>
                </a:cubicBezTo>
                <a:cubicBezTo>
                  <a:pt x="2085261" y="358150"/>
                  <a:pt x="2126350" y="370413"/>
                  <a:pt x="2183420" y="369635"/>
                </a:cubicBezTo>
                <a:cubicBezTo>
                  <a:pt x="2235035" y="368879"/>
                  <a:pt x="2279659" y="405942"/>
                  <a:pt x="2269566" y="439859"/>
                </a:cubicBezTo>
                <a:cubicBezTo>
                  <a:pt x="2258267" y="478101"/>
                  <a:pt x="2277762" y="504964"/>
                  <a:pt x="2331129" y="524163"/>
                </a:cubicBezTo>
                <a:cubicBezTo>
                  <a:pt x="2352980" y="531807"/>
                  <a:pt x="2364861" y="546162"/>
                  <a:pt x="2385112" y="555357"/>
                </a:cubicBezTo>
                <a:cubicBezTo>
                  <a:pt x="2401860" y="562976"/>
                  <a:pt x="2421927" y="570875"/>
                  <a:pt x="2444033" y="572629"/>
                </a:cubicBezTo>
                <a:cubicBezTo>
                  <a:pt x="2483469" y="575878"/>
                  <a:pt x="2509763" y="584022"/>
                  <a:pt x="2525979" y="603233"/>
                </a:cubicBezTo>
                <a:cubicBezTo>
                  <a:pt x="2549282" y="631254"/>
                  <a:pt x="2578520" y="657481"/>
                  <a:pt x="2603911" y="684825"/>
                </a:cubicBezTo>
                <a:cubicBezTo>
                  <a:pt x="2618910" y="700624"/>
                  <a:pt x="2643515" y="707120"/>
                  <a:pt x="2678828" y="706990"/>
                </a:cubicBezTo>
                <a:cubicBezTo>
                  <a:pt x="2699243" y="707100"/>
                  <a:pt x="2725615" y="705603"/>
                  <a:pt x="2738094" y="711376"/>
                </a:cubicBezTo>
                <a:cubicBezTo>
                  <a:pt x="2805960" y="742855"/>
                  <a:pt x="2895980" y="733032"/>
                  <a:pt x="2983806" y="728243"/>
                </a:cubicBezTo>
                <a:cubicBezTo>
                  <a:pt x="2993929" y="727744"/>
                  <a:pt x="3004007" y="726871"/>
                  <a:pt x="3013997" y="725446"/>
                </a:cubicBezTo>
                <a:cubicBezTo>
                  <a:pt x="3136002" y="707474"/>
                  <a:pt x="3250133" y="713470"/>
                  <a:pt x="3364419" y="720577"/>
                </a:cubicBezTo>
                <a:cubicBezTo>
                  <a:pt x="3394563" y="722507"/>
                  <a:pt x="3428050" y="719807"/>
                  <a:pt x="3460521" y="717628"/>
                </a:cubicBezTo>
                <a:cubicBezTo>
                  <a:pt x="3545330" y="712137"/>
                  <a:pt x="3633314" y="698262"/>
                  <a:pt x="3710982" y="714182"/>
                </a:cubicBezTo>
                <a:cubicBezTo>
                  <a:pt x="3772122" y="726607"/>
                  <a:pt x="3825029" y="745116"/>
                  <a:pt x="3850961" y="778802"/>
                </a:cubicBezTo>
                <a:cubicBezTo>
                  <a:pt x="3868395" y="801427"/>
                  <a:pt x="3898481" y="813185"/>
                  <a:pt x="3946286" y="816372"/>
                </a:cubicBezTo>
                <a:cubicBezTo>
                  <a:pt x="3987480" y="819179"/>
                  <a:pt x="4025130" y="827781"/>
                  <a:pt x="4065132" y="832459"/>
                </a:cubicBezTo>
                <a:cubicBezTo>
                  <a:pt x="4086246" y="834922"/>
                  <a:pt x="4110400" y="838274"/>
                  <a:pt x="4132173" y="835167"/>
                </a:cubicBezTo>
                <a:cubicBezTo>
                  <a:pt x="4190358" y="826865"/>
                  <a:pt x="4249453" y="817300"/>
                  <a:pt x="4305858" y="804156"/>
                </a:cubicBezTo>
                <a:cubicBezTo>
                  <a:pt x="4334041" y="797490"/>
                  <a:pt x="4360739" y="782919"/>
                  <a:pt x="4382131" y="769481"/>
                </a:cubicBezTo>
                <a:cubicBezTo>
                  <a:pt x="4404161" y="755388"/>
                  <a:pt x="4425552" y="747047"/>
                  <a:pt x="4453289" y="752531"/>
                </a:cubicBezTo>
                <a:cubicBezTo>
                  <a:pt x="4522267" y="766292"/>
                  <a:pt x="4590589" y="780524"/>
                  <a:pt x="4657971" y="795835"/>
                </a:cubicBezTo>
                <a:cubicBezTo>
                  <a:pt x="4669645" y="798513"/>
                  <a:pt x="4675987" y="807238"/>
                  <a:pt x="4682399" y="813876"/>
                </a:cubicBezTo>
                <a:cubicBezTo>
                  <a:pt x="4712325" y="844914"/>
                  <a:pt x="4739115" y="876968"/>
                  <a:pt x="4771814" y="907046"/>
                </a:cubicBezTo>
                <a:cubicBezTo>
                  <a:pt x="4783117" y="917329"/>
                  <a:pt x="4807945" y="922850"/>
                  <a:pt x="4827520" y="929876"/>
                </a:cubicBezTo>
                <a:cubicBezTo>
                  <a:pt x="4833681" y="932206"/>
                  <a:pt x="4845543" y="931081"/>
                  <a:pt x="4849942" y="933851"/>
                </a:cubicBezTo>
                <a:cubicBezTo>
                  <a:pt x="4888949" y="959631"/>
                  <a:pt x="4951287" y="954890"/>
                  <a:pt x="5009626" y="957896"/>
                </a:cubicBezTo>
                <a:cubicBezTo>
                  <a:pt x="5059523" y="960407"/>
                  <a:pt x="5111928" y="960104"/>
                  <a:pt x="5158711" y="963814"/>
                </a:cubicBezTo>
                <a:cubicBezTo>
                  <a:pt x="5231307" y="969696"/>
                  <a:pt x="5298173" y="973751"/>
                  <a:pt x="5376427" y="963151"/>
                </a:cubicBezTo>
                <a:cubicBezTo>
                  <a:pt x="5408579" y="958754"/>
                  <a:pt x="5448461" y="970245"/>
                  <a:pt x="5475787" y="980508"/>
                </a:cubicBezTo>
                <a:cubicBezTo>
                  <a:pt x="5528518" y="1000363"/>
                  <a:pt x="5584839" y="1001958"/>
                  <a:pt x="5653401" y="987268"/>
                </a:cubicBezTo>
                <a:cubicBezTo>
                  <a:pt x="5676008" y="982341"/>
                  <a:pt x="5702558" y="984595"/>
                  <a:pt x="5726340" y="985357"/>
                </a:cubicBezTo>
                <a:cubicBezTo>
                  <a:pt x="5748643" y="985952"/>
                  <a:pt x="5770110" y="988364"/>
                  <a:pt x="5790563" y="991300"/>
                </a:cubicBezTo>
                <a:cubicBezTo>
                  <a:pt x="5815128" y="994969"/>
                  <a:pt x="5845522" y="996110"/>
                  <a:pt x="5860260" y="1004958"/>
                </a:cubicBezTo>
                <a:cubicBezTo>
                  <a:pt x="5906803" y="1032493"/>
                  <a:pt x="5977069" y="1037385"/>
                  <a:pt x="6042101" y="1036226"/>
                </a:cubicBezTo>
                <a:cubicBezTo>
                  <a:pt x="6128232" y="1034888"/>
                  <a:pt x="6222269" y="1027704"/>
                  <a:pt x="6301998" y="989138"/>
                </a:cubicBezTo>
                <a:cubicBezTo>
                  <a:pt x="6349672" y="965909"/>
                  <a:pt x="6396952" y="955198"/>
                  <a:pt x="6452025" y="968489"/>
                </a:cubicBezTo>
                <a:cubicBezTo>
                  <a:pt x="6489401" y="977695"/>
                  <a:pt x="6558002" y="960731"/>
                  <a:pt x="6589205" y="939474"/>
                </a:cubicBezTo>
                <a:cubicBezTo>
                  <a:pt x="6600499" y="931821"/>
                  <a:pt x="6612148" y="924116"/>
                  <a:pt x="6631069" y="911222"/>
                </a:cubicBezTo>
                <a:cubicBezTo>
                  <a:pt x="6674305" y="951313"/>
                  <a:pt x="6752346" y="944332"/>
                  <a:pt x="6828274" y="942941"/>
                </a:cubicBezTo>
                <a:cubicBezTo>
                  <a:pt x="6874780" y="942157"/>
                  <a:pt x="6889173" y="963896"/>
                  <a:pt x="6900803" y="984140"/>
                </a:cubicBezTo>
                <a:cubicBezTo>
                  <a:pt x="6921316" y="1020676"/>
                  <a:pt x="6959796" y="1032557"/>
                  <a:pt x="7034668" y="1018665"/>
                </a:cubicBezTo>
                <a:cubicBezTo>
                  <a:pt x="7117337" y="1003282"/>
                  <a:pt x="7199637" y="985309"/>
                  <a:pt x="7281067" y="966327"/>
                </a:cubicBezTo>
                <a:cubicBezTo>
                  <a:pt x="7332521" y="954266"/>
                  <a:pt x="7378029" y="936255"/>
                  <a:pt x="7412780" y="909206"/>
                </a:cubicBezTo>
                <a:cubicBezTo>
                  <a:pt x="7446535" y="882864"/>
                  <a:pt x="7455445" y="884046"/>
                  <a:pt x="7500327" y="894826"/>
                </a:cubicBezTo>
                <a:cubicBezTo>
                  <a:pt x="7552743" y="907363"/>
                  <a:pt x="7606735" y="918164"/>
                  <a:pt x="7662324" y="927415"/>
                </a:cubicBezTo>
                <a:cubicBezTo>
                  <a:pt x="7679867" y="930387"/>
                  <a:pt x="7704114" y="926740"/>
                  <a:pt x="7725334" y="924844"/>
                </a:cubicBezTo>
                <a:cubicBezTo>
                  <a:pt x="7761320" y="921787"/>
                  <a:pt x="7798617" y="920242"/>
                  <a:pt x="7833279" y="913031"/>
                </a:cubicBezTo>
                <a:cubicBezTo>
                  <a:pt x="7866516" y="906023"/>
                  <a:pt x="7898634" y="893700"/>
                  <a:pt x="7928605" y="881683"/>
                </a:cubicBezTo>
                <a:cubicBezTo>
                  <a:pt x="8012311" y="848025"/>
                  <a:pt x="8088138" y="810205"/>
                  <a:pt x="8146597" y="762968"/>
                </a:cubicBezTo>
                <a:cubicBezTo>
                  <a:pt x="8154091" y="756800"/>
                  <a:pt x="8170249" y="752606"/>
                  <a:pt x="8183577" y="749005"/>
                </a:cubicBezTo>
                <a:cubicBezTo>
                  <a:pt x="8205312" y="743071"/>
                  <a:pt x="8227788" y="737222"/>
                  <a:pt x="8250224" y="733642"/>
                </a:cubicBezTo>
                <a:cubicBezTo>
                  <a:pt x="8359189" y="716209"/>
                  <a:pt x="8441164" y="678078"/>
                  <a:pt x="8505929" y="626542"/>
                </a:cubicBezTo>
                <a:cubicBezTo>
                  <a:pt x="8524585" y="611796"/>
                  <a:pt x="8540107" y="608259"/>
                  <a:pt x="8564194" y="618796"/>
                </a:cubicBezTo>
                <a:cubicBezTo>
                  <a:pt x="8592162" y="631043"/>
                  <a:pt x="8628032" y="619507"/>
                  <a:pt x="8660705" y="611069"/>
                </a:cubicBezTo>
                <a:cubicBezTo>
                  <a:pt x="8694442" y="602479"/>
                  <a:pt x="8728514" y="593651"/>
                  <a:pt x="8762255" y="585060"/>
                </a:cubicBezTo>
                <a:cubicBezTo>
                  <a:pt x="8787227" y="578855"/>
                  <a:pt x="8811899" y="573069"/>
                  <a:pt x="8836439" y="566358"/>
                </a:cubicBezTo>
                <a:cubicBezTo>
                  <a:pt x="8912856" y="545447"/>
                  <a:pt x="8983243" y="538425"/>
                  <a:pt x="9050728" y="559575"/>
                </a:cubicBezTo>
                <a:cubicBezTo>
                  <a:pt x="9102219" y="575830"/>
                  <a:pt x="9164950" y="573868"/>
                  <a:pt x="9229627" y="557464"/>
                </a:cubicBezTo>
                <a:cubicBezTo>
                  <a:pt x="9237706" y="555368"/>
                  <a:pt x="9247529" y="550190"/>
                  <a:pt x="9253451" y="550855"/>
                </a:cubicBezTo>
                <a:cubicBezTo>
                  <a:pt x="9342568" y="560232"/>
                  <a:pt x="9405310" y="512383"/>
                  <a:pt x="9484214" y="498671"/>
                </a:cubicBezTo>
                <a:cubicBezTo>
                  <a:pt x="9519035" y="492570"/>
                  <a:pt x="9552778" y="473783"/>
                  <a:pt x="9582633" y="458384"/>
                </a:cubicBezTo>
                <a:cubicBezTo>
                  <a:pt x="9623689" y="437231"/>
                  <a:pt x="9660183" y="417297"/>
                  <a:pt x="9719670" y="415607"/>
                </a:cubicBezTo>
                <a:cubicBezTo>
                  <a:pt x="9779189" y="414101"/>
                  <a:pt x="9830940" y="393878"/>
                  <a:pt x="9871784" y="366147"/>
                </a:cubicBezTo>
                <a:cubicBezTo>
                  <a:pt x="9903014" y="345075"/>
                  <a:pt x="9939570" y="338349"/>
                  <a:pt x="9984494" y="336660"/>
                </a:cubicBezTo>
                <a:cubicBezTo>
                  <a:pt x="10040642" y="334503"/>
                  <a:pt x="10098165" y="326674"/>
                  <a:pt x="10154708" y="322193"/>
                </a:cubicBezTo>
                <a:cubicBezTo>
                  <a:pt x="10166953" y="321201"/>
                  <a:pt x="10182669" y="321603"/>
                  <a:pt x="10190446" y="325025"/>
                </a:cubicBezTo>
                <a:cubicBezTo>
                  <a:pt x="10285769" y="367692"/>
                  <a:pt x="10408999" y="350677"/>
                  <a:pt x="10530736" y="335953"/>
                </a:cubicBezTo>
                <a:cubicBezTo>
                  <a:pt x="10604506" y="327127"/>
                  <a:pt x="10678397" y="316584"/>
                  <a:pt x="10752157" y="305117"/>
                </a:cubicBezTo>
                <a:cubicBezTo>
                  <a:pt x="10777120" y="301365"/>
                  <a:pt x="10803110" y="294636"/>
                  <a:pt x="10824452" y="285927"/>
                </a:cubicBezTo>
                <a:cubicBezTo>
                  <a:pt x="10868837" y="267698"/>
                  <a:pt x="10909147" y="246465"/>
                  <a:pt x="10953152" y="228102"/>
                </a:cubicBezTo>
                <a:cubicBezTo>
                  <a:pt x="10969622" y="221030"/>
                  <a:pt x="10991730" y="217688"/>
                  <a:pt x="11011614" y="214096"/>
                </a:cubicBezTo>
                <a:cubicBezTo>
                  <a:pt x="11046743" y="207573"/>
                  <a:pt x="11086641" y="206412"/>
                  <a:pt x="11116031" y="195421"/>
                </a:cubicBezTo>
                <a:cubicBezTo>
                  <a:pt x="11192467" y="166956"/>
                  <a:pt x="11266913" y="160299"/>
                  <a:pt x="11344303" y="166629"/>
                </a:cubicBezTo>
                <a:cubicBezTo>
                  <a:pt x="11452657" y="175527"/>
                  <a:pt x="11551626" y="159519"/>
                  <a:pt x="11639050" y="108526"/>
                </a:cubicBezTo>
                <a:cubicBezTo>
                  <a:pt x="11678385" y="85543"/>
                  <a:pt x="11720243" y="87879"/>
                  <a:pt x="11757532" y="96530"/>
                </a:cubicBezTo>
                <a:cubicBezTo>
                  <a:pt x="11800499" y="106640"/>
                  <a:pt x="11840704" y="105056"/>
                  <a:pt x="11885799" y="86728"/>
                </a:cubicBezTo>
                <a:cubicBezTo>
                  <a:pt x="11895784" y="82659"/>
                  <a:pt x="11910604" y="81867"/>
                  <a:pt x="11922874" y="81060"/>
                </a:cubicBezTo>
                <a:cubicBezTo>
                  <a:pt x="11992783" y="75806"/>
                  <a:pt x="12063500" y="73647"/>
                  <a:pt x="12115331" y="33587"/>
                </a:cubicBezTo>
                <a:cubicBezTo>
                  <a:pt x="12125500" y="25715"/>
                  <a:pt x="12143693" y="20477"/>
                  <a:pt x="12158080" y="14081"/>
                </a:cubicBez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1705035-DE85-D15B-4E7E-5CF83E63C6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367198"/>
            <a:ext cx="12192000" cy="822960"/>
          </a:xfrm>
          <a:custGeom>
            <a:avLst/>
            <a:gdLst>
              <a:gd name="connsiteX0" fmla="*/ 12192000 w 12192000"/>
              <a:gd name="connsiteY0" fmla="*/ 0 h 1203824"/>
              <a:gd name="connsiteX1" fmla="*/ 12192000 w 12192000"/>
              <a:gd name="connsiteY1" fmla="*/ 463429 h 1203824"/>
              <a:gd name="connsiteX2" fmla="*/ 12190876 w 12192000"/>
              <a:gd name="connsiteY2" fmla="*/ 463512 h 1203824"/>
              <a:gd name="connsiteX3" fmla="*/ 12077245 w 12192000"/>
              <a:gd name="connsiteY3" fmla="*/ 476327 h 1203824"/>
              <a:gd name="connsiteX4" fmla="*/ 11984517 w 12192000"/>
              <a:gd name="connsiteY4" fmla="*/ 479927 h 1203824"/>
              <a:gd name="connsiteX5" fmla="*/ 11951600 w 12192000"/>
              <a:gd name="connsiteY5" fmla="*/ 478957 h 1203824"/>
              <a:gd name="connsiteX6" fmla="*/ 11690904 w 12192000"/>
              <a:gd name="connsiteY6" fmla="*/ 471970 h 1203824"/>
              <a:gd name="connsiteX7" fmla="*/ 11413965 w 12192000"/>
              <a:gd name="connsiteY7" fmla="*/ 476172 h 1203824"/>
              <a:gd name="connsiteX8" fmla="*/ 11240739 w 12192000"/>
              <a:gd name="connsiteY8" fmla="*/ 523169 h 1203824"/>
              <a:gd name="connsiteX9" fmla="*/ 11175005 w 12192000"/>
              <a:gd name="connsiteY9" fmla="*/ 532169 h 1203824"/>
              <a:gd name="connsiteX10" fmla="*/ 10873726 w 12192000"/>
              <a:gd name="connsiteY10" fmla="*/ 580253 h 1203824"/>
              <a:gd name="connsiteX11" fmla="*/ 10821306 w 12192000"/>
              <a:gd name="connsiteY11" fmla="*/ 593207 h 1203824"/>
              <a:gd name="connsiteX12" fmla="*/ 10530811 w 12192000"/>
              <a:gd name="connsiteY12" fmla="*/ 612184 h 1203824"/>
              <a:gd name="connsiteX13" fmla="*/ 10426049 w 12192000"/>
              <a:gd name="connsiteY13" fmla="*/ 623354 h 1203824"/>
              <a:gd name="connsiteX14" fmla="*/ 10329156 w 12192000"/>
              <a:gd name="connsiteY14" fmla="*/ 630948 h 1203824"/>
              <a:gd name="connsiteX15" fmla="*/ 10194727 w 12192000"/>
              <a:gd name="connsiteY15" fmla="*/ 648617 h 1203824"/>
              <a:gd name="connsiteX16" fmla="*/ 10055906 w 12192000"/>
              <a:gd name="connsiteY16" fmla="*/ 671256 h 1203824"/>
              <a:gd name="connsiteX17" fmla="*/ 9900551 w 12192000"/>
              <a:gd name="connsiteY17" fmla="*/ 692855 h 1203824"/>
              <a:gd name="connsiteX18" fmla="*/ 9838464 w 12192000"/>
              <a:gd name="connsiteY18" fmla="*/ 696804 h 1203824"/>
              <a:gd name="connsiteX19" fmla="*/ 9672957 w 12192000"/>
              <a:gd name="connsiteY19" fmla="*/ 723816 h 1203824"/>
              <a:gd name="connsiteX20" fmla="*/ 9585066 w 12192000"/>
              <a:gd name="connsiteY20" fmla="*/ 730692 h 1203824"/>
              <a:gd name="connsiteX21" fmla="*/ 9441407 w 12192000"/>
              <a:gd name="connsiteY21" fmla="*/ 750055 h 1203824"/>
              <a:gd name="connsiteX22" fmla="*/ 9394459 w 12192000"/>
              <a:gd name="connsiteY22" fmla="*/ 755431 h 1203824"/>
              <a:gd name="connsiteX23" fmla="*/ 9352590 w 12192000"/>
              <a:gd name="connsiteY23" fmla="*/ 760650 h 1203824"/>
              <a:gd name="connsiteX24" fmla="*/ 9211614 w 12192000"/>
              <a:gd name="connsiteY24" fmla="*/ 796248 h 1203824"/>
              <a:gd name="connsiteX25" fmla="*/ 9084667 w 12192000"/>
              <a:gd name="connsiteY25" fmla="*/ 815303 h 1203824"/>
              <a:gd name="connsiteX26" fmla="*/ 8863666 w 12192000"/>
              <a:gd name="connsiteY26" fmla="*/ 859298 h 1203824"/>
              <a:gd name="connsiteX27" fmla="*/ 8813796 w 12192000"/>
              <a:gd name="connsiteY27" fmla="*/ 862070 h 1203824"/>
              <a:gd name="connsiteX28" fmla="*/ 8659351 w 12192000"/>
              <a:gd name="connsiteY28" fmla="*/ 882406 h 1203824"/>
              <a:gd name="connsiteX29" fmla="*/ 8571352 w 12192000"/>
              <a:gd name="connsiteY29" fmla="*/ 893639 h 1203824"/>
              <a:gd name="connsiteX30" fmla="*/ 8464106 w 12192000"/>
              <a:gd name="connsiteY30" fmla="*/ 918004 h 1203824"/>
              <a:gd name="connsiteX31" fmla="*/ 8278324 w 12192000"/>
              <a:gd name="connsiteY31" fmla="*/ 963769 h 1203824"/>
              <a:gd name="connsiteX32" fmla="*/ 8229128 w 12192000"/>
              <a:gd name="connsiteY32" fmla="*/ 973810 h 1203824"/>
              <a:gd name="connsiteX33" fmla="*/ 8139751 w 12192000"/>
              <a:gd name="connsiteY33" fmla="*/ 995815 h 1203824"/>
              <a:gd name="connsiteX34" fmla="*/ 8123571 w 12192000"/>
              <a:gd name="connsiteY34" fmla="*/ 999822 h 1203824"/>
              <a:gd name="connsiteX35" fmla="*/ 7988699 w 12192000"/>
              <a:gd name="connsiteY35" fmla="*/ 1042479 h 1203824"/>
              <a:gd name="connsiteX36" fmla="*/ 7917214 w 12192000"/>
              <a:gd name="connsiteY36" fmla="*/ 1054565 h 1203824"/>
              <a:gd name="connsiteX37" fmla="*/ 7710915 w 12192000"/>
              <a:gd name="connsiteY37" fmla="*/ 1084190 h 1203824"/>
              <a:gd name="connsiteX38" fmla="*/ 7622959 w 12192000"/>
              <a:gd name="connsiteY38" fmla="*/ 1093150 h 1203824"/>
              <a:gd name="connsiteX39" fmla="*/ 7410782 w 12192000"/>
              <a:gd name="connsiteY39" fmla="*/ 1109640 h 1203824"/>
              <a:gd name="connsiteX40" fmla="*/ 7277754 w 12192000"/>
              <a:gd name="connsiteY40" fmla="*/ 1121822 h 1203824"/>
              <a:gd name="connsiteX41" fmla="*/ 7124540 w 12192000"/>
              <a:gd name="connsiteY41" fmla="*/ 1132918 h 1203824"/>
              <a:gd name="connsiteX42" fmla="*/ 6949752 w 12192000"/>
              <a:gd name="connsiteY42" fmla="*/ 1151058 h 1203824"/>
              <a:gd name="connsiteX43" fmla="*/ 6630249 w 12192000"/>
              <a:gd name="connsiteY43" fmla="*/ 1176063 h 1203824"/>
              <a:gd name="connsiteX44" fmla="*/ 6320634 w 12192000"/>
              <a:gd name="connsiteY44" fmla="*/ 1198901 h 1203824"/>
              <a:gd name="connsiteX45" fmla="*/ 6192343 w 12192000"/>
              <a:gd name="connsiteY45" fmla="*/ 1198323 h 1203824"/>
              <a:gd name="connsiteX46" fmla="*/ 5966562 w 12192000"/>
              <a:gd name="connsiteY46" fmla="*/ 1203723 h 1203824"/>
              <a:gd name="connsiteX47" fmla="*/ 5867227 w 12192000"/>
              <a:gd name="connsiteY47" fmla="*/ 1201847 h 1203824"/>
              <a:gd name="connsiteX48" fmla="*/ 5630172 w 12192000"/>
              <a:gd name="connsiteY48" fmla="*/ 1202248 h 1203824"/>
              <a:gd name="connsiteX49" fmla="*/ 5348949 w 12192000"/>
              <a:gd name="connsiteY49" fmla="*/ 1191768 h 1203824"/>
              <a:gd name="connsiteX50" fmla="*/ 5241228 w 12192000"/>
              <a:gd name="connsiteY50" fmla="*/ 1192408 h 1203824"/>
              <a:gd name="connsiteX51" fmla="*/ 4971133 w 12192000"/>
              <a:gd name="connsiteY51" fmla="*/ 1193559 h 1203824"/>
              <a:gd name="connsiteX52" fmla="*/ 4869416 w 12192000"/>
              <a:gd name="connsiteY52" fmla="*/ 1200519 h 1203824"/>
              <a:gd name="connsiteX53" fmla="*/ 4753274 w 12192000"/>
              <a:gd name="connsiteY53" fmla="*/ 1200850 h 1203824"/>
              <a:gd name="connsiteX54" fmla="*/ 4611883 w 12192000"/>
              <a:gd name="connsiteY54" fmla="*/ 1192701 h 1203824"/>
              <a:gd name="connsiteX55" fmla="*/ 4376825 w 12192000"/>
              <a:gd name="connsiteY55" fmla="*/ 1184131 h 1203824"/>
              <a:gd name="connsiteX56" fmla="*/ 4285471 w 12192000"/>
              <a:gd name="connsiteY56" fmla="*/ 1187158 h 1203824"/>
              <a:gd name="connsiteX57" fmla="*/ 3866543 w 12192000"/>
              <a:gd name="connsiteY57" fmla="*/ 1181596 h 1203824"/>
              <a:gd name="connsiteX58" fmla="*/ 3651342 w 12192000"/>
              <a:gd name="connsiteY58" fmla="*/ 1174348 h 1203824"/>
              <a:gd name="connsiteX59" fmla="*/ 3518453 w 12192000"/>
              <a:gd name="connsiteY59" fmla="*/ 1177258 h 1203824"/>
              <a:gd name="connsiteX60" fmla="*/ 3400818 w 12192000"/>
              <a:gd name="connsiteY60" fmla="*/ 1169685 h 1203824"/>
              <a:gd name="connsiteX61" fmla="*/ 3037154 w 12192000"/>
              <a:gd name="connsiteY61" fmla="*/ 1153217 h 1203824"/>
              <a:gd name="connsiteX62" fmla="*/ 2866260 w 12192000"/>
              <a:gd name="connsiteY62" fmla="*/ 1132283 h 1203824"/>
              <a:gd name="connsiteX63" fmla="*/ 2582173 w 12192000"/>
              <a:gd name="connsiteY63" fmla="*/ 1088979 h 1203824"/>
              <a:gd name="connsiteX64" fmla="*/ 2395406 w 12192000"/>
              <a:gd name="connsiteY64" fmla="*/ 1035945 h 1203824"/>
              <a:gd name="connsiteX65" fmla="*/ 2294751 w 12192000"/>
              <a:gd name="connsiteY65" fmla="*/ 1014618 h 1203824"/>
              <a:gd name="connsiteX66" fmla="*/ 2122944 w 12192000"/>
              <a:gd name="connsiteY66" fmla="*/ 984751 h 1203824"/>
              <a:gd name="connsiteX67" fmla="*/ 1905504 w 12192000"/>
              <a:gd name="connsiteY67" fmla="*/ 941380 h 1203824"/>
              <a:gd name="connsiteX68" fmla="*/ 1671045 w 12192000"/>
              <a:gd name="connsiteY68" fmla="*/ 924228 h 1203824"/>
              <a:gd name="connsiteX69" fmla="*/ 1543856 w 12192000"/>
              <a:gd name="connsiteY69" fmla="*/ 898190 h 1203824"/>
              <a:gd name="connsiteX70" fmla="*/ 1419784 w 12192000"/>
              <a:gd name="connsiteY70" fmla="*/ 868500 h 1203824"/>
              <a:gd name="connsiteX71" fmla="*/ 1355116 w 12192000"/>
              <a:gd name="connsiteY71" fmla="*/ 849214 h 1203824"/>
              <a:gd name="connsiteX72" fmla="*/ 1223713 w 12192000"/>
              <a:gd name="connsiteY72" fmla="*/ 821702 h 1203824"/>
              <a:gd name="connsiteX73" fmla="*/ 1094193 w 12192000"/>
              <a:gd name="connsiteY73" fmla="*/ 804872 h 1203824"/>
              <a:gd name="connsiteX74" fmla="*/ 1001115 w 12192000"/>
              <a:gd name="connsiteY74" fmla="*/ 783030 h 1203824"/>
              <a:gd name="connsiteX75" fmla="*/ 879548 w 12192000"/>
              <a:gd name="connsiteY75" fmla="*/ 747884 h 1203824"/>
              <a:gd name="connsiteX76" fmla="*/ 711163 w 12192000"/>
              <a:gd name="connsiteY76" fmla="*/ 719039 h 1203824"/>
              <a:gd name="connsiteX77" fmla="*/ 557941 w 12192000"/>
              <a:gd name="connsiteY77" fmla="*/ 707101 h 1203824"/>
              <a:gd name="connsiteX78" fmla="*/ 480347 w 12192000"/>
              <a:gd name="connsiteY78" fmla="*/ 668702 h 1203824"/>
              <a:gd name="connsiteX79" fmla="*/ 296224 w 12192000"/>
              <a:gd name="connsiteY79" fmla="*/ 603583 h 1203824"/>
              <a:gd name="connsiteX80" fmla="*/ 72689 w 12192000"/>
              <a:gd name="connsiteY80" fmla="*/ 560892 h 1203824"/>
              <a:gd name="connsiteX81" fmla="*/ 0 w 12192000"/>
              <a:gd name="connsiteY81" fmla="*/ 543486 h 1203824"/>
              <a:gd name="connsiteX82" fmla="*/ 0 w 12192000"/>
              <a:gd name="connsiteY82" fmla="*/ 384357 h 1203824"/>
              <a:gd name="connsiteX83" fmla="*/ 51784 w 12192000"/>
              <a:gd name="connsiteY83" fmla="*/ 393937 h 1203824"/>
              <a:gd name="connsiteX84" fmla="*/ 205561 w 12192000"/>
              <a:gd name="connsiteY84" fmla="*/ 414859 h 1203824"/>
              <a:gd name="connsiteX85" fmla="*/ 354391 w 12192000"/>
              <a:gd name="connsiteY85" fmla="*/ 426667 h 1203824"/>
              <a:gd name="connsiteX86" fmla="*/ 448281 w 12192000"/>
              <a:gd name="connsiteY86" fmla="*/ 436308 h 1203824"/>
              <a:gd name="connsiteX87" fmla="*/ 611518 w 12192000"/>
              <a:gd name="connsiteY87" fmla="*/ 434166 h 1203824"/>
              <a:gd name="connsiteX88" fmla="*/ 746076 w 12192000"/>
              <a:gd name="connsiteY88" fmla="*/ 422520 h 1203824"/>
              <a:gd name="connsiteX89" fmla="*/ 902724 w 12192000"/>
              <a:gd name="connsiteY89" fmla="*/ 409989 h 1203824"/>
              <a:gd name="connsiteX90" fmla="*/ 1113854 w 12192000"/>
              <a:gd name="connsiteY90" fmla="*/ 414230 h 1203824"/>
              <a:gd name="connsiteX91" fmla="*/ 1333449 w 12192000"/>
              <a:gd name="connsiteY91" fmla="*/ 459938 h 1203824"/>
              <a:gd name="connsiteX92" fmla="*/ 1408608 w 12192000"/>
              <a:gd name="connsiteY92" fmla="*/ 458278 h 1203824"/>
              <a:gd name="connsiteX93" fmla="*/ 1630191 w 12192000"/>
              <a:gd name="connsiteY93" fmla="*/ 403061 h 1203824"/>
              <a:gd name="connsiteX94" fmla="*/ 1956289 w 12192000"/>
              <a:gd name="connsiteY94" fmla="*/ 332366 h 1203824"/>
              <a:gd name="connsiteX95" fmla="*/ 2042814 w 12192000"/>
              <a:gd name="connsiteY95" fmla="*/ 344002 h 1203824"/>
              <a:gd name="connsiteX96" fmla="*/ 2183420 w 12192000"/>
              <a:gd name="connsiteY96" fmla="*/ 369635 h 1203824"/>
              <a:gd name="connsiteX97" fmla="*/ 2269566 w 12192000"/>
              <a:gd name="connsiteY97" fmla="*/ 439859 h 1203824"/>
              <a:gd name="connsiteX98" fmla="*/ 2331129 w 12192000"/>
              <a:gd name="connsiteY98" fmla="*/ 524163 h 1203824"/>
              <a:gd name="connsiteX99" fmla="*/ 2385112 w 12192000"/>
              <a:gd name="connsiteY99" fmla="*/ 555357 h 1203824"/>
              <a:gd name="connsiteX100" fmla="*/ 2444033 w 12192000"/>
              <a:gd name="connsiteY100" fmla="*/ 572629 h 1203824"/>
              <a:gd name="connsiteX101" fmla="*/ 2525979 w 12192000"/>
              <a:gd name="connsiteY101" fmla="*/ 603233 h 1203824"/>
              <a:gd name="connsiteX102" fmla="*/ 2603911 w 12192000"/>
              <a:gd name="connsiteY102" fmla="*/ 684825 h 1203824"/>
              <a:gd name="connsiteX103" fmla="*/ 2678828 w 12192000"/>
              <a:gd name="connsiteY103" fmla="*/ 706990 h 1203824"/>
              <a:gd name="connsiteX104" fmla="*/ 2738094 w 12192000"/>
              <a:gd name="connsiteY104" fmla="*/ 711376 h 1203824"/>
              <a:gd name="connsiteX105" fmla="*/ 2983806 w 12192000"/>
              <a:gd name="connsiteY105" fmla="*/ 728243 h 1203824"/>
              <a:gd name="connsiteX106" fmla="*/ 3013997 w 12192000"/>
              <a:gd name="connsiteY106" fmla="*/ 725446 h 1203824"/>
              <a:gd name="connsiteX107" fmla="*/ 3364419 w 12192000"/>
              <a:gd name="connsiteY107" fmla="*/ 720577 h 1203824"/>
              <a:gd name="connsiteX108" fmla="*/ 3460521 w 12192000"/>
              <a:gd name="connsiteY108" fmla="*/ 717628 h 1203824"/>
              <a:gd name="connsiteX109" fmla="*/ 3710982 w 12192000"/>
              <a:gd name="connsiteY109" fmla="*/ 714182 h 1203824"/>
              <a:gd name="connsiteX110" fmla="*/ 3850961 w 12192000"/>
              <a:gd name="connsiteY110" fmla="*/ 778802 h 1203824"/>
              <a:gd name="connsiteX111" fmla="*/ 3946286 w 12192000"/>
              <a:gd name="connsiteY111" fmla="*/ 816372 h 1203824"/>
              <a:gd name="connsiteX112" fmla="*/ 4065132 w 12192000"/>
              <a:gd name="connsiteY112" fmla="*/ 832459 h 1203824"/>
              <a:gd name="connsiteX113" fmla="*/ 4132173 w 12192000"/>
              <a:gd name="connsiteY113" fmla="*/ 835167 h 1203824"/>
              <a:gd name="connsiteX114" fmla="*/ 4305858 w 12192000"/>
              <a:gd name="connsiteY114" fmla="*/ 804156 h 1203824"/>
              <a:gd name="connsiteX115" fmla="*/ 4382131 w 12192000"/>
              <a:gd name="connsiteY115" fmla="*/ 769481 h 1203824"/>
              <a:gd name="connsiteX116" fmla="*/ 4453289 w 12192000"/>
              <a:gd name="connsiteY116" fmla="*/ 752531 h 1203824"/>
              <a:gd name="connsiteX117" fmla="*/ 4657971 w 12192000"/>
              <a:gd name="connsiteY117" fmla="*/ 795835 h 1203824"/>
              <a:gd name="connsiteX118" fmla="*/ 4682399 w 12192000"/>
              <a:gd name="connsiteY118" fmla="*/ 813876 h 1203824"/>
              <a:gd name="connsiteX119" fmla="*/ 4771814 w 12192000"/>
              <a:gd name="connsiteY119" fmla="*/ 907046 h 1203824"/>
              <a:gd name="connsiteX120" fmla="*/ 4827520 w 12192000"/>
              <a:gd name="connsiteY120" fmla="*/ 929876 h 1203824"/>
              <a:gd name="connsiteX121" fmla="*/ 4849942 w 12192000"/>
              <a:gd name="connsiteY121" fmla="*/ 933851 h 1203824"/>
              <a:gd name="connsiteX122" fmla="*/ 5009626 w 12192000"/>
              <a:gd name="connsiteY122" fmla="*/ 957896 h 1203824"/>
              <a:gd name="connsiteX123" fmla="*/ 5158711 w 12192000"/>
              <a:gd name="connsiteY123" fmla="*/ 963814 h 1203824"/>
              <a:gd name="connsiteX124" fmla="*/ 5376427 w 12192000"/>
              <a:gd name="connsiteY124" fmla="*/ 963151 h 1203824"/>
              <a:gd name="connsiteX125" fmla="*/ 5475787 w 12192000"/>
              <a:gd name="connsiteY125" fmla="*/ 980508 h 1203824"/>
              <a:gd name="connsiteX126" fmla="*/ 5653401 w 12192000"/>
              <a:gd name="connsiteY126" fmla="*/ 987268 h 1203824"/>
              <a:gd name="connsiteX127" fmla="*/ 5726340 w 12192000"/>
              <a:gd name="connsiteY127" fmla="*/ 985357 h 1203824"/>
              <a:gd name="connsiteX128" fmla="*/ 5790563 w 12192000"/>
              <a:gd name="connsiteY128" fmla="*/ 991300 h 1203824"/>
              <a:gd name="connsiteX129" fmla="*/ 5860260 w 12192000"/>
              <a:gd name="connsiteY129" fmla="*/ 1004958 h 1203824"/>
              <a:gd name="connsiteX130" fmla="*/ 6042101 w 12192000"/>
              <a:gd name="connsiteY130" fmla="*/ 1036226 h 1203824"/>
              <a:gd name="connsiteX131" fmla="*/ 6301998 w 12192000"/>
              <a:gd name="connsiteY131" fmla="*/ 989138 h 1203824"/>
              <a:gd name="connsiteX132" fmla="*/ 6452025 w 12192000"/>
              <a:gd name="connsiteY132" fmla="*/ 968489 h 1203824"/>
              <a:gd name="connsiteX133" fmla="*/ 6589205 w 12192000"/>
              <a:gd name="connsiteY133" fmla="*/ 939474 h 1203824"/>
              <a:gd name="connsiteX134" fmla="*/ 6631069 w 12192000"/>
              <a:gd name="connsiteY134" fmla="*/ 911222 h 1203824"/>
              <a:gd name="connsiteX135" fmla="*/ 6828274 w 12192000"/>
              <a:gd name="connsiteY135" fmla="*/ 942941 h 1203824"/>
              <a:gd name="connsiteX136" fmla="*/ 6900803 w 12192000"/>
              <a:gd name="connsiteY136" fmla="*/ 984140 h 1203824"/>
              <a:gd name="connsiteX137" fmla="*/ 7034668 w 12192000"/>
              <a:gd name="connsiteY137" fmla="*/ 1018665 h 1203824"/>
              <a:gd name="connsiteX138" fmla="*/ 7281067 w 12192000"/>
              <a:gd name="connsiteY138" fmla="*/ 966327 h 1203824"/>
              <a:gd name="connsiteX139" fmla="*/ 7412780 w 12192000"/>
              <a:gd name="connsiteY139" fmla="*/ 909206 h 1203824"/>
              <a:gd name="connsiteX140" fmla="*/ 7500327 w 12192000"/>
              <a:gd name="connsiteY140" fmla="*/ 894826 h 1203824"/>
              <a:gd name="connsiteX141" fmla="*/ 7662324 w 12192000"/>
              <a:gd name="connsiteY141" fmla="*/ 927415 h 1203824"/>
              <a:gd name="connsiteX142" fmla="*/ 7725334 w 12192000"/>
              <a:gd name="connsiteY142" fmla="*/ 924844 h 1203824"/>
              <a:gd name="connsiteX143" fmla="*/ 7833279 w 12192000"/>
              <a:gd name="connsiteY143" fmla="*/ 913031 h 1203824"/>
              <a:gd name="connsiteX144" fmla="*/ 7928605 w 12192000"/>
              <a:gd name="connsiteY144" fmla="*/ 881683 h 1203824"/>
              <a:gd name="connsiteX145" fmla="*/ 8146597 w 12192000"/>
              <a:gd name="connsiteY145" fmla="*/ 762968 h 1203824"/>
              <a:gd name="connsiteX146" fmla="*/ 8183577 w 12192000"/>
              <a:gd name="connsiteY146" fmla="*/ 749005 h 1203824"/>
              <a:gd name="connsiteX147" fmla="*/ 8250224 w 12192000"/>
              <a:gd name="connsiteY147" fmla="*/ 733642 h 1203824"/>
              <a:gd name="connsiteX148" fmla="*/ 8505929 w 12192000"/>
              <a:gd name="connsiteY148" fmla="*/ 626542 h 1203824"/>
              <a:gd name="connsiteX149" fmla="*/ 8564194 w 12192000"/>
              <a:gd name="connsiteY149" fmla="*/ 618796 h 1203824"/>
              <a:gd name="connsiteX150" fmla="*/ 8660705 w 12192000"/>
              <a:gd name="connsiteY150" fmla="*/ 611069 h 1203824"/>
              <a:gd name="connsiteX151" fmla="*/ 8762255 w 12192000"/>
              <a:gd name="connsiteY151" fmla="*/ 585060 h 1203824"/>
              <a:gd name="connsiteX152" fmla="*/ 8836439 w 12192000"/>
              <a:gd name="connsiteY152" fmla="*/ 566358 h 1203824"/>
              <a:gd name="connsiteX153" fmla="*/ 9050728 w 12192000"/>
              <a:gd name="connsiteY153" fmla="*/ 559575 h 1203824"/>
              <a:gd name="connsiteX154" fmla="*/ 9229627 w 12192000"/>
              <a:gd name="connsiteY154" fmla="*/ 557464 h 1203824"/>
              <a:gd name="connsiteX155" fmla="*/ 9253451 w 12192000"/>
              <a:gd name="connsiteY155" fmla="*/ 550855 h 1203824"/>
              <a:gd name="connsiteX156" fmla="*/ 9484214 w 12192000"/>
              <a:gd name="connsiteY156" fmla="*/ 498671 h 1203824"/>
              <a:gd name="connsiteX157" fmla="*/ 9582633 w 12192000"/>
              <a:gd name="connsiteY157" fmla="*/ 458384 h 1203824"/>
              <a:gd name="connsiteX158" fmla="*/ 9719670 w 12192000"/>
              <a:gd name="connsiteY158" fmla="*/ 415607 h 1203824"/>
              <a:gd name="connsiteX159" fmla="*/ 9871784 w 12192000"/>
              <a:gd name="connsiteY159" fmla="*/ 366147 h 1203824"/>
              <a:gd name="connsiteX160" fmla="*/ 9984494 w 12192000"/>
              <a:gd name="connsiteY160" fmla="*/ 336660 h 1203824"/>
              <a:gd name="connsiteX161" fmla="*/ 10154708 w 12192000"/>
              <a:gd name="connsiteY161" fmla="*/ 322193 h 1203824"/>
              <a:gd name="connsiteX162" fmla="*/ 10190446 w 12192000"/>
              <a:gd name="connsiteY162" fmla="*/ 325025 h 1203824"/>
              <a:gd name="connsiteX163" fmla="*/ 10530736 w 12192000"/>
              <a:gd name="connsiteY163" fmla="*/ 335953 h 1203824"/>
              <a:gd name="connsiteX164" fmla="*/ 10752157 w 12192000"/>
              <a:gd name="connsiteY164" fmla="*/ 305117 h 1203824"/>
              <a:gd name="connsiteX165" fmla="*/ 10824452 w 12192000"/>
              <a:gd name="connsiteY165" fmla="*/ 285927 h 1203824"/>
              <a:gd name="connsiteX166" fmla="*/ 10953152 w 12192000"/>
              <a:gd name="connsiteY166" fmla="*/ 228102 h 1203824"/>
              <a:gd name="connsiteX167" fmla="*/ 11011614 w 12192000"/>
              <a:gd name="connsiteY167" fmla="*/ 214096 h 1203824"/>
              <a:gd name="connsiteX168" fmla="*/ 11116031 w 12192000"/>
              <a:gd name="connsiteY168" fmla="*/ 195421 h 1203824"/>
              <a:gd name="connsiteX169" fmla="*/ 11344303 w 12192000"/>
              <a:gd name="connsiteY169" fmla="*/ 166629 h 1203824"/>
              <a:gd name="connsiteX170" fmla="*/ 11639050 w 12192000"/>
              <a:gd name="connsiteY170" fmla="*/ 108526 h 1203824"/>
              <a:gd name="connsiteX171" fmla="*/ 11757532 w 12192000"/>
              <a:gd name="connsiteY171" fmla="*/ 96530 h 1203824"/>
              <a:gd name="connsiteX172" fmla="*/ 11885799 w 12192000"/>
              <a:gd name="connsiteY172" fmla="*/ 86728 h 1203824"/>
              <a:gd name="connsiteX173" fmla="*/ 11922874 w 12192000"/>
              <a:gd name="connsiteY173" fmla="*/ 81060 h 1203824"/>
              <a:gd name="connsiteX174" fmla="*/ 12115331 w 12192000"/>
              <a:gd name="connsiteY174" fmla="*/ 33587 h 1203824"/>
              <a:gd name="connsiteX175" fmla="*/ 12158080 w 12192000"/>
              <a:gd name="connsiteY175" fmla="*/ 14081 h 120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1203824">
                <a:moveTo>
                  <a:pt x="12192000" y="0"/>
                </a:moveTo>
                <a:lnTo>
                  <a:pt x="12192000" y="463429"/>
                </a:lnTo>
                <a:lnTo>
                  <a:pt x="12190876" y="463512"/>
                </a:lnTo>
                <a:cubicBezTo>
                  <a:pt x="12153133" y="467010"/>
                  <a:pt x="12115042" y="473200"/>
                  <a:pt x="12077245" y="476327"/>
                </a:cubicBezTo>
                <a:cubicBezTo>
                  <a:pt x="12046307" y="479040"/>
                  <a:pt x="12015359" y="479114"/>
                  <a:pt x="11984517" y="479927"/>
                </a:cubicBezTo>
                <a:cubicBezTo>
                  <a:pt x="11973265" y="480210"/>
                  <a:pt x="11961485" y="476792"/>
                  <a:pt x="11951600" y="478957"/>
                </a:cubicBezTo>
                <a:cubicBezTo>
                  <a:pt x="11853497" y="501074"/>
                  <a:pt x="11777036" y="475730"/>
                  <a:pt x="11690904" y="471970"/>
                </a:cubicBezTo>
                <a:cubicBezTo>
                  <a:pt x="11600358" y="467893"/>
                  <a:pt x="11511400" y="454530"/>
                  <a:pt x="11413965" y="476172"/>
                </a:cubicBezTo>
                <a:cubicBezTo>
                  <a:pt x="11355010" y="489304"/>
                  <a:pt x="11299073" y="508237"/>
                  <a:pt x="11240739" y="523169"/>
                </a:cubicBezTo>
                <a:cubicBezTo>
                  <a:pt x="11219994" y="528395"/>
                  <a:pt x="11196384" y="531385"/>
                  <a:pt x="11175005" y="532169"/>
                </a:cubicBezTo>
                <a:cubicBezTo>
                  <a:pt x="11071819" y="536506"/>
                  <a:pt x="10971303" y="549336"/>
                  <a:pt x="10873726" y="580253"/>
                </a:cubicBezTo>
                <a:cubicBezTo>
                  <a:pt x="10856992" y="585473"/>
                  <a:pt x="10839156" y="590660"/>
                  <a:pt x="10821306" y="593207"/>
                </a:cubicBezTo>
                <a:cubicBezTo>
                  <a:pt x="10723500" y="607162"/>
                  <a:pt x="10626924" y="616976"/>
                  <a:pt x="10530811" y="612184"/>
                </a:cubicBezTo>
                <a:cubicBezTo>
                  <a:pt x="10498527" y="610559"/>
                  <a:pt x="10460885" y="619895"/>
                  <a:pt x="10426049" y="623354"/>
                </a:cubicBezTo>
                <a:cubicBezTo>
                  <a:pt x="10393740" y="626644"/>
                  <a:pt x="10360820" y="630774"/>
                  <a:pt x="10329156" y="630948"/>
                </a:cubicBezTo>
                <a:cubicBezTo>
                  <a:pt x="10282924" y="631125"/>
                  <a:pt x="10240698" y="636395"/>
                  <a:pt x="10194727" y="648617"/>
                </a:cubicBezTo>
                <a:cubicBezTo>
                  <a:pt x="10150847" y="660165"/>
                  <a:pt x="10102287" y="664450"/>
                  <a:pt x="10055906" y="671256"/>
                </a:cubicBezTo>
                <a:cubicBezTo>
                  <a:pt x="10004174" y="678826"/>
                  <a:pt x="9952442" y="686395"/>
                  <a:pt x="9900551" y="692855"/>
                </a:cubicBezTo>
                <a:cubicBezTo>
                  <a:pt x="9879793" y="695439"/>
                  <a:pt x="9855180" y="691398"/>
                  <a:pt x="9838464" y="696804"/>
                </a:cubicBezTo>
                <a:cubicBezTo>
                  <a:pt x="9784563" y="714690"/>
                  <a:pt x="9727517" y="710557"/>
                  <a:pt x="9672957" y="723816"/>
                </a:cubicBezTo>
                <a:cubicBezTo>
                  <a:pt x="9646220" y="730464"/>
                  <a:pt x="9614440" y="727257"/>
                  <a:pt x="9585066" y="730692"/>
                </a:cubicBezTo>
                <a:cubicBezTo>
                  <a:pt x="9537047" y="736221"/>
                  <a:pt x="9489294" y="743601"/>
                  <a:pt x="9441407" y="750055"/>
                </a:cubicBezTo>
                <a:cubicBezTo>
                  <a:pt x="9425674" y="752111"/>
                  <a:pt x="9410218" y="753561"/>
                  <a:pt x="9394459" y="755431"/>
                </a:cubicBezTo>
                <a:cubicBezTo>
                  <a:pt x="9380484" y="757048"/>
                  <a:pt x="9365611" y="757472"/>
                  <a:pt x="9352590" y="760650"/>
                </a:cubicBezTo>
                <a:cubicBezTo>
                  <a:pt x="9305415" y="772102"/>
                  <a:pt x="9259379" y="786411"/>
                  <a:pt x="9211614" y="796248"/>
                </a:cubicBezTo>
                <a:cubicBezTo>
                  <a:pt x="9170220" y="804796"/>
                  <a:pt x="9126523" y="807444"/>
                  <a:pt x="9084667" y="815303"/>
                </a:cubicBezTo>
                <a:cubicBezTo>
                  <a:pt x="9010868" y="829042"/>
                  <a:pt x="8937412" y="845188"/>
                  <a:pt x="8863666" y="859298"/>
                </a:cubicBezTo>
                <a:cubicBezTo>
                  <a:pt x="8847706" y="862330"/>
                  <a:pt x="8830271" y="860096"/>
                  <a:pt x="8813796" y="862070"/>
                </a:cubicBezTo>
                <a:cubicBezTo>
                  <a:pt x="8762262" y="868479"/>
                  <a:pt x="8710833" y="875626"/>
                  <a:pt x="8659351" y="882406"/>
                </a:cubicBezTo>
                <a:cubicBezTo>
                  <a:pt x="8630055" y="886396"/>
                  <a:pt x="8600505" y="891179"/>
                  <a:pt x="8571352" y="893639"/>
                </a:cubicBezTo>
                <a:cubicBezTo>
                  <a:pt x="8532843" y="896868"/>
                  <a:pt x="8497743" y="898476"/>
                  <a:pt x="8464106" y="918004"/>
                </a:cubicBezTo>
                <a:cubicBezTo>
                  <a:pt x="8412327" y="948238"/>
                  <a:pt x="8341122" y="949523"/>
                  <a:pt x="8278324" y="963769"/>
                </a:cubicBezTo>
                <a:cubicBezTo>
                  <a:pt x="8262086" y="967408"/>
                  <a:pt x="8245335" y="969987"/>
                  <a:pt x="8229128" y="973810"/>
                </a:cubicBezTo>
                <a:cubicBezTo>
                  <a:pt x="8199180" y="980915"/>
                  <a:pt x="8169646" y="988338"/>
                  <a:pt x="8139751" y="995815"/>
                </a:cubicBezTo>
                <a:cubicBezTo>
                  <a:pt x="8134478" y="997132"/>
                  <a:pt x="8128438" y="998185"/>
                  <a:pt x="8123571" y="999822"/>
                </a:cubicBezTo>
                <a:cubicBezTo>
                  <a:pt x="8078628" y="1014164"/>
                  <a:pt x="8034565" y="1029514"/>
                  <a:pt x="7988699" y="1042479"/>
                </a:cubicBezTo>
                <a:cubicBezTo>
                  <a:pt x="7966302" y="1048884"/>
                  <a:pt x="7941011" y="1052871"/>
                  <a:pt x="7917214" y="1054565"/>
                </a:cubicBezTo>
                <a:cubicBezTo>
                  <a:pt x="7847636" y="1059584"/>
                  <a:pt x="7779165" y="1067276"/>
                  <a:pt x="7710915" y="1084190"/>
                </a:cubicBezTo>
                <a:cubicBezTo>
                  <a:pt x="7683826" y="1090885"/>
                  <a:pt x="7652466" y="1090640"/>
                  <a:pt x="7622959" y="1093150"/>
                </a:cubicBezTo>
                <a:cubicBezTo>
                  <a:pt x="7552361" y="1098691"/>
                  <a:pt x="7481710" y="1103861"/>
                  <a:pt x="7410782" y="1109640"/>
                </a:cubicBezTo>
                <a:cubicBezTo>
                  <a:pt x="7366505" y="1113312"/>
                  <a:pt x="7322030" y="1118147"/>
                  <a:pt x="7277754" y="1121822"/>
                </a:cubicBezTo>
                <a:cubicBezTo>
                  <a:pt x="7226619" y="1125906"/>
                  <a:pt x="7175601" y="1128277"/>
                  <a:pt x="7124540" y="1132918"/>
                </a:cubicBezTo>
                <a:cubicBezTo>
                  <a:pt x="7066293" y="1138207"/>
                  <a:pt x="7008028" y="1145955"/>
                  <a:pt x="6949752" y="1151058"/>
                </a:cubicBezTo>
                <a:cubicBezTo>
                  <a:pt x="6843217" y="1160027"/>
                  <a:pt x="6736882" y="1167834"/>
                  <a:pt x="6630249" y="1176063"/>
                </a:cubicBezTo>
                <a:cubicBezTo>
                  <a:pt x="6526849" y="1184018"/>
                  <a:pt x="6423556" y="1192713"/>
                  <a:pt x="6320634" y="1198901"/>
                </a:cubicBezTo>
                <a:cubicBezTo>
                  <a:pt x="6277297" y="1201496"/>
                  <a:pt x="6235232" y="1197679"/>
                  <a:pt x="6192343" y="1198323"/>
                </a:cubicBezTo>
                <a:cubicBezTo>
                  <a:pt x="6117131" y="1199612"/>
                  <a:pt x="6041418" y="1202485"/>
                  <a:pt x="5966562" y="1203723"/>
                </a:cubicBezTo>
                <a:cubicBezTo>
                  <a:pt x="5933144" y="1204338"/>
                  <a:pt x="5900754" y="1201974"/>
                  <a:pt x="5867227" y="1201847"/>
                </a:cubicBezTo>
                <a:cubicBezTo>
                  <a:pt x="5788180" y="1201796"/>
                  <a:pt x="5708354" y="1203933"/>
                  <a:pt x="5630172" y="1202248"/>
                </a:cubicBezTo>
                <a:cubicBezTo>
                  <a:pt x="5535908" y="1200213"/>
                  <a:pt x="5442984" y="1194779"/>
                  <a:pt x="5348949" y="1191768"/>
                </a:cubicBezTo>
                <a:cubicBezTo>
                  <a:pt x="5313810" y="1190551"/>
                  <a:pt x="5277251" y="1192179"/>
                  <a:pt x="5241228" y="1192408"/>
                </a:cubicBezTo>
                <a:cubicBezTo>
                  <a:pt x="5151316" y="1192775"/>
                  <a:pt x="5061657" y="1192349"/>
                  <a:pt x="4971133" y="1193559"/>
                </a:cubicBezTo>
                <a:cubicBezTo>
                  <a:pt x="4937685" y="1193988"/>
                  <a:pt x="4903114" y="1199299"/>
                  <a:pt x="4869416" y="1200519"/>
                </a:cubicBezTo>
                <a:cubicBezTo>
                  <a:pt x="4830283" y="1201947"/>
                  <a:pt x="4791348" y="1202215"/>
                  <a:pt x="4753274" y="1200850"/>
                </a:cubicBezTo>
                <a:cubicBezTo>
                  <a:pt x="4705682" y="1199144"/>
                  <a:pt x="4659172" y="1194829"/>
                  <a:pt x="4611883" y="1192701"/>
                </a:cubicBezTo>
                <a:cubicBezTo>
                  <a:pt x="4533819" y="1189298"/>
                  <a:pt x="4455420" y="1186135"/>
                  <a:pt x="4376825" y="1184131"/>
                </a:cubicBezTo>
                <a:cubicBezTo>
                  <a:pt x="4347226" y="1183446"/>
                  <a:pt x="4315374" y="1187423"/>
                  <a:pt x="4285471" y="1187158"/>
                </a:cubicBezTo>
                <a:cubicBezTo>
                  <a:pt x="4145774" y="1185753"/>
                  <a:pt x="4006046" y="1184162"/>
                  <a:pt x="3866543" y="1181596"/>
                </a:cubicBezTo>
                <a:cubicBezTo>
                  <a:pt x="3794230" y="1180207"/>
                  <a:pt x="3723633" y="1175551"/>
                  <a:pt x="3651342" y="1174348"/>
                </a:cubicBezTo>
                <a:cubicBezTo>
                  <a:pt x="3607885" y="1173562"/>
                  <a:pt x="3561907" y="1178044"/>
                  <a:pt x="3518453" y="1177258"/>
                </a:cubicBezTo>
                <a:cubicBezTo>
                  <a:pt x="3478287" y="1176568"/>
                  <a:pt x="3440399" y="1171400"/>
                  <a:pt x="3400818" y="1169685"/>
                </a:cubicBezTo>
                <a:cubicBezTo>
                  <a:pt x="3279824" y="1164099"/>
                  <a:pt x="3157310" y="1160621"/>
                  <a:pt x="3037154" y="1153217"/>
                </a:cubicBezTo>
                <a:cubicBezTo>
                  <a:pt x="2978373" y="1149708"/>
                  <a:pt x="2922429" y="1140508"/>
                  <a:pt x="2866260" y="1132283"/>
                </a:cubicBezTo>
                <a:cubicBezTo>
                  <a:pt x="2771049" y="1118489"/>
                  <a:pt x="2677107" y="1103380"/>
                  <a:pt x="2582173" y="1088979"/>
                </a:cubicBezTo>
                <a:cubicBezTo>
                  <a:pt x="2511090" y="1078352"/>
                  <a:pt x="2447356" y="1063086"/>
                  <a:pt x="2395406" y="1035945"/>
                </a:cubicBezTo>
                <a:cubicBezTo>
                  <a:pt x="2371411" y="1023508"/>
                  <a:pt x="2331675" y="1015582"/>
                  <a:pt x="2294751" y="1014618"/>
                </a:cubicBezTo>
                <a:cubicBezTo>
                  <a:pt x="2228580" y="1012920"/>
                  <a:pt x="2177384" y="998698"/>
                  <a:pt x="2122944" y="984751"/>
                </a:cubicBezTo>
                <a:cubicBezTo>
                  <a:pt x="2054121" y="967003"/>
                  <a:pt x="1981585" y="951294"/>
                  <a:pt x="1905504" y="941380"/>
                </a:cubicBezTo>
                <a:cubicBezTo>
                  <a:pt x="1830544" y="931682"/>
                  <a:pt x="1747929" y="932141"/>
                  <a:pt x="1671045" y="924228"/>
                </a:cubicBezTo>
                <a:cubicBezTo>
                  <a:pt x="1625936" y="919523"/>
                  <a:pt x="1585613" y="907528"/>
                  <a:pt x="1543856" y="898190"/>
                </a:cubicBezTo>
                <a:cubicBezTo>
                  <a:pt x="1502093" y="888855"/>
                  <a:pt x="1460606" y="878913"/>
                  <a:pt x="1419784" y="868500"/>
                </a:cubicBezTo>
                <a:cubicBezTo>
                  <a:pt x="1397486" y="862806"/>
                  <a:pt x="1378078" y="854435"/>
                  <a:pt x="1355116" y="849214"/>
                </a:cubicBezTo>
                <a:cubicBezTo>
                  <a:pt x="1311848" y="839527"/>
                  <a:pt x="1265353" y="832754"/>
                  <a:pt x="1223713" y="821702"/>
                </a:cubicBezTo>
                <a:cubicBezTo>
                  <a:pt x="1183577" y="811001"/>
                  <a:pt x="1138864" y="809072"/>
                  <a:pt x="1094193" y="804872"/>
                </a:cubicBezTo>
                <a:cubicBezTo>
                  <a:pt x="1060244" y="801784"/>
                  <a:pt x="1034230" y="787936"/>
                  <a:pt x="1001115" y="783030"/>
                </a:cubicBezTo>
                <a:cubicBezTo>
                  <a:pt x="953853" y="775990"/>
                  <a:pt x="916853" y="764276"/>
                  <a:pt x="879548" y="747884"/>
                </a:cubicBezTo>
                <a:cubicBezTo>
                  <a:pt x="837586" y="729513"/>
                  <a:pt x="770061" y="725929"/>
                  <a:pt x="711163" y="719039"/>
                </a:cubicBezTo>
                <a:cubicBezTo>
                  <a:pt x="661152" y="713146"/>
                  <a:pt x="604343" y="715774"/>
                  <a:pt x="557941" y="707101"/>
                </a:cubicBezTo>
                <a:cubicBezTo>
                  <a:pt x="525381" y="700984"/>
                  <a:pt x="499355" y="684493"/>
                  <a:pt x="480347" y="668702"/>
                </a:cubicBezTo>
                <a:cubicBezTo>
                  <a:pt x="437718" y="632865"/>
                  <a:pt x="370204" y="616630"/>
                  <a:pt x="296224" y="603583"/>
                </a:cubicBezTo>
                <a:cubicBezTo>
                  <a:pt x="220741" y="590184"/>
                  <a:pt x="148480" y="573869"/>
                  <a:pt x="72689" y="560892"/>
                </a:cubicBezTo>
                <a:lnTo>
                  <a:pt x="0" y="543486"/>
                </a:lnTo>
                <a:lnTo>
                  <a:pt x="0" y="384357"/>
                </a:lnTo>
                <a:lnTo>
                  <a:pt x="51784" y="393937"/>
                </a:lnTo>
                <a:cubicBezTo>
                  <a:pt x="104770" y="397707"/>
                  <a:pt x="153378" y="409086"/>
                  <a:pt x="205561" y="414859"/>
                </a:cubicBezTo>
                <a:cubicBezTo>
                  <a:pt x="254062" y="420400"/>
                  <a:pt x="305001" y="422574"/>
                  <a:pt x="354391" y="426667"/>
                </a:cubicBezTo>
                <a:cubicBezTo>
                  <a:pt x="386450" y="429269"/>
                  <a:pt x="420771" y="429847"/>
                  <a:pt x="448281" y="436308"/>
                </a:cubicBezTo>
                <a:cubicBezTo>
                  <a:pt x="499904" y="448391"/>
                  <a:pt x="551004" y="446576"/>
                  <a:pt x="611518" y="434166"/>
                </a:cubicBezTo>
                <a:cubicBezTo>
                  <a:pt x="654695" y="425361"/>
                  <a:pt x="702395" y="422710"/>
                  <a:pt x="746076" y="422520"/>
                </a:cubicBezTo>
                <a:cubicBezTo>
                  <a:pt x="798481" y="422218"/>
                  <a:pt x="848400" y="419817"/>
                  <a:pt x="902724" y="409989"/>
                </a:cubicBezTo>
                <a:cubicBezTo>
                  <a:pt x="977291" y="396518"/>
                  <a:pt x="1048428" y="397321"/>
                  <a:pt x="1113854" y="414230"/>
                </a:cubicBezTo>
                <a:cubicBezTo>
                  <a:pt x="1184155" y="432145"/>
                  <a:pt x="1258677" y="446437"/>
                  <a:pt x="1333449" y="459938"/>
                </a:cubicBezTo>
                <a:cubicBezTo>
                  <a:pt x="1354772" y="463883"/>
                  <a:pt x="1385284" y="463304"/>
                  <a:pt x="1408608" y="458278"/>
                </a:cubicBezTo>
                <a:cubicBezTo>
                  <a:pt x="1483492" y="441930"/>
                  <a:pt x="1561495" y="427025"/>
                  <a:pt x="1630191" y="403061"/>
                </a:cubicBezTo>
                <a:cubicBezTo>
                  <a:pt x="1735315" y="366348"/>
                  <a:pt x="1840887" y="337881"/>
                  <a:pt x="1956289" y="332366"/>
                </a:cubicBezTo>
                <a:cubicBezTo>
                  <a:pt x="1986669" y="330865"/>
                  <a:pt x="2019100" y="336056"/>
                  <a:pt x="2042814" y="344002"/>
                </a:cubicBezTo>
                <a:cubicBezTo>
                  <a:pt x="2085261" y="358150"/>
                  <a:pt x="2126350" y="370413"/>
                  <a:pt x="2183420" y="369635"/>
                </a:cubicBezTo>
                <a:cubicBezTo>
                  <a:pt x="2235035" y="368879"/>
                  <a:pt x="2279659" y="405942"/>
                  <a:pt x="2269566" y="439859"/>
                </a:cubicBezTo>
                <a:cubicBezTo>
                  <a:pt x="2258267" y="478101"/>
                  <a:pt x="2277762" y="504964"/>
                  <a:pt x="2331129" y="524163"/>
                </a:cubicBezTo>
                <a:cubicBezTo>
                  <a:pt x="2352980" y="531807"/>
                  <a:pt x="2364861" y="546162"/>
                  <a:pt x="2385112" y="555357"/>
                </a:cubicBezTo>
                <a:cubicBezTo>
                  <a:pt x="2401860" y="562976"/>
                  <a:pt x="2421927" y="570875"/>
                  <a:pt x="2444033" y="572629"/>
                </a:cubicBezTo>
                <a:cubicBezTo>
                  <a:pt x="2483469" y="575878"/>
                  <a:pt x="2509763" y="584022"/>
                  <a:pt x="2525979" y="603233"/>
                </a:cubicBezTo>
                <a:cubicBezTo>
                  <a:pt x="2549282" y="631254"/>
                  <a:pt x="2578520" y="657481"/>
                  <a:pt x="2603911" y="684825"/>
                </a:cubicBezTo>
                <a:cubicBezTo>
                  <a:pt x="2618910" y="700624"/>
                  <a:pt x="2643515" y="707120"/>
                  <a:pt x="2678828" y="706990"/>
                </a:cubicBezTo>
                <a:cubicBezTo>
                  <a:pt x="2699243" y="707100"/>
                  <a:pt x="2725615" y="705603"/>
                  <a:pt x="2738094" y="711376"/>
                </a:cubicBezTo>
                <a:cubicBezTo>
                  <a:pt x="2805960" y="742855"/>
                  <a:pt x="2895980" y="733032"/>
                  <a:pt x="2983806" y="728243"/>
                </a:cubicBezTo>
                <a:cubicBezTo>
                  <a:pt x="2993929" y="727744"/>
                  <a:pt x="3004007" y="726871"/>
                  <a:pt x="3013997" y="725446"/>
                </a:cubicBezTo>
                <a:cubicBezTo>
                  <a:pt x="3136002" y="707474"/>
                  <a:pt x="3250133" y="713470"/>
                  <a:pt x="3364419" y="720577"/>
                </a:cubicBezTo>
                <a:cubicBezTo>
                  <a:pt x="3394563" y="722507"/>
                  <a:pt x="3428050" y="719807"/>
                  <a:pt x="3460521" y="717628"/>
                </a:cubicBezTo>
                <a:cubicBezTo>
                  <a:pt x="3545330" y="712137"/>
                  <a:pt x="3633314" y="698262"/>
                  <a:pt x="3710982" y="714182"/>
                </a:cubicBezTo>
                <a:cubicBezTo>
                  <a:pt x="3772122" y="726607"/>
                  <a:pt x="3825029" y="745116"/>
                  <a:pt x="3850961" y="778802"/>
                </a:cubicBezTo>
                <a:cubicBezTo>
                  <a:pt x="3868395" y="801427"/>
                  <a:pt x="3898481" y="813185"/>
                  <a:pt x="3946286" y="816372"/>
                </a:cubicBezTo>
                <a:cubicBezTo>
                  <a:pt x="3987480" y="819179"/>
                  <a:pt x="4025130" y="827781"/>
                  <a:pt x="4065132" y="832459"/>
                </a:cubicBezTo>
                <a:cubicBezTo>
                  <a:pt x="4086246" y="834922"/>
                  <a:pt x="4110400" y="838274"/>
                  <a:pt x="4132173" y="835167"/>
                </a:cubicBezTo>
                <a:cubicBezTo>
                  <a:pt x="4190358" y="826865"/>
                  <a:pt x="4249453" y="817300"/>
                  <a:pt x="4305858" y="804156"/>
                </a:cubicBezTo>
                <a:cubicBezTo>
                  <a:pt x="4334041" y="797490"/>
                  <a:pt x="4360739" y="782919"/>
                  <a:pt x="4382131" y="769481"/>
                </a:cubicBezTo>
                <a:cubicBezTo>
                  <a:pt x="4404161" y="755388"/>
                  <a:pt x="4425552" y="747047"/>
                  <a:pt x="4453289" y="752531"/>
                </a:cubicBezTo>
                <a:cubicBezTo>
                  <a:pt x="4522267" y="766292"/>
                  <a:pt x="4590589" y="780524"/>
                  <a:pt x="4657971" y="795835"/>
                </a:cubicBezTo>
                <a:cubicBezTo>
                  <a:pt x="4669645" y="798513"/>
                  <a:pt x="4675987" y="807238"/>
                  <a:pt x="4682399" y="813876"/>
                </a:cubicBezTo>
                <a:cubicBezTo>
                  <a:pt x="4712325" y="844914"/>
                  <a:pt x="4739115" y="876968"/>
                  <a:pt x="4771814" y="907046"/>
                </a:cubicBezTo>
                <a:cubicBezTo>
                  <a:pt x="4783117" y="917329"/>
                  <a:pt x="4807945" y="922850"/>
                  <a:pt x="4827520" y="929876"/>
                </a:cubicBezTo>
                <a:cubicBezTo>
                  <a:pt x="4833681" y="932206"/>
                  <a:pt x="4845543" y="931081"/>
                  <a:pt x="4849942" y="933851"/>
                </a:cubicBezTo>
                <a:cubicBezTo>
                  <a:pt x="4888949" y="959631"/>
                  <a:pt x="4951287" y="954890"/>
                  <a:pt x="5009626" y="957896"/>
                </a:cubicBezTo>
                <a:cubicBezTo>
                  <a:pt x="5059523" y="960407"/>
                  <a:pt x="5111928" y="960104"/>
                  <a:pt x="5158711" y="963814"/>
                </a:cubicBezTo>
                <a:cubicBezTo>
                  <a:pt x="5231307" y="969696"/>
                  <a:pt x="5298173" y="973751"/>
                  <a:pt x="5376427" y="963151"/>
                </a:cubicBezTo>
                <a:cubicBezTo>
                  <a:pt x="5408579" y="958754"/>
                  <a:pt x="5448461" y="970245"/>
                  <a:pt x="5475787" y="980508"/>
                </a:cubicBezTo>
                <a:cubicBezTo>
                  <a:pt x="5528518" y="1000363"/>
                  <a:pt x="5584839" y="1001958"/>
                  <a:pt x="5653401" y="987268"/>
                </a:cubicBezTo>
                <a:cubicBezTo>
                  <a:pt x="5676008" y="982341"/>
                  <a:pt x="5702558" y="984595"/>
                  <a:pt x="5726340" y="985357"/>
                </a:cubicBezTo>
                <a:cubicBezTo>
                  <a:pt x="5748643" y="985952"/>
                  <a:pt x="5770110" y="988364"/>
                  <a:pt x="5790563" y="991300"/>
                </a:cubicBezTo>
                <a:cubicBezTo>
                  <a:pt x="5815128" y="994969"/>
                  <a:pt x="5845522" y="996110"/>
                  <a:pt x="5860260" y="1004958"/>
                </a:cubicBezTo>
                <a:cubicBezTo>
                  <a:pt x="5906803" y="1032493"/>
                  <a:pt x="5977069" y="1037385"/>
                  <a:pt x="6042101" y="1036226"/>
                </a:cubicBezTo>
                <a:cubicBezTo>
                  <a:pt x="6128232" y="1034888"/>
                  <a:pt x="6222269" y="1027704"/>
                  <a:pt x="6301998" y="989138"/>
                </a:cubicBezTo>
                <a:cubicBezTo>
                  <a:pt x="6349672" y="965909"/>
                  <a:pt x="6396952" y="955198"/>
                  <a:pt x="6452025" y="968489"/>
                </a:cubicBezTo>
                <a:cubicBezTo>
                  <a:pt x="6489401" y="977695"/>
                  <a:pt x="6558002" y="960731"/>
                  <a:pt x="6589205" y="939474"/>
                </a:cubicBezTo>
                <a:cubicBezTo>
                  <a:pt x="6600499" y="931821"/>
                  <a:pt x="6612148" y="924116"/>
                  <a:pt x="6631069" y="911222"/>
                </a:cubicBezTo>
                <a:cubicBezTo>
                  <a:pt x="6674305" y="951313"/>
                  <a:pt x="6752346" y="944332"/>
                  <a:pt x="6828274" y="942941"/>
                </a:cubicBezTo>
                <a:cubicBezTo>
                  <a:pt x="6874780" y="942157"/>
                  <a:pt x="6889173" y="963896"/>
                  <a:pt x="6900803" y="984140"/>
                </a:cubicBezTo>
                <a:cubicBezTo>
                  <a:pt x="6921316" y="1020676"/>
                  <a:pt x="6959796" y="1032557"/>
                  <a:pt x="7034668" y="1018665"/>
                </a:cubicBezTo>
                <a:cubicBezTo>
                  <a:pt x="7117337" y="1003282"/>
                  <a:pt x="7199637" y="985309"/>
                  <a:pt x="7281067" y="966327"/>
                </a:cubicBezTo>
                <a:cubicBezTo>
                  <a:pt x="7332521" y="954266"/>
                  <a:pt x="7378029" y="936255"/>
                  <a:pt x="7412780" y="909206"/>
                </a:cubicBezTo>
                <a:cubicBezTo>
                  <a:pt x="7446535" y="882864"/>
                  <a:pt x="7455445" y="884046"/>
                  <a:pt x="7500327" y="894826"/>
                </a:cubicBezTo>
                <a:cubicBezTo>
                  <a:pt x="7552743" y="907363"/>
                  <a:pt x="7606735" y="918164"/>
                  <a:pt x="7662324" y="927415"/>
                </a:cubicBezTo>
                <a:cubicBezTo>
                  <a:pt x="7679867" y="930387"/>
                  <a:pt x="7704114" y="926740"/>
                  <a:pt x="7725334" y="924844"/>
                </a:cubicBezTo>
                <a:cubicBezTo>
                  <a:pt x="7761320" y="921787"/>
                  <a:pt x="7798617" y="920242"/>
                  <a:pt x="7833279" y="913031"/>
                </a:cubicBezTo>
                <a:cubicBezTo>
                  <a:pt x="7866516" y="906023"/>
                  <a:pt x="7898634" y="893700"/>
                  <a:pt x="7928605" y="881683"/>
                </a:cubicBezTo>
                <a:cubicBezTo>
                  <a:pt x="8012311" y="848025"/>
                  <a:pt x="8088138" y="810205"/>
                  <a:pt x="8146597" y="762968"/>
                </a:cubicBezTo>
                <a:cubicBezTo>
                  <a:pt x="8154091" y="756800"/>
                  <a:pt x="8170249" y="752606"/>
                  <a:pt x="8183577" y="749005"/>
                </a:cubicBezTo>
                <a:cubicBezTo>
                  <a:pt x="8205312" y="743071"/>
                  <a:pt x="8227788" y="737222"/>
                  <a:pt x="8250224" y="733642"/>
                </a:cubicBezTo>
                <a:cubicBezTo>
                  <a:pt x="8359189" y="716209"/>
                  <a:pt x="8441164" y="678078"/>
                  <a:pt x="8505929" y="626542"/>
                </a:cubicBezTo>
                <a:cubicBezTo>
                  <a:pt x="8524585" y="611796"/>
                  <a:pt x="8540107" y="608259"/>
                  <a:pt x="8564194" y="618796"/>
                </a:cubicBezTo>
                <a:cubicBezTo>
                  <a:pt x="8592162" y="631043"/>
                  <a:pt x="8628032" y="619507"/>
                  <a:pt x="8660705" y="611069"/>
                </a:cubicBezTo>
                <a:cubicBezTo>
                  <a:pt x="8694442" y="602479"/>
                  <a:pt x="8728514" y="593651"/>
                  <a:pt x="8762255" y="585060"/>
                </a:cubicBezTo>
                <a:cubicBezTo>
                  <a:pt x="8787227" y="578855"/>
                  <a:pt x="8811899" y="573069"/>
                  <a:pt x="8836439" y="566358"/>
                </a:cubicBezTo>
                <a:cubicBezTo>
                  <a:pt x="8912856" y="545447"/>
                  <a:pt x="8983243" y="538425"/>
                  <a:pt x="9050728" y="559575"/>
                </a:cubicBezTo>
                <a:cubicBezTo>
                  <a:pt x="9102219" y="575830"/>
                  <a:pt x="9164950" y="573868"/>
                  <a:pt x="9229627" y="557464"/>
                </a:cubicBezTo>
                <a:cubicBezTo>
                  <a:pt x="9237706" y="555368"/>
                  <a:pt x="9247529" y="550190"/>
                  <a:pt x="9253451" y="550855"/>
                </a:cubicBezTo>
                <a:cubicBezTo>
                  <a:pt x="9342568" y="560232"/>
                  <a:pt x="9405310" y="512383"/>
                  <a:pt x="9484214" y="498671"/>
                </a:cubicBezTo>
                <a:cubicBezTo>
                  <a:pt x="9519035" y="492570"/>
                  <a:pt x="9552778" y="473783"/>
                  <a:pt x="9582633" y="458384"/>
                </a:cubicBezTo>
                <a:cubicBezTo>
                  <a:pt x="9623689" y="437231"/>
                  <a:pt x="9660183" y="417297"/>
                  <a:pt x="9719670" y="415607"/>
                </a:cubicBezTo>
                <a:cubicBezTo>
                  <a:pt x="9779189" y="414101"/>
                  <a:pt x="9830940" y="393878"/>
                  <a:pt x="9871784" y="366147"/>
                </a:cubicBezTo>
                <a:cubicBezTo>
                  <a:pt x="9903014" y="345075"/>
                  <a:pt x="9939570" y="338349"/>
                  <a:pt x="9984494" y="336660"/>
                </a:cubicBezTo>
                <a:cubicBezTo>
                  <a:pt x="10040642" y="334503"/>
                  <a:pt x="10098165" y="326674"/>
                  <a:pt x="10154708" y="322193"/>
                </a:cubicBezTo>
                <a:cubicBezTo>
                  <a:pt x="10166953" y="321201"/>
                  <a:pt x="10182669" y="321603"/>
                  <a:pt x="10190446" y="325025"/>
                </a:cubicBezTo>
                <a:cubicBezTo>
                  <a:pt x="10285769" y="367692"/>
                  <a:pt x="10408999" y="350677"/>
                  <a:pt x="10530736" y="335953"/>
                </a:cubicBezTo>
                <a:cubicBezTo>
                  <a:pt x="10604506" y="327127"/>
                  <a:pt x="10678397" y="316584"/>
                  <a:pt x="10752157" y="305117"/>
                </a:cubicBezTo>
                <a:cubicBezTo>
                  <a:pt x="10777120" y="301365"/>
                  <a:pt x="10803110" y="294636"/>
                  <a:pt x="10824452" y="285927"/>
                </a:cubicBezTo>
                <a:cubicBezTo>
                  <a:pt x="10868837" y="267698"/>
                  <a:pt x="10909147" y="246465"/>
                  <a:pt x="10953152" y="228102"/>
                </a:cubicBezTo>
                <a:cubicBezTo>
                  <a:pt x="10969622" y="221030"/>
                  <a:pt x="10991730" y="217688"/>
                  <a:pt x="11011614" y="214096"/>
                </a:cubicBezTo>
                <a:cubicBezTo>
                  <a:pt x="11046743" y="207573"/>
                  <a:pt x="11086641" y="206412"/>
                  <a:pt x="11116031" y="195421"/>
                </a:cubicBezTo>
                <a:cubicBezTo>
                  <a:pt x="11192467" y="166956"/>
                  <a:pt x="11266913" y="160299"/>
                  <a:pt x="11344303" y="166629"/>
                </a:cubicBezTo>
                <a:cubicBezTo>
                  <a:pt x="11452657" y="175527"/>
                  <a:pt x="11551626" y="159519"/>
                  <a:pt x="11639050" y="108526"/>
                </a:cubicBezTo>
                <a:cubicBezTo>
                  <a:pt x="11678385" y="85543"/>
                  <a:pt x="11720243" y="87879"/>
                  <a:pt x="11757532" y="96530"/>
                </a:cubicBezTo>
                <a:cubicBezTo>
                  <a:pt x="11800499" y="106640"/>
                  <a:pt x="11840704" y="105056"/>
                  <a:pt x="11885799" y="86728"/>
                </a:cubicBezTo>
                <a:cubicBezTo>
                  <a:pt x="11895784" y="82659"/>
                  <a:pt x="11910604" y="81867"/>
                  <a:pt x="11922874" y="81060"/>
                </a:cubicBezTo>
                <a:cubicBezTo>
                  <a:pt x="11992783" y="75806"/>
                  <a:pt x="12063500" y="73647"/>
                  <a:pt x="12115331" y="33587"/>
                </a:cubicBezTo>
                <a:cubicBezTo>
                  <a:pt x="12125500" y="25715"/>
                  <a:pt x="12143693" y="20477"/>
                  <a:pt x="12158080" y="1408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E8035476-9FB1-547F-D7AE-EB208B976254}"/>
              </a:ext>
            </a:extLst>
          </p:cNvPr>
          <p:cNvSpPr>
            <a:spLocks noGrp="1"/>
          </p:cNvSpPr>
          <p:nvPr>
            <p:ph idx="1"/>
          </p:nvPr>
        </p:nvSpPr>
        <p:spPr>
          <a:xfrm>
            <a:off x="172720" y="3339838"/>
            <a:ext cx="11836400" cy="3081282"/>
          </a:xfrm>
        </p:spPr>
        <p:txBody>
          <a:bodyPr>
            <a:normAutofit/>
          </a:bodyPr>
          <a:lstStyle/>
          <a:p>
            <a:pPr marL="0" indent="0" algn="ctr">
              <a:buNone/>
            </a:pPr>
            <a:r>
              <a:rPr lang="en-US" dirty="0"/>
              <a:t>5. “And when you pray, you shall not be like the </a:t>
            </a:r>
            <a:r>
              <a:rPr lang="en-US" dirty="0">
                <a:solidFill>
                  <a:srgbClr val="FFFF00"/>
                </a:solidFill>
              </a:rPr>
              <a:t>hypocrites</a:t>
            </a:r>
            <a:r>
              <a:rPr lang="en-US" dirty="0"/>
              <a:t>. For they love to pray standing in the synagogues and on the corners of the streets, that they may be </a:t>
            </a:r>
            <a:r>
              <a:rPr lang="en-US" dirty="0">
                <a:solidFill>
                  <a:srgbClr val="FFFF00"/>
                </a:solidFill>
              </a:rPr>
              <a:t>seen by men</a:t>
            </a:r>
            <a:r>
              <a:rPr lang="en-US" dirty="0"/>
              <a:t>. Assuredly, I say to you, they have their reward. 6 But you, when you pray, go into your </a:t>
            </a:r>
            <a:r>
              <a:rPr lang="en-US" dirty="0">
                <a:solidFill>
                  <a:srgbClr val="FFFF00"/>
                </a:solidFill>
              </a:rPr>
              <a:t>room</a:t>
            </a:r>
            <a:r>
              <a:rPr lang="en-US" dirty="0"/>
              <a:t>, and when you have </a:t>
            </a:r>
            <a:r>
              <a:rPr lang="en-US" dirty="0">
                <a:solidFill>
                  <a:srgbClr val="FFFF00"/>
                </a:solidFill>
              </a:rPr>
              <a:t>shut your door</a:t>
            </a:r>
            <a:r>
              <a:rPr lang="en-US" dirty="0"/>
              <a:t>, pray to your Father who is in the </a:t>
            </a:r>
            <a:r>
              <a:rPr lang="en-US" dirty="0">
                <a:solidFill>
                  <a:srgbClr val="FFFF00"/>
                </a:solidFill>
              </a:rPr>
              <a:t>secret place</a:t>
            </a:r>
            <a:r>
              <a:rPr lang="en-US" dirty="0"/>
              <a:t>; and your Father who sees in </a:t>
            </a:r>
            <a:r>
              <a:rPr lang="en-US" dirty="0">
                <a:solidFill>
                  <a:srgbClr val="FFFF00"/>
                </a:solidFill>
              </a:rPr>
              <a:t>secret</a:t>
            </a:r>
            <a:r>
              <a:rPr lang="en-US" dirty="0"/>
              <a:t> will reward you openly (Mat 6:5-6).</a:t>
            </a:r>
            <a:endParaRPr lang="en-JM" dirty="0"/>
          </a:p>
        </p:txBody>
      </p:sp>
    </p:spTree>
    <p:extLst>
      <p:ext uri="{BB962C8B-B14F-4D97-AF65-F5344CB8AC3E}">
        <p14:creationId xmlns:p14="http://schemas.microsoft.com/office/powerpoint/2010/main" val="4259749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D66F53-6B8A-3E49-34F4-6C52D067755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D65100-B450-697F-424B-19335975D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D0737F-F3FD-7F50-5DD9-94CCFB00DEED}"/>
              </a:ext>
            </a:extLst>
          </p:cNvPr>
          <p:cNvSpPr>
            <a:spLocks noGrp="1"/>
          </p:cNvSpPr>
          <p:nvPr>
            <p:ph type="title"/>
          </p:nvPr>
        </p:nvSpPr>
        <p:spPr>
          <a:xfrm>
            <a:off x="761999" y="1021079"/>
            <a:ext cx="10667999" cy="1086018"/>
          </a:xfrm>
        </p:spPr>
        <p:txBody>
          <a:bodyPr anchor="ctr">
            <a:normAutofit/>
          </a:bodyPr>
          <a:lstStyle/>
          <a:p>
            <a:pPr algn="ctr"/>
            <a:r>
              <a:rPr lang="en-JM" dirty="0"/>
              <a:t>Vain Repetition</a:t>
            </a:r>
          </a:p>
        </p:txBody>
      </p:sp>
      <p:sp>
        <p:nvSpPr>
          <p:cNvPr id="10" name="Freeform: Shape 9">
            <a:extLst>
              <a:ext uri="{FF2B5EF4-FFF2-40B4-BE49-F238E27FC236}">
                <a16:creationId xmlns:a16="http://schemas.microsoft.com/office/drawing/2014/main" id="{8EAD1771-13E4-A92B-4425-7DF9BFB2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367198"/>
            <a:ext cx="12192000" cy="822960"/>
          </a:xfrm>
          <a:custGeom>
            <a:avLst/>
            <a:gdLst>
              <a:gd name="connsiteX0" fmla="*/ 12192000 w 12192000"/>
              <a:gd name="connsiteY0" fmla="*/ 0 h 1203824"/>
              <a:gd name="connsiteX1" fmla="*/ 12192000 w 12192000"/>
              <a:gd name="connsiteY1" fmla="*/ 463429 h 1203824"/>
              <a:gd name="connsiteX2" fmla="*/ 12190876 w 12192000"/>
              <a:gd name="connsiteY2" fmla="*/ 463512 h 1203824"/>
              <a:gd name="connsiteX3" fmla="*/ 12077245 w 12192000"/>
              <a:gd name="connsiteY3" fmla="*/ 476327 h 1203824"/>
              <a:gd name="connsiteX4" fmla="*/ 11984517 w 12192000"/>
              <a:gd name="connsiteY4" fmla="*/ 479927 h 1203824"/>
              <a:gd name="connsiteX5" fmla="*/ 11951600 w 12192000"/>
              <a:gd name="connsiteY5" fmla="*/ 478957 h 1203824"/>
              <a:gd name="connsiteX6" fmla="*/ 11690904 w 12192000"/>
              <a:gd name="connsiteY6" fmla="*/ 471970 h 1203824"/>
              <a:gd name="connsiteX7" fmla="*/ 11413965 w 12192000"/>
              <a:gd name="connsiteY7" fmla="*/ 476172 h 1203824"/>
              <a:gd name="connsiteX8" fmla="*/ 11240739 w 12192000"/>
              <a:gd name="connsiteY8" fmla="*/ 523169 h 1203824"/>
              <a:gd name="connsiteX9" fmla="*/ 11175005 w 12192000"/>
              <a:gd name="connsiteY9" fmla="*/ 532169 h 1203824"/>
              <a:gd name="connsiteX10" fmla="*/ 10873726 w 12192000"/>
              <a:gd name="connsiteY10" fmla="*/ 580253 h 1203824"/>
              <a:gd name="connsiteX11" fmla="*/ 10821306 w 12192000"/>
              <a:gd name="connsiteY11" fmla="*/ 593207 h 1203824"/>
              <a:gd name="connsiteX12" fmla="*/ 10530811 w 12192000"/>
              <a:gd name="connsiteY12" fmla="*/ 612184 h 1203824"/>
              <a:gd name="connsiteX13" fmla="*/ 10426049 w 12192000"/>
              <a:gd name="connsiteY13" fmla="*/ 623354 h 1203824"/>
              <a:gd name="connsiteX14" fmla="*/ 10329156 w 12192000"/>
              <a:gd name="connsiteY14" fmla="*/ 630948 h 1203824"/>
              <a:gd name="connsiteX15" fmla="*/ 10194727 w 12192000"/>
              <a:gd name="connsiteY15" fmla="*/ 648617 h 1203824"/>
              <a:gd name="connsiteX16" fmla="*/ 10055906 w 12192000"/>
              <a:gd name="connsiteY16" fmla="*/ 671256 h 1203824"/>
              <a:gd name="connsiteX17" fmla="*/ 9900551 w 12192000"/>
              <a:gd name="connsiteY17" fmla="*/ 692855 h 1203824"/>
              <a:gd name="connsiteX18" fmla="*/ 9838464 w 12192000"/>
              <a:gd name="connsiteY18" fmla="*/ 696804 h 1203824"/>
              <a:gd name="connsiteX19" fmla="*/ 9672957 w 12192000"/>
              <a:gd name="connsiteY19" fmla="*/ 723816 h 1203824"/>
              <a:gd name="connsiteX20" fmla="*/ 9585066 w 12192000"/>
              <a:gd name="connsiteY20" fmla="*/ 730692 h 1203824"/>
              <a:gd name="connsiteX21" fmla="*/ 9441407 w 12192000"/>
              <a:gd name="connsiteY21" fmla="*/ 750055 h 1203824"/>
              <a:gd name="connsiteX22" fmla="*/ 9394459 w 12192000"/>
              <a:gd name="connsiteY22" fmla="*/ 755431 h 1203824"/>
              <a:gd name="connsiteX23" fmla="*/ 9352590 w 12192000"/>
              <a:gd name="connsiteY23" fmla="*/ 760650 h 1203824"/>
              <a:gd name="connsiteX24" fmla="*/ 9211614 w 12192000"/>
              <a:gd name="connsiteY24" fmla="*/ 796248 h 1203824"/>
              <a:gd name="connsiteX25" fmla="*/ 9084667 w 12192000"/>
              <a:gd name="connsiteY25" fmla="*/ 815303 h 1203824"/>
              <a:gd name="connsiteX26" fmla="*/ 8863666 w 12192000"/>
              <a:gd name="connsiteY26" fmla="*/ 859298 h 1203824"/>
              <a:gd name="connsiteX27" fmla="*/ 8813796 w 12192000"/>
              <a:gd name="connsiteY27" fmla="*/ 862070 h 1203824"/>
              <a:gd name="connsiteX28" fmla="*/ 8659351 w 12192000"/>
              <a:gd name="connsiteY28" fmla="*/ 882406 h 1203824"/>
              <a:gd name="connsiteX29" fmla="*/ 8571352 w 12192000"/>
              <a:gd name="connsiteY29" fmla="*/ 893639 h 1203824"/>
              <a:gd name="connsiteX30" fmla="*/ 8464106 w 12192000"/>
              <a:gd name="connsiteY30" fmla="*/ 918004 h 1203824"/>
              <a:gd name="connsiteX31" fmla="*/ 8278324 w 12192000"/>
              <a:gd name="connsiteY31" fmla="*/ 963769 h 1203824"/>
              <a:gd name="connsiteX32" fmla="*/ 8229128 w 12192000"/>
              <a:gd name="connsiteY32" fmla="*/ 973810 h 1203824"/>
              <a:gd name="connsiteX33" fmla="*/ 8139751 w 12192000"/>
              <a:gd name="connsiteY33" fmla="*/ 995815 h 1203824"/>
              <a:gd name="connsiteX34" fmla="*/ 8123571 w 12192000"/>
              <a:gd name="connsiteY34" fmla="*/ 999822 h 1203824"/>
              <a:gd name="connsiteX35" fmla="*/ 7988699 w 12192000"/>
              <a:gd name="connsiteY35" fmla="*/ 1042479 h 1203824"/>
              <a:gd name="connsiteX36" fmla="*/ 7917214 w 12192000"/>
              <a:gd name="connsiteY36" fmla="*/ 1054565 h 1203824"/>
              <a:gd name="connsiteX37" fmla="*/ 7710915 w 12192000"/>
              <a:gd name="connsiteY37" fmla="*/ 1084190 h 1203824"/>
              <a:gd name="connsiteX38" fmla="*/ 7622959 w 12192000"/>
              <a:gd name="connsiteY38" fmla="*/ 1093150 h 1203824"/>
              <a:gd name="connsiteX39" fmla="*/ 7410782 w 12192000"/>
              <a:gd name="connsiteY39" fmla="*/ 1109640 h 1203824"/>
              <a:gd name="connsiteX40" fmla="*/ 7277754 w 12192000"/>
              <a:gd name="connsiteY40" fmla="*/ 1121822 h 1203824"/>
              <a:gd name="connsiteX41" fmla="*/ 7124540 w 12192000"/>
              <a:gd name="connsiteY41" fmla="*/ 1132918 h 1203824"/>
              <a:gd name="connsiteX42" fmla="*/ 6949752 w 12192000"/>
              <a:gd name="connsiteY42" fmla="*/ 1151058 h 1203824"/>
              <a:gd name="connsiteX43" fmla="*/ 6630249 w 12192000"/>
              <a:gd name="connsiteY43" fmla="*/ 1176063 h 1203824"/>
              <a:gd name="connsiteX44" fmla="*/ 6320634 w 12192000"/>
              <a:gd name="connsiteY44" fmla="*/ 1198901 h 1203824"/>
              <a:gd name="connsiteX45" fmla="*/ 6192343 w 12192000"/>
              <a:gd name="connsiteY45" fmla="*/ 1198323 h 1203824"/>
              <a:gd name="connsiteX46" fmla="*/ 5966562 w 12192000"/>
              <a:gd name="connsiteY46" fmla="*/ 1203723 h 1203824"/>
              <a:gd name="connsiteX47" fmla="*/ 5867227 w 12192000"/>
              <a:gd name="connsiteY47" fmla="*/ 1201847 h 1203824"/>
              <a:gd name="connsiteX48" fmla="*/ 5630172 w 12192000"/>
              <a:gd name="connsiteY48" fmla="*/ 1202248 h 1203824"/>
              <a:gd name="connsiteX49" fmla="*/ 5348949 w 12192000"/>
              <a:gd name="connsiteY49" fmla="*/ 1191768 h 1203824"/>
              <a:gd name="connsiteX50" fmla="*/ 5241228 w 12192000"/>
              <a:gd name="connsiteY50" fmla="*/ 1192408 h 1203824"/>
              <a:gd name="connsiteX51" fmla="*/ 4971133 w 12192000"/>
              <a:gd name="connsiteY51" fmla="*/ 1193559 h 1203824"/>
              <a:gd name="connsiteX52" fmla="*/ 4869416 w 12192000"/>
              <a:gd name="connsiteY52" fmla="*/ 1200519 h 1203824"/>
              <a:gd name="connsiteX53" fmla="*/ 4753274 w 12192000"/>
              <a:gd name="connsiteY53" fmla="*/ 1200850 h 1203824"/>
              <a:gd name="connsiteX54" fmla="*/ 4611883 w 12192000"/>
              <a:gd name="connsiteY54" fmla="*/ 1192701 h 1203824"/>
              <a:gd name="connsiteX55" fmla="*/ 4376825 w 12192000"/>
              <a:gd name="connsiteY55" fmla="*/ 1184131 h 1203824"/>
              <a:gd name="connsiteX56" fmla="*/ 4285471 w 12192000"/>
              <a:gd name="connsiteY56" fmla="*/ 1187158 h 1203824"/>
              <a:gd name="connsiteX57" fmla="*/ 3866543 w 12192000"/>
              <a:gd name="connsiteY57" fmla="*/ 1181596 h 1203824"/>
              <a:gd name="connsiteX58" fmla="*/ 3651342 w 12192000"/>
              <a:gd name="connsiteY58" fmla="*/ 1174348 h 1203824"/>
              <a:gd name="connsiteX59" fmla="*/ 3518453 w 12192000"/>
              <a:gd name="connsiteY59" fmla="*/ 1177258 h 1203824"/>
              <a:gd name="connsiteX60" fmla="*/ 3400818 w 12192000"/>
              <a:gd name="connsiteY60" fmla="*/ 1169685 h 1203824"/>
              <a:gd name="connsiteX61" fmla="*/ 3037154 w 12192000"/>
              <a:gd name="connsiteY61" fmla="*/ 1153217 h 1203824"/>
              <a:gd name="connsiteX62" fmla="*/ 2866260 w 12192000"/>
              <a:gd name="connsiteY62" fmla="*/ 1132283 h 1203824"/>
              <a:gd name="connsiteX63" fmla="*/ 2582173 w 12192000"/>
              <a:gd name="connsiteY63" fmla="*/ 1088979 h 1203824"/>
              <a:gd name="connsiteX64" fmla="*/ 2395406 w 12192000"/>
              <a:gd name="connsiteY64" fmla="*/ 1035945 h 1203824"/>
              <a:gd name="connsiteX65" fmla="*/ 2294751 w 12192000"/>
              <a:gd name="connsiteY65" fmla="*/ 1014618 h 1203824"/>
              <a:gd name="connsiteX66" fmla="*/ 2122944 w 12192000"/>
              <a:gd name="connsiteY66" fmla="*/ 984751 h 1203824"/>
              <a:gd name="connsiteX67" fmla="*/ 1905504 w 12192000"/>
              <a:gd name="connsiteY67" fmla="*/ 941380 h 1203824"/>
              <a:gd name="connsiteX68" fmla="*/ 1671045 w 12192000"/>
              <a:gd name="connsiteY68" fmla="*/ 924228 h 1203824"/>
              <a:gd name="connsiteX69" fmla="*/ 1543856 w 12192000"/>
              <a:gd name="connsiteY69" fmla="*/ 898190 h 1203824"/>
              <a:gd name="connsiteX70" fmla="*/ 1419784 w 12192000"/>
              <a:gd name="connsiteY70" fmla="*/ 868500 h 1203824"/>
              <a:gd name="connsiteX71" fmla="*/ 1355116 w 12192000"/>
              <a:gd name="connsiteY71" fmla="*/ 849214 h 1203824"/>
              <a:gd name="connsiteX72" fmla="*/ 1223713 w 12192000"/>
              <a:gd name="connsiteY72" fmla="*/ 821702 h 1203824"/>
              <a:gd name="connsiteX73" fmla="*/ 1094193 w 12192000"/>
              <a:gd name="connsiteY73" fmla="*/ 804872 h 1203824"/>
              <a:gd name="connsiteX74" fmla="*/ 1001115 w 12192000"/>
              <a:gd name="connsiteY74" fmla="*/ 783030 h 1203824"/>
              <a:gd name="connsiteX75" fmla="*/ 879548 w 12192000"/>
              <a:gd name="connsiteY75" fmla="*/ 747884 h 1203824"/>
              <a:gd name="connsiteX76" fmla="*/ 711163 w 12192000"/>
              <a:gd name="connsiteY76" fmla="*/ 719039 h 1203824"/>
              <a:gd name="connsiteX77" fmla="*/ 557941 w 12192000"/>
              <a:gd name="connsiteY77" fmla="*/ 707101 h 1203824"/>
              <a:gd name="connsiteX78" fmla="*/ 480347 w 12192000"/>
              <a:gd name="connsiteY78" fmla="*/ 668702 h 1203824"/>
              <a:gd name="connsiteX79" fmla="*/ 296224 w 12192000"/>
              <a:gd name="connsiteY79" fmla="*/ 603583 h 1203824"/>
              <a:gd name="connsiteX80" fmla="*/ 72689 w 12192000"/>
              <a:gd name="connsiteY80" fmla="*/ 560892 h 1203824"/>
              <a:gd name="connsiteX81" fmla="*/ 0 w 12192000"/>
              <a:gd name="connsiteY81" fmla="*/ 543486 h 1203824"/>
              <a:gd name="connsiteX82" fmla="*/ 0 w 12192000"/>
              <a:gd name="connsiteY82" fmla="*/ 384357 h 1203824"/>
              <a:gd name="connsiteX83" fmla="*/ 51784 w 12192000"/>
              <a:gd name="connsiteY83" fmla="*/ 393937 h 1203824"/>
              <a:gd name="connsiteX84" fmla="*/ 205561 w 12192000"/>
              <a:gd name="connsiteY84" fmla="*/ 414859 h 1203824"/>
              <a:gd name="connsiteX85" fmla="*/ 354391 w 12192000"/>
              <a:gd name="connsiteY85" fmla="*/ 426667 h 1203824"/>
              <a:gd name="connsiteX86" fmla="*/ 448281 w 12192000"/>
              <a:gd name="connsiteY86" fmla="*/ 436308 h 1203824"/>
              <a:gd name="connsiteX87" fmla="*/ 611518 w 12192000"/>
              <a:gd name="connsiteY87" fmla="*/ 434166 h 1203824"/>
              <a:gd name="connsiteX88" fmla="*/ 746076 w 12192000"/>
              <a:gd name="connsiteY88" fmla="*/ 422520 h 1203824"/>
              <a:gd name="connsiteX89" fmla="*/ 902724 w 12192000"/>
              <a:gd name="connsiteY89" fmla="*/ 409989 h 1203824"/>
              <a:gd name="connsiteX90" fmla="*/ 1113854 w 12192000"/>
              <a:gd name="connsiteY90" fmla="*/ 414230 h 1203824"/>
              <a:gd name="connsiteX91" fmla="*/ 1333449 w 12192000"/>
              <a:gd name="connsiteY91" fmla="*/ 459938 h 1203824"/>
              <a:gd name="connsiteX92" fmla="*/ 1408608 w 12192000"/>
              <a:gd name="connsiteY92" fmla="*/ 458278 h 1203824"/>
              <a:gd name="connsiteX93" fmla="*/ 1630191 w 12192000"/>
              <a:gd name="connsiteY93" fmla="*/ 403061 h 1203824"/>
              <a:gd name="connsiteX94" fmla="*/ 1956289 w 12192000"/>
              <a:gd name="connsiteY94" fmla="*/ 332366 h 1203824"/>
              <a:gd name="connsiteX95" fmla="*/ 2042814 w 12192000"/>
              <a:gd name="connsiteY95" fmla="*/ 344002 h 1203824"/>
              <a:gd name="connsiteX96" fmla="*/ 2183420 w 12192000"/>
              <a:gd name="connsiteY96" fmla="*/ 369635 h 1203824"/>
              <a:gd name="connsiteX97" fmla="*/ 2269566 w 12192000"/>
              <a:gd name="connsiteY97" fmla="*/ 439859 h 1203824"/>
              <a:gd name="connsiteX98" fmla="*/ 2331129 w 12192000"/>
              <a:gd name="connsiteY98" fmla="*/ 524163 h 1203824"/>
              <a:gd name="connsiteX99" fmla="*/ 2385112 w 12192000"/>
              <a:gd name="connsiteY99" fmla="*/ 555357 h 1203824"/>
              <a:gd name="connsiteX100" fmla="*/ 2444033 w 12192000"/>
              <a:gd name="connsiteY100" fmla="*/ 572629 h 1203824"/>
              <a:gd name="connsiteX101" fmla="*/ 2525979 w 12192000"/>
              <a:gd name="connsiteY101" fmla="*/ 603233 h 1203824"/>
              <a:gd name="connsiteX102" fmla="*/ 2603911 w 12192000"/>
              <a:gd name="connsiteY102" fmla="*/ 684825 h 1203824"/>
              <a:gd name="connsiteX103" fmla="*/ 2678828 w 12192000"/>
              <a:gd name="connsiteY103" fmla="*/ 706990 h 1203824"/>
              <a:gd name="connsiteX104" fmla="*/ 2738094 w 12192000"/>
              <a:gd name="connsiteY104" fmla="*/ 711376 h 1203824"/>
              <a:gd name="connsiteX105" fmla="*/ 2983806 w 12192000"/>
              <a:gd name="connsiteY105" fmla="*/ 728243 h 1203824"/>
              <a:gd name="connsiteX106" fmla="*/ 3013997 w 12192000"/>
              <a:gd name="connsiteY106" fmla="*/ 725446 h 1203824"/>
              <a:gd name="connsiteX107" fmla="*/ 3364419 w 12192000"/>
              <a:gd name="connsiteY107" fmla="*/ 720577 h 1203824"/>
              <a:gd name="connsiteX108" fmla="*/ 3460521 w 12192000"/>
              <a:gd name="connsiteY108" fmla="*/ 717628 h 1203824"/>
              <a:gd name="connsiteX109" fmla="*/ 3710982 w 12192000"/>
              <a:gd name="connsiteY109" fmla="*/ 714182 h 1203824"/>
              <a:gd name="connsiteX110" fmla="*/ 3850961 w 12192000"/>
              <a:gd name="connsiteY110" fmla="*/ 778802 h 1203824"/>
              <a:gd name="connsiteX111" fmla="*/ 3946286 w 12192000"/>
              <a:gd name="connsiteY111" fmla="*/ 816372 h 1203824"/>
              <a:gd name="connsiteX112" fmla="*/ 4065132 w 12192000"/>
              <a:gd name="connsiteY112" fmla="*/ 832459 h 1203824"/>
              <a:gd name="connsiteX113" fmla="*/ 4132173 w 12192000"/>
              <a:gd name="connsiteY113" fmla="*/ 835167 h 1203824"/>
              <a:gd name="connsiteX114" fmla="*/ 4305858 w 12192000"/>
              <a:gd name="connsiteY114" fmla="*/ 804156 h 1203824"/>
              <a:gd name="connsiteX115" fmla="*/ 4382131 w 12192000"/>
              <a:gd name="connsiteY115" fmla="*/ 769481 h 1203824"/>
              <a:gd name="connsiteX116" fmla="*/ 4453289 w 12192000"/>
              <a:gd name="connsiteY116" fmla="*/ 752531 h 1203824"/>
              <a:gd name="connsiteX117" fmla="*/ 4657971 w 12192000"/>
              <a:gd name="connsiteY117" fmla="*/ 795835 h 1203824"/>
              <a:gd name="connsiteX118" fmla="*/ 4682399 w 12192000"/>
              <a:gd name="connsiteY118" fmla="*/ 813876 h 1203824"/>
              <a:gd name="connsiteX119" fmla="*/ 4771814 w 12192000"/>
              <a:gd name="connsiteY119" fmla="*/ 907046 h 1203824"/>
              <a:gd name="connsiteX120" fmla="*/ 4827520 w 12192000"/>
              <a:gd name="connsiteY120" fmla="*/ 929876 h 1203824"/>
              <a:gd name="connsiteX121" fmla="*/ 4849942 w 12192000"/>
              <a:gd name="connsiteY121" fmla="*/ 933851 h 1203824"/>
              <a:gd name="connsiteX122" fmla="*/ 5009626 w 12192000"/>
              <a:gd name="connsiteY122" fmla="*/ 957896 h 1203824"/>
              <a:gd name="connsiteX123" fmla="*/ 5158711 w 12192000"/>
              <a:gd name="connsiteY123" fmla="*/ 963814 h 1203824"/>
              <a:gd name="connsiteX124" fmla="*/ 5376427 w 12192000"/>
              <a:gd name="connsiteY124" fmla="*/ 963151 h 1203824"/>
              <a:gd name="connsiteX125" fmla="*/ 5475787 w 12192000"/>
              <a:gd name="connsiteY125" fmla="*/ 980508 h 1203824"/>
              <a:gd name="connsiteX126" fmla="*/ 5653401 w 12192000"/>
              <a:gd name="connsiteY126" fmla="*/ 987268 h 1203824"/>
              <a:gd name="connsiteX127" fmla="*/ 5726340 w 12192000"/>
              <a:gd name="connsiteY127" fmla="*/ 985357 h 1203824"/>
              <a:gd name="connsiteX128" fmla="*/ 5790563 w 12192000"/>
              <a:gd name="connsiteY128" fmla="*/ 991300 h 1203824"/>
              <a:gd name="connsiteX129" fmla="*/ 5860260 w 12192000"/>
              <a:gd name="connsiteY129" fmla="*/ 1004958 h 1203824"/>
              <a:gd name="connsiteX130" fmla="*/ 6042101 w 12192000"/>
              <a:gd name="connsiteY130" fmla="*/ 1036226 h 1203824"/>
              <a:gd name="connsiteX131" fmla="*/ 6301998 w 12192000"/>
              <a:gd name="connsiteY131" fmla="*/ 989138 h 1203824"/>
              <a:gd name="connsiteX132" fmla="*/ 6452025 w 12192000"/>
              <a:gd name="connsiteY132" fmla="*/ 968489 h 1203824"/>
              <a:gd name="connsiteX133" fmla="*/ 6589205 w 12192000"/>
              <a:gd name="connsiteY133" fmla="*/ 939474 h 1203824"/>
              <a:gd name="connsiteX134" fmla="*/ 6631069 w 12192000"/>
              <a:gd name="connsiteY134" fmla="*/ 911222 h 1203824"/>
              <a:gd name="connsiteX135" fmla="*/ 6828274 w 12192000"/>
              <a:gd name="connsiteY135" fmla="*/ 942941 h 1203824"/>
              <a:gd name="connsiteX136" fmla="*/ 6900803 w 12192000"/>
              <a:gd name="connsiteY136" fmla="*/ 984140 h 1203824"/>
              <a:gd name="connsiteX137" fmla="*/ 7034668 w 12192000"/>
              <a:gd name="connsiteY137" fmla="*/ 1018665 h 1203824"/>
              <a:gd name="connsiteX138" fmla="*/ 7281067 w 12192000"/>
              <a:gd name="connsiteY138" fmla="*/ 966327 h 1203824"/>
              <a:gd name="connsiteX139" fmla="*/ 7412780 w 12192000"/>
              <a:gd name="connsiteY139" fmla="*/ 909206 h 1203824"/>
              <a:gd name="connsiteX140" fmla="*/ 7500327 w 12192000"/>
              <a:gd name="connsiteY140" fmla="*/ 894826 h 1203824"/>
              <a:gd name="connsiteX141" fmla="*/ 7662324 w 12192000"/>
              <a:gd name="connsiteY141" fmla="*/ 927415 h 1203824"/>
              <a:gd name="connsiteX142" fmla="*/ 7725334 w 12192000"/>
              <a:gd name="connsiteY142" fmla="*/ 924844 h 1203824"/>
              <a:gd name="connsiteX143" fmla="*/ 7833279 w 12192000"/>
              <a:gd name="connsiteY143" fmla="*/ 913031 h 1203824"/>
              <a:gd name="connsiteX144" fmla="*/ 7928605 w 12192000"/>
              <a:gd name="connsiteY144" fmla="*/ 881683 h 1203824"/>
              <a:gd name="connsiteX145" fmla="*/ 8146597 w 12192000"/>
              <a:gd name="connsiteY145" fmla="*/ 762968 h 1203824"/>
              <a:gd name="connsiteX146" fmla="*/ 8183577 w 12192000"/>
              <a:gd name="connsiteY146" fmla="*/ 749005 h 1203824"/>
              <a:gd name="connsiteX147" fmla="*/ 8250224 w 12192000"/>
              <a:gd name="connsiteY147" fmla="*/ 733642 h 1203824"/>
              <a:gd name="connsiteX148" fmla="*/ 8505929 w 12192000"/>
              <a:gd name="connsiteY148" fmla="*/ 626542 h 1203824"/>
              <a:gd name="connsiteX149" fmla="*/ 8564194 w 12192000"/>
              <a:gd name="connsiteY149" fmla="*/ 618796 h 1203824"/>
              <a:gd name="connsiteX150" fmla="*/ 8660705 w 12192000"/>
              <a:gd name="connsiteY150" fmla="*/ 611069 h 1203824"/>
              <a:gd name="connsiteX151" fmla="*/ 8762255 w 12192000"/>
              <a:gd name="connsiteY151" fmla="*/ 585060 h 1203824"/>
              <a:gd name="connsiteX152" fmla="*/ 8836439 w 12192000"/>
              <a:gd name="connsiteY152" fmla="*/ 566358 h 1203824"/>
              <a:gd name="connsiteX153" fmla="*/ 9050728 w 12192000"/>
              <a:gd name="connsiteY153" fmla="*/ 559575 h 1203824"/>
              <a:gd name="connsiteX154" fmla="*/ 9229627 w 12192000"/>
              <a:gd name="connsiteY154" fmla="*/ 557464 h 1203824"/>
              <a:gd name="connsiteX155" fmla="*/ 9253451 w 12192000"/>
              <a:gd name="connsiteY155" fmla="*/ 550855 h 1203824"/>
              <a:gd name="connsiteX156" fmla="*/ 9484214 w 12192000"/>
              <a:gd name="connsiteY156" fmla="*/ 498671 h 1203824"/>
              <a:gd name="connsiteX157" fmla="*/ 9582633 w 12192000"/>
              <a:gd name="connsiteY157" fmla="*/ 458384 h 1203824"/>
              <a:gd name="connsiteX158" fmla="*/ 9719670 w 12192000"/>
              <a:gd name="connsiteY158" fmla="*/ 415607 h 1203824"/>
              <a:gd name="connsiteX159" fmla="*/ 9871784 w 12192000"/>
              <a:gd name="connsiteY159" fmla="*/ 366147 h 1203824"/>
              <a:gd name="connsiteX160" fmla="*/ 9984494 w 12192000"/>
              <a:gd name="connsiteY160" fmla="*/ 336660 h 1203824"/>
              <a:gd name="connsiteX161" fmla="*/ 10154708 w 12192000"/>
              <a:gd name="connsiteY161" fmla="*/ 322193 h 1203824"/>
              <a:gd name="connsiteX162" fmla="*/ 10190446 w 12192000"/>
              <a:gd name="connsiteY162" fmla="*/ 325025 h 1203824"/>
              <a:gd name="connsiteX163" fmla="*/ 10530736 w 12192000"/>
              <a:gd name="connsiteY163" fmla="*/ 335953 h 1203824"/>
              <a:gd name="connsiteX164" fmla="*/ 10752157 w 12192000"/>
              <a:gd name="connsiteY164" fmla="*/ 305117 h 1203824"/>
              <a:gd name="connsiteX165" fmla="*/ 10824452 w 12192000"/>
              <a:gd name="connsiteY165" fmla="*/ 285927 h 1203824"/>
              <a:gd name="connsiteX166" fmla="*/ 10953152 w 12192000"/>
              <a:gd name="connsiteY166" fmla="*/ 228102 h 1203824"/>
              <a:gd name="connsiteX167" fmla="*/ 11011614 w 12192000"/>
              <a:gd name="connsiteY167" fmla="*/ 214096 h 1203824"/>
              <a:gd name="connsiteX168" fmla="*/ 11116031 w 12192000"/>
              <a:gd name="connsiteY168" fmla="*/ 195421 h 1203824"/>
              <a:gd name="connsiteX169" fmla="*/ 11344303 w 12192000"/>
              <a:gd name="connsiteY169" fmla="*/ 166629 h 1203824"/>
              <a:gd name="connsiteX170" fmla="*/ 11639050 w 12192000"/>
              <a:gd name="connsiteY170" fmla="*/ 108526 h 1203824"/>
              <a:gd name="connsiteX171" fmla="*/ 11757532 w 12192000"/>
              <a:gd name="connsiteY171" fmla="*/ 96530 h 1203824"/>
              <a:gd name="connsiteX172" fmla="*/ 11885799 w 12192000"/>
              <a:gd name="connsiteY172" fmla="*/ 86728 h 1203824"/>
              <a:gd name="connsiteX173" fmla="*/ 11922874 w 12192000"/>
              <a:gd name="connsiteY173" fmla="*/ 81060 h 1203824"/>
              <a:gd name="connsiteX174" fmla="*/ 12115331 w 12192000"/>
              <a:gd name="connsiteY174" fmla="*/ 33587 h 1203824"/>
              <a:gd name="connsiteX175" fmla="*/ 12158080 w 12192000"/>
              <a:gd name="connsiteY175" fmla="*/ 14081 h 120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1203824">
                <a:moveTo>
                  <a:pt x="12192000" y="0"/>
                </a:moveTo>
                <a:lnTo>
                  <a:pt x="12192000" y="463429"/>
                </a:lnTo>
                <a:lnTo>
                  <a:pt x="12190876" y="463512"/>
                </a:lnTo>
                <a:cubicBezTo>
                  <a:pt x="12153133" y="467010"/>
                  <a:pt x="12115042" y="473200"/>
                  <a:pt x="12077245" y="476327"/>
                </a:cubicBezTo>
                <a:cubicBezTo>
                  <a:pt x="12046307" y="479040"/>
                  <a:pt x="12015359" y="479114"/>
                  <a:pt x="11984517" y="479927"/>
                </a:cubicBezTo>
                <a:cubicBezTo>
                  <a:pt x="11973265" y="480210"/>
                  <a:pt x="11961485" y="476792"/>
                  <a:pt x="11951600" y="478957"/>
                </a:cubicBezTo>
                <a:cubicBezTo>
                  <a:pt x="11853497" y="501074"/>
                  <a:pt x="11777036" y="475730"/>
                  <a:pt x="11690904" y="471970"/>
                </a:cubicBezTo>
                <a:cubicBezTo>
                  <a:pt x="11600358" y="467893"/>
                  <a:pt x="11511400" y="454530"/>
                  <a:pt x="11413965" y="476172"/>
                </a:cubicBezTo>
                <a:cubicBezTo>
                  <a:pt x="11355010" y="489304"/>
                  <a:pt x="11299073" y="508237"/>
                  <a:pt x="11240739" y="523169"/>
                </a:cubicBezTo>
                <a:cubicBezTo>
                  <a:pt x="11219994" y="528395"/>
                  <a:pt x="11196384" y="531385"/>
                  <a:pt x="11175005" y="532169"/>
                </a:cubicBezTo>
                <a:cubicBezTo>
                  <a:pt x="11071819" y="536506"/>
                  <a:pt x="10971303" y="549336"/>
                  <a:pt x="10873726" y="580253"/>
                </a:cubicBezTo>
                <a:cubicBezTo>
                  <a:pt x="10856992" y="585473"/>
                  <a:pt x="10839156" y="590660"/>
                  <a:pt x="10821306" y="593207"/>
                </a:cubicBezTo>
                <a:cubicBezTo>
                  <a:pt x="10723500" y="607162"/>
                  <a:pt x="10626924" y="616976"/>
                  <a:pt x="10530811" y="612184"/>
                </a:cubicBezTo>
                <a:cubicBezTo>
                  <a:pt x="10498527" y="610559"/>
                  <a:pt x="10460885" y="619895"/>
                  <a:pt x="10426049" y="623354"/>
                </a:cubicBezTo>
                <a:cubicBezTo>
                  <a:pt x="10393740" y="626644"/>
                  <a:pt x="10360820" y="630774"/>
                  <a:pt x="10329156" y="630948"/>
                </a:cubicBezTo>
                <a:cubicBezTo>
                  <a:pt x="10282924" y="631125"/>
                  <a:pt x="10240698" y="636395"/>
                  <a:pt x="10194727" y="648617"/>
                </a:cubicBezTo>
                <a:cubicBezTo>
                  <a:pt x="10150847" y="660165"/>
                  <a:pt x="10102287" y="664450"/>
                  <a:pt x="10055906" y="671256"/>
                </a:cubicBezTo>
                <a:cubicBezTo>
                  <a:pt x="10004174" y="678826"/>
                  <a:pt x="9952442" y="686395"/>
                  <a:pt x="9900551" y="692855"/>
                </a:cubicBezTo>
                <a:cubicBezTo>
                  <a:pt x="9879793" y="695439"/>
                  <a:pt x="9855180" y="691398"/>
                  <a:pt x="9838464" y="696804"/>
                </a:cubicBezTo>
                <a:cubicBezTo>
                  <a:pt x="9784563" y="714690"/>
                  <a:pt x="9727517" y="710557"/>
                  <a:pt x="9672957" y="723816"/>
                </a:cubicBezTo>
                <a:cubicBezTo>
                  <a:pt x="9646220" y="730464"/>
                  <a:pt x="9614440" y="727257"/>
                  <a:pt x="9585066" y="730692"/>
                </a:cubicBezTo>
                <a:cubicBezTo>
                  <a:pt x="9537047" y="736221"/>
                  <a:pt x="9489294" y="743601"/>
                  <a:pt x="9441407" y="750055"/>
                </a:cubicBezTo>
                <a:cubicBezTo>
                  <a:pt x="9425674" y="752111"/>
                  <a:pt x="9410218" y="753561"/>
                  <a:pt x="9394459" y="755431"/>
                </a:cubicBezTo>
                <a:cubicBezTo>
                  <a:pt x="9380484" y="757048"/>
                  <a:pt x="9365611" y="757472"/>
                  <a:pt x="9352590" y="760650"/>
                </a:cubicBezTo>
                <a:cubicBezTo>
                  <a:pt x="9305415" y="772102"/>
                  <a:pt x="9259379" y="786411"/>
                  <a:pt x="9211614" y="796248"/>
                </a:cubicBezTo>
                <a:cubicBezTo>
                  <a:pt x="9170220" y="804796"/>
                  <a:pt x="9126523" y="807444"/>
                  <a:pt x="9084667" y="815303"/>
                </a:cubicBezTo>
                <a:cubicBezTo>
                  <a:pt x="9010868" y="829042"/>
                  <a:pt x="8937412" y="845188"/>
                  <a:pt x="8863666" y="859298"/>
                </a:cubicBezTo>
                <a:cubicBezTo>
                  <a:pt x="8847706" y="862330"/>
                  <a:pt x="8830271" y="860096"/>
                  <a:pt x="8813796" y="862070"/>
                </a:cubicBezTo>
                <a:cubicBezTo>
                  <a:pt x="8762262" y="868479"/>
                  <a:pt x="8710833" y="875626"/>
                  <a:pt x="8659351" y="882406"/>
                </a:cubicBezTo>
                <a:cubicBezTo>
                  <a:pt x="8630055" y="886396"/>
                  <a:pt x="8600505" y="891179"/>
                  <a:pt x="8571352" y="893639"/>
                </a:cubicBezTo>
                <a:cubicBezTo>
                  <a:pt x="8532843" y="896868"/>
                  <a:pt x="8497743" y="898476"/>
                  <a:pt x="8464106" y="918004"/>
                </a:cubicBezTo>
                <a:cubicBezTo>
                  <a:pt x="8412327" y="948238"/>
                  <a:pt x="8341122" y="949523"/>
                  <a:pt x="8278324" y="963769"/>
                </a:cubicBezTo>
                <a:cubicBezTo>
                  <a:pt x="8262086" y="967408"/>
                  <a:pt x="8245335" y="969987"/>
                  <a:pt x="8229128" y="973810"/>
                </a:cubicBezTo>
                <a:cubicBezTo>
                  <a:pt x="8199180" y="980915"/>
                  <a:pt x="8169646" y="988338"/>
                  <a:pt x="8139751" y="995815"/>
                </a:cubicBezTo>
                <a:cubicBezTo>
                  <a:pt x="8134478" y="997132"/>
                  <a:pt x="8128438" y="998185"/>
                  <a:pt x="8123571" y="999822"/>
                </a:cubicBezTo>
                <a:cubicBezTo>
                  <a:pt x="8078628" y="1014164"/>
                  <a:pt x="8034565" y="1029514"/>
                  <a:pt x="7988699" y="1042479"/>
                </a:cubicBezTo>
                <a:cubicBezTo>
                  <a:pt x="7966302" y="1048884"/>
                  <a:pt x="7941011" y="1052871"/>
                  <a:pt x="7917214" y="1054565"/>
                </a:cubicBezTo>
                <a:cubicBezTo>
                  <a:pt x="7847636" y="1059584"/>
                  <a:pt x="7779165" y="1067276"/>
                  <a:pt x="7710915" y="1084190"/>
                </a:cubicBezTo>
                <a:cubicBezTo>
                  <a:pt x="7683826" y="1090885"/>
                  <a:pt x="7652466" y="1090640"/>
                  <a:pt x="7622959" y="1093150"/>
                </a:cubicBezTo>
                <a:cubicBezTo>
                  <a:pt x="7552361" y="1098691"/>
                  <a:pt x="7481710" y="1103861"/>
                  <a:pt x="7410782" y="1109640"/>
                </a:cubicBezTo>
                <a:cubicBezTo>
                  <a:pt x="7366505" y="1113312"/>
                  <a:pt x="7322030" y="1118147"/>
                  <a:pt x="7277754" y="1121822"/>
                </a:cubicBezTo>
                <a:cubicBezTo>
                  <a:pt x="7226619" y="1125906"/>
                  <a:pt x="7175601" y="1128277"/>
                  <a:pt x="7124540" y="1132918"/>
                </a:cubicBezTo>
                <a:cubicBezTo>
                  <a:pt x="7066293" y="1138207"/>
                  <a:pt x="7008028" y="1145955"/>
                  <a:pt x="6949752" y="1151058"/>
                </a:cubicBezTo>
                <a:cubicBezTo>
                  <a:pt x="6843217" y="1160027"/>
                  <a:pt x="6736882" y="1167834"/>
                  <a:pt x="6630249" y="1176063"/>
                </a:cubicBezTo>
                <a:cubicBezTo>
                  <a:pt x="6526849" y="1184018"/>
                  <a:pt x="6423556" y="1192713"/>
                  <a:pt x="6320634" y="1198901"/>
                </a:cubicBezTo>
                <a:cubicBezTo>
                  <a:pt x="6277297" y="1201496"/>
                  <a:pt x="6235232" y="1197679"/>
                  <a:pt x="6192343" y="1198323"/>
                </a:cubicBezTo>
                <a:cubicBezTo>
                  <a:pt x="6117131" y="1199612"/>
                  <a:pt x="6041418" y="1202485"/>
                  <a:pt x="5966562" y="1203723"/>
                </a:cubicBezTo>
                <a:cubicBezTo>
                  <a:pt x="5933144" y="1204338"/>
                  <a:pt x="5900754" y="1201974"/>
                  <a:pt x="5867227" y="1201847"/>
                </a:cubicBezTo>
                <a:cubicBezTo>
                  <a:pt x="5788180" y="1201796"/>
                  <a:pt x="5708354" y="1203933"/>
                  <a:pt x="5630172" y="1202248"/>
                </a:cubicBezTo>
                <a:cubicBezTo>
                  <a:pt x="5535908" y="1200213"/>
                  <a:pt x="5442984" y="1194779"/>
                  <a:pt x="5348949" y="1191768"/>
                </a:cubicBezTo>
                <a:cubicBezTo>
                  <a:pt x="5313810" y="1190551"/>
                  <a:pt x="5277251" y="1192179"/>
                  <a:pt x="5241228" y="1192408"/>
                </a:cubicBezTo>
                <a:cubicBezTo>
                  <a:pt x="5151316" y="1192775"/>
                  <a:pt x="5061657" y="1192349"/>
                  <a:pt x="4971133" y="1193559"/>
                </a:cubicBezTo>
                <a:cubicBezTo>
                  <a:pt x="4937685" y="1193988"/>
                  <a:pt x="4903114" y="1199299"/>
                  <a:pt x="4869416" y="1200519"/>
                </a:cubicBezTo>
                <a:cubicBezTo>
                  <a:pt x="4830283" y="1201947"/>
                  <a:pt x="4791348" y="1202215"/>
                  <a:pt x="4753274" y="1200850"/>
                </a:cubicBezTo>
                <a:cubicBezTo>
                  <a:pt x="4705682" y="1199144"/>
                  <a:pt x="4659172" y="1194829"/>
                  <a:pt x="4611883" y="1192701"/>
                </a:cubicBezTo>
                <a:cubicBezTo>
                  <a:pt x="4533819" y="1189298"/>
                  <a:pt x="4455420" y="1186135"/>
                  <a:pt x="4376825" y="1184131"/>
                </a:cubicBezTo>
                <a:cubicBezTo>
                  <a:pt x="4347226" y="1183446"/>
                  <a:pt x="4315374" y="1187423"/>
                  <a:pt x="4285471" y="1187158"/>
                </a:cubicBezTo>
                <a:cubicBezTo>
                  <a:pt x="4145774" y="1185753"/>
                  <a:pt x="4006046" y="1184162"/>
                  <a:pt x="3866543" y="1181596"/>
                </a:cubicBezTo>
                <a:cubicBezTo>
                  <a:pt x="3794230" y="1180207"/>
                  <a:pt x="3723633" y="1175551"/>
                  <a:pt x="3651342" y="1174348"/>
                </a:cubicBezTo>
                <a:cubicBezTo>
                  <a:pt x="3607885" y="1173562"/>
                  <a:pt x="3561907" y="1178044"/>
                  <a:pt x="3518453" y="1177258"/>
                </a:cubicBezTo>
                <a:cubicBezTo>
                  <a:pt x="3478287" y="1176568"/>
                  <a:pt x="3440399" y="1171400"/>
                  <a:pt x="3400818" y="1169685"/>
                </a:cubicBezTo>
                <a:cubicBezTo>
                  <a:pt x="3279824" y="1164099"/>
                  <a:pt x="3157310" y="1160621"/>
                  <a:pt x="3037154" y="1153217"/>
                </a:cubicBezTo>
                <a:cubicBezTo>
                  <a:pt x="2978373" y="1149708"/>
                  <a:pt x="2922429" y="1140508"/>
                  <a:pt x="2866260" y="1132283"/>
                </a:cubicBezTo>
                <a:cubicBezTo>
                  <a:pt x="2771049" y="1118489"/>
                  <a:pt x="2677107" y="1103380"/>
                  <a:pt x="2582173" y="1088979"/>
                </a:cubicBezTo>
                <a:cubicBezTo>
                  <a:pt x="2511090" y="1078352"/>
                  <a:pt x="2447356" y="1063086"/>
                  <a:pt x="2395406" y="1035945"/>
                </a:cubicBezTo>
                <a:cubicBezTo>
                  <a:pt x="2371411" y="1023508"/>
                  <a:pt x="2331675" y="1015582"/>
                  <a:pt x="2294751" y="1014618"/>
                </a:cubicBezTo>
                <a:cubicBezTo>
                  <a:pt x="2228580" y="1012920"/>
                  <a:pt x="2177384" y="998698"/>
                  <a:pt x="2122944" y="984751"/>
                </a:cubicBezTo>
                <a:cubicBezTo>
                  <a:pt x="2054121" y="967003"/>
                  <a:pt x="1981585" y="951294"/>
                  <a:pt x="1905504" y="941380"/>
                </a:cubicBezTo>
                <a:cubicBezTo>
                  <a:pt x="1830544" y="931682"/>
                  <a:pt x="1747929" y="932141"/>
                  <a:pt x="1671045" y="924228"/>
                </a:cubicBezTo>
                <a:cubicBezTo>
                  <a:pt x="1625936" y="919523"/>
                  <a:pt x="1585613" y="907528"/>
                  <a:pt x="1543856" y="898190"/>
                </a:cubicBezTo>
                <a:cubicBezTo>
                  <a:pt x="1502093" y="888855"/>
                  <a:pt x="1460606" y="878913"/>
                  <a:pt x="1419784" y="868500"/>
                </a:cubicBezTo>
                <a:cubicBezTo>
                  <a:pt x="1397486" y="862806"/>
                  <a:pt x="1378078" y="854435"/>
                  <a:pt x="1355116" y="849214"/>
                </a:cubicBezTo>
                <a:cubicBezTo>
                  <a:pt x="1311848" y="839527"/>
                  <a:pt x="1265353" y="832754"/>
                  <a:pt x="1223713" y="821702"/>
                </a:cubicBezTo>
                <a:cubicBezTo>
                  <a:pt x="1183577" y="811001"/>
                  <a:pt x="1138864" y="809072"/>
                  <a:pt x="1094193" y="804872"/>
                </a:cubicBezTo>
                <a:cubicBezTo>
                  <a:pt x="1060244" y="801784"/>
                  <a:pt x="1034230" y="787936"/>
                  <a:pt x="1001115" y="783030"/>
                </a:cubicBezTo>
                <a:cubicBezTo>
                  <a:pt x="953853" y="775990"/>
                  <a:pt x="916853" y="764276"/>
                  <a:pt x="879548" y="747884"/>
                </a:cubicBezTo>
                <a:cubicBezTo>
                  <a:pt x="837586" y="729513"/>
                  <a:pt x="770061" y="725929"/>
                  <a:pt x="711163" y="719039"/>
                </a:cubicBezTo>
                <a:cubicBezTo>
                  <a:pt x="661152" y="713146"/>
                  <a:pt x="604343" y="715774"/>
                  <a:pt x="557941" y="707101"/>
                </a:cubicBezTo>
                <a:cubicBezTo>
                  <a:pt x="525381" y="700984"/>
                  <a:pt x="499355" y="684493"/>
                  <a:pt x="480347" y="668702"/>
                </a:cubicBezTo>
                <a:cubicBezTo>
                  <a:pt x="437718" y="632865"/>
                  <a:pt x="370204" y="616630"/>
                  <a:pt x="296224" y="603583"/>
                </a:cubicBezTo>
                <a:cubicBezTo>
                  <a:pt x="220741" y="590184"/>
                  <a:pt x="148480" y="573869"/>
                  <a:pt x="72689" y="560892"/>
                </a:cubicBezTo>
                <a:lnTo>
                  <a:pt x="0" y="543486"/>
                </a:lnTo>
                <a:lnTo>
                  <a:pt x="0" y="384357"/>
                </a:lnTo>
                <a:lnTo>
                  <a:pt x="51784" y="393937"/>
                </a:lnTo>
                <a:cubicBezTo>
                  <a:pt x="104770" y="397707"/>
                  <a:pt x="153378" y="409086"/>
                  <a:pt x="205561" y="414859"/>
                </a:cubicBezTo>
                <a:cubicBezTo>
                  <a:pt x="254062" y="420400"/>
                  <a:pt x="305001" y="422574"/>
                  <a:pt x="354391" y="426667"/>
                </a:cubicBezTo>
                <a:cubicBezTo>
                  <a:pt x="386450" y="429269"/>
                  <a:pt x="420771" y="429847"/>
                  <a:pt x="448281" y="436308"/>
                </a:cubicBezTo>
                <a:cubicBezTo>
                  <a:pt x="499904" y="448391"/>
                  <a:pt x="551004" y="446576"/>
                  <a:pt x="611518" y="434166"/>
                </a:cubicBezTo>
                <a:cubicBezTo>
                  <a:pt x="654695" y="425361"/>
                  <a:pt x="702395" y="422710"/>
                  <a:pt x="746076" y="422520"/>
                </a:cubicBezTo>
                <a:cubicBezTo>
                  <a:pt x="798481" y="422218"/>
                  <a:pt x="848400" y="419817"/>
                  <a:pt x="902724" y="409989"/>
                </a:cubicBezTo>
                <a:cubicBezTo>
                  <a:pt x="977291" y="396518"/>
                  <a:pt x="1048428" y="397321"/>
                  <a:pt x="1113854" y="414230"/>
                </a:cubicBezTo>
                <a:cubicBezTo>
                  <a:pt x="1184155" y="432145"/>
                  <a:pt x="1258677" y="446437"/>
                  <a:pt x="1333449" y="459938"/>
                </a:cubicBezTo>
                <a:cubicBezTo>
                  <a:pt x="1354772" y="463883"/>
                  <a:pt x="1385284" y="463304"/>
                  <a:pt x="1408608" y="458278"/>
                </a:cubicBezTo>
                <a:cubicBezTo>
                  <a:pt x="1483492" y="441930"/>
                  <a:pt x="1561495" y="427025"/>
                  <a:pt x="1630191" y="403061"/>
                </a:cubicBezTo>
                <a:cubicBezTo>
                  <a:pt x="1735315" y="366348"/>
                  <a:pt x="1840887" y="337881"/>
                  <a:pt x="1956289" y="332366"/>
                </a:cubicBezTo>
                <a:cubicBezTo>
                  <a:pt x="1986669" y="330865"/>
                  <a:pt x="2019100" y="336056"/>
                  <a:pt x="2042814" y="344002"/>
                </a:cubicBezTo>
                <a:cubicBezTo>
                  <a:pt x="2085261" y="358150"/>
                  <a:pt x="2126350" y="370413"/>
                  <a:pt x="2183420" y="369635"/>
                </a:cubicBezTo>
                <a:cubicBezTo>
                  <a:pt x="2235035" y="368879"/>
                  <a:pt x="2279659" y="405942"/>
                  <a:pt x="2269566" y="439859"/>
                </a:cubicBezTo>
                <a:cubicBezTo>
                  <a:pt x="2258267" y="478101"/>
                  <a:pt x="2277762" y="504964"/>
                  <a:pt x="2331129" y="524163"/>
                </a:cubicBezTo>
                <a:cubicBezTo>
                  <a:pt x="2352980" y="531807"/>
                  <a:pt x="2364861" y="546162"/>
                  <a:pt x="2385112" y="555357"/>
                </a:cubicBezTo>
                <a:cubicBezTo>
                  <a:pt x="2401860" y="562976"/>
                  <a:pt x="2421927" y="570875"/>
                  <a:pt x="2444033" y="572629"/>
                </a:cubicBezTo>
                <a:cubicBezTo>
                  <a:pt x="2483469" y="575878"/>
                  <a:pt x="2509763" y="584022"/>
                  <a:pt x="2525979" y="603233"/>
                </a:cubicBezTo>
                <a:cubicBezTo>
                  <a:pt x="2549282" y="631254"/>
                  <a:pt x="2578520" y="657481"/>
                  <a:pt x="2603911" y="684825"/>
                </a:cubicBezTo>
                <a:cubicBezTo>
                  <a:pt x="2618910" y="700624"/>
                  <a:pt x="2643515" y="707120"/>
                  <a:pt x="2678828" y="706990"/>
                </a:cubicBezTo>
                <a:cubicBezTo>
                  <a:pt x="2699243" y="707100"/>
                  <a:pt x="2725615" y="705603"/>
                  <a:pt x="2738094" y="711376"/>
                </a:cubicBezTo>
                <a:cubicBezTo>
                  <a:pt x="2805960" y="742855"/>
                  <a:pt x="2895980" y="733032"/>
                  <a:pt x="2983806" y="728243"/>
                </a:cubicBezTo>
                <a:cubicBezTo>
                  <a:pt x="2993929" y="727744"/>
                  <a:pt x="3004007" y="726871"/>
                  <a:pt x="3013997" y="725446"/>
                </a:cubicBezTo>
                <a:cubicBezTo>
                  <a:pt x="3136002" y="707474"/>
                  <a:pt x="3250133" y="713470"/>
                  <a:pt x="3364419" y="720577"/>
                </a:cubicBezTo>
                <a:cubicBezTo>
                  <a:pt x="3394563" y="722507"/>
                  <a:pt x="3428050" y="719807"/>
                  <a:pt x="3460521" y="717628"/>
                </a:cubicBezTo>
                <a:cubicBezTo>
                  <a:pt x="3545330" y="712137"/>
                  <a:pt x="3633314" y="698262"/>
                  <a:pt x="3710982" y="714182"/>
                </a:cubicBezTo>
                <a:cubicBezTo>
                  <a:pt x="3772122" y="726607"/>
                  <a:pt x="3825029" y="745116"/>
                  <a:pt x="3850961" y="778802"/>
                </a:cubicBezTo>
                <a:cubicBezTo>
                  <a:pt x="3868395" y="801427"/>
                  <a:pt x="3898481" y="813185"/>
                  <a:pt x="3946286" y="816372"/>
                </a:cubicBezTo>
                <a:cubicBezTo>
                  <a:pt x="3987480" y="819179"/>
                  <a:pt x="4025130" y="827781"/>
                  <a:pt x="4065132" y="832459"/>
                </a:cubicBezTo>
                <a:cubicBezTo>
                  <a:pt x="4086246" y="834922"/>
                  <a:pt x="4110400" y="838274"/>
                  <a:pt x="4132173" y="835167"/>
                </a:cubicBezTo>
                <a:cubicBezTo>
                  <a:pt x="4190358" y="826865"/>
                  <a:pt x="4249453" y="817300"/>
                  <a:pt x="4305858" y="804156"/>
                </a:cubicBezTo>
                <a:cubicBezTo>
                  <a:pt x="4334041" y="797490"/>
                  <a:pt x="4360739" y="782919"/>
                  <a:pt x="4382131" y="769481"/>
                </a:cubicBezTo>
                <a:cubicBezTo>
                  <a:pt x="4404161" y="755388"/>
                  <a:pt x="4425552" y="747047"/>
                  <a:pt x="4453289" y="752531"/>
                </a:cubicBezTo>
                <a:cubicBezTo>
                  <a:pt x="4522267" y="766292"/>
                  <a:pt x="4590589" y="780524"/>
                  <a:pt x="4657971" y="795835"/>
                </a:cubicBezTo>
                <a:cubicBezTo>
                  <a:pt x="4669645" y="798513"/>
                  <a:pt x="4675987" y="807238"/>
                  <a:pt x="4682399" y="813876"/>
                </a:cubicBezTo>
                <a:cubicBezTo>
                  <a:pt x="4712325" y="844914"/>
                  <a:pt x="4739115" y="876968"/>
                  <a:pt x="4771814" y="907046"/>
                </a:cubicBezTo>
                <a:cubicBezTo>
                  <a:pt x="4783117" y="917329"/>
                  <a:pt x="4807945" y="922850"/>
                  <a:pt x="4827520" y="929876"/>
                </a:cubicBezTo>
                <a:cubicBezTo>
                  <a:pt x="4833681" y="932206"/>
                  <a:pt x="4845543" y="931081"/>
                  <a:pt x="4849942" y="933851"/>
                </a:cubicBezTo>
                <a:cubicBezTo>
                  <a:pt x="4888949" y="959631"/>
                  <a:pt x="4951287" y="954890"/>
                  <a:pt x="5009626" y="957896"/>
                </a:cubicBezTo>
                <a:cubicBezTo>
                  <a:pt x="5059523" y="960407"/>
                  <a:pt x="5111928" y="960104"/>
                  <a:pt x="5158711" y="963814"/>
                </a:cubicBezTo>
                <a:cubicBezTo>
                  <a:pt x="5231307" y="969696"/>
                  <a:pt x="5298173" y="973751"/>
                  <a:pt x="5376427" y="963151"/>
                </a:cubicBezTo>
                <a:cubicBezTo>
                  <a:pt x="5408579" y="958754"/>
                  <a:pt x="5448461" y="970245"/>
                  <a:pt x="5475787" y="980508"/>
                </a:cubicBezTo>
                <a:cubicBezTo>
                  <a:pt x="5528518" y="1000363"/>
                  <a:pt x="5584839" y="1001958"/>
                  <a:pt x="5653401" y="987268"/>
                </a:cubicBezTo>
                <a:cubicBezTo>
                  <a:pt x="5676008" y="982341"/>
                  <a:pt x="5702558" y="984595"/>
                  <a:pt x="5726340" y="985357"/>
                </a:cubicBezTo>
                <a:cubicBezTo>
                  <a:pt x="5748643" y="985952"/>
                  <a:pt x="5770110" y="988364"/>
                  <a:pt x="5790563" y="991300"/>
                </a:cubicBezTo>
                <a:cubicBezTo>
                  <a:pt x="5815128" y="994969"/>
                  <a:pt x="5845522" y="996110"/>
                  <a:pt x="5860260" y="1004958"/>
                </a:cubicBezTo>
                <a:cubicBezTo>
                  <a:pt x="5906803" y="1032493"/>
                  <a:pt x="5977069" y="1037385"/>
                  <a:pt x="6042101" y="1036226"/>
                </a:cubicBezTo>
                <a:cubicBezTo>
                  <a:pt x="6128232" y="1034888"/>
                  <a:pt x="6222269" y="1027704"/>
                  <a:pt x="6301998" y="989138"/>
                </a:cubicBezTo>
                <a:cubicBezTo>
                  <a:pt x="6349672" y="965909"/>
                  <a:pt x="6396952" y="955198"/>
                  <a:pt x="6452025" y="968489"/>
                </a:cubicBezTo>
                <a:cubicBezTo>
                  <a:pt x="6489401" y="977695"/>
                  <a:pt x="6558002" y="960731"/>
                  <a:pt x="6589205" y="939474"/>
                </a:cubicBezTo>
                <a:cubicBezTo>
                  <a:pt x="6600499" y="931821"/>
                  <a:pt x="6612148" y="924116"/>
                  <a:pt x="6631069" y="911222"/>
                </a:cubicBezTo>
                <a:cubicBezTo>
                  <a:pt x="6674305" y="951313"/>
                  <a:pt x="6752346" y="944332"/>
                  <a:pt x="6828274" y="942941"/>
                </a:cubicBezTo>
                <a:cubicBezTo>
                  <a:pt x="6874780" y="942157"/>
                  <a:pt x="6889173" y="963896"/>
                  <a:pt x="6900803" y="984140"/>
                </a:cubicBezTo>
                <a:cubicBezTo>
                  <a:pt x="6921316" y="1020676"/>
                  <a:pt x="6959796" y="1032557"/>
                  <a:pt x="7034668" y="1018665"/>
                </a:cubicBezTo>
                <a:cubicBezTo>
                  <a:pt x="7117337" y="1003282"/>
                  <a:pt x="7199637" y="985309"/>
                  <a:pt x="7281067" y="966327"/>
                </a:cubicBezTo>
                <a:cubicBezTo>
                  <a:pt x="7332521" y="954266"/>
                  <a:pt x="7378029" y="936255"/>
                  <a:pt x="7412780" y="909206"/>
                </a:cubicBezTo>
                <a:cubicBezTo>
                  <a:pt x="7446535" y="882864"/>
                  <a:pt x="7455445" y="884046"/>
                  <a:pt x="7500327" y="894826"/>
                </a:cubicBezTo>
                <a:cubicBezTo>
                  <a:pt x="7552743" y="907363"/>
                  <a:pt x="7606735" y="918164"/>
                  <a:pt x="7662324" y="927415"/>
                </a:cubicBezTo>
                <a:cubicBezTo>
                  <a:pt x="7679867" y="930387"/>
                  <a:pt x="7704114" y="926740"/>
                  <a:pt x="7725334" y="924844"/>
                </a:cubicBezTo>
                <a:cubicBezTo>
                  <a:pt x="7761320" y="921787"/>
                  <a:pt x="7798617" y="920242"/>
                  <a:pt x="7833279" y="913031"/>
                </a:cubicBezTo>
                <a:cubicBezTo>
                  <a:pt x="7866516" y="906023"/>
                  <a:pt x="7898634" y="893700"/>
                  <a:pt x="7928605" y="881683"/>
                </a:cubicBezTo>
                <a:cubicBezTo>
                  <a:pt x="8012311" y="848025"/>
                  <a:pt x="8088138" y="810205"/>
                  <a:pt x="8146597" y="762968"/>
                </a:cubicBezTo>
                <a:cubicBezTo>
                  <a:pt x="8154091" y="756800"/>
                  <a:pt x="8170249" y="752606"/>
                  <a:pt x="8183577" y="749005"/>
                </a:cubicBezTo>
                <a:cubicBezTo>
                  <a:pt x="8205312" y="743071"/>
                  <a:pt x="8227788" y="737222"/>
                  <a:pt x="8250224" y="733642"/>
                </a:cubicBezTo>
                <a:cubicBezTo>
                  <a:pt x="8359189" y="716209"/>
                  <a:pt x="8441164" y="678078"/>
                  <a:pt x="8505929" y="626542"/>
                </a:cubicBezTo>
                <a:cubicBezTo>
                  <a:pt x="8524585" y="611796"/>
                  <a:pt x="8540107" y="608259"/>
                  <a:pt x="8564194" y="618796"/>
                </a:cubicBezTo>
                <a:cubicBezTo>
                  <a:pt x="8592162" y="631043"/>
                  <a:pt x="8628032" y="619507"/>
                  <a:pt x="8660705" y="611069"/>
                </a:cubicBezTo>
                <a:cubicBezTo>
                  <a:pt x="8694442" y="602479"/>
                  <a:pt x="8728514" y="593651"/>
                  <a:pt x="8762255" y="585060"/>
                </a:cubicBezTo>
                <a:cubicBezTo>
                  <a:pt x="8787227" y="578855"/>
                  <a:pt x="8811899" y="573069"/>
                  <a:pt x="8836439" y="566358"/>
                </a:cubicBezTo>
                <a:cubicBezTo>
                  <a:pt x="8912856" y="545447"/>
                  <a:pt x="8983243" y="538425"/>
                  <a:pt x="9050728" y="559575"/>
                </a:cubicBezTo>
                <a:cubicBezTo>
                  <a:pt x="9102219" y="575830"/>
                  <a:pt x="9164950" y="573868"/>
                  <a:pt x="9229627" y="557464"/>
                </a:cubicBezTo>
                <a:cubicBezTo>
                  <a:pt x="9237706" y="555368"/>
                  <a:pt x="9247529" y="550190"/>
                  <a:pt x="9253451" y="550855"/>
                </a:cubicBezTo>
                <a:cubicBezTo>
                  <a:pt x="9342568" y="560232"/>
                  <a:pt x="9405310" y="512383"/>
                  <a:pt x="9484214" y="498671"/>
                </a:cubicBezTo>
                <a:cubicBezTo>
                  <a:pt x="9519035" y="492570"/>
                  <a:pt x="9552778" y="473783"/>
                  <a:pt x="9582633" y="458384"/>
                </a:cubicBezTo>
                <a:cubicBezTo>
                  <a:pt x="9623689" y="437231"/>
                  <a:pt x="9660183" y="417297"/>
                  <a:pt x="9719670" y="415607"/>
                </a:cubicBezTo>
                <a:cubicBezTo>
                  <a:pt x="9779189" y="414101"/>
                  <a:pt x="9830940" y="393878"/>
                  <a:pt x="9871784" y="366147"/>
                </a:cubicBezTo>
                <a:cubicBezTo>
                  <a:pt x="9903014" y="345075"/>
                  <a:pt x="9939570" y="338349"/>
                  <a:pt x="9984494" y="336660"/>
                </a:cubicBezTo>
                <a:cubicBezTo>
                  <a:pt x="10040642" y="334503"/>
                  <a:pt x="10098165" y="326674"/>
                  <a:pt x="10154708" y="322193"/>
                </a:cubicBezTo>
                <a:cubicBezTo>
                  <a:pt x="10166953" y="321201"/>
                  <a:pt x="10182669" y="321603"/>
                  <a:pt x="10190446" y="325025"/>
                </a:cubicBezTo>
                <a:cubicBezTo>
                  <a:pt x="10285769" y="367692"/>
                  <a:pt x="10408999" y="350677"/>
                  <a:pt x="10530736" y="335953"/>
                </a:cubicBezTo>
                <a:cubicBezTo>
                  <a:pt x="10604506" y="327127"/>
                  <a:pt x="10678397" y="316584"/>
                  <a:pt x="10752157" y="305117"/>
                </a:cubicBezTo>
                <a:cubicBezTo>
                  <a:pt x="10777120" y="301365"/>
                  <a:pt x="10803110" y="294636"/>
                  <a:pt x="10824452" y="285927"/>
                </a:cubicBezTo>
                <a:cubicBezTo>
                  <a:pt x="10868837" y="267698"/>
                  <a:pt x="10909147" y="246465"/>
                  <a:pt x="10953152" y="228102"/>
                </a:cubicBezTo>
                <a:cubicBezTo>
                  <a:pt x="10969622" y="221030"/>
                  <a:pt x="10991730" y="217688"/>
                  <a:pt x="11011614" y="214096"/>
                </a:cubicBezTo>
                <a:cubicBezTo>
                  <a:pt x="11046743" y="207573"/>
                  <a:pt x="11086641" y="206412"/>
                  <a:pt x="11116031" y="195421"/>
                </a:cubicBezTo>
                <a:cubicBezTo>
                  <a:pt x="11192467" y="166956"/>
                  <a:pt x="11266913" y="160299"/>
                  <a:pt x="11344303" y="166629"/>
                </a:cubicBezTo>
                <a:cubicBezTo>
                  <a:pt x="11452657" y="175527"/>
                  <a:pt x="11551626" y="159519"/>
                  <a:pt x="11639050" y="108526"/>
                </a:cubicBezTo>
                <a:cubicBezTo>
                  <a:pt x="11678385" y="85543"/>
                  <a:pt x="11720243" y="87879"/>
                  <a:pt x="11757532" y="96530"/>
                </a:cubicBezTo>
                <a:cubicBezTo>
                  <a:pt x="11800499" y="106640"/>
                  <a:pt x="11840704" y="105056"/>
                  <a:pt x="11885799" y="86728"/>
                </a:cubicBezTo>
                <a:cubicBezTo>
                  <a:pt x="11895784" y="82659"/>
                  <a:pt x="11910604" y="81867"/>
                  <a:pt x="11922874" y="81060"/>
                </a:cubicBezTo>
                <a:cubicBezTo>
                  <a:pt x="11992783" y="75806"/>
                  <a:pt x="12063500" y="73647"/>
                  <a:pt x="12115331" y="33587"/>
                </a:cubicBezTo>
                <a:cubicBezTo>
                  <a:pt x="12125500" y="25715"/>
                  <a:pt x="12143693" y="20477"/>
                  <a:pt x="12158080" y="14081"/>
                </a:cubicBez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594F59FD-A3DB-6FAC-7FA4-340E8A1E7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367198"/>
            <a:ext cx="12192000" cy="822960"/>
          </a:xfrm>
          <a:custGeom>
            <a:avLst/>
            <a:gdLst>
              <a:gd name="connsiteX0" fmla="*/ 12192000 w 12192000"/>
              <a:gd name="connsiteY0" fmla="*/ 0 h 1203824"/>
              <a:gd name="connsiteX1" fmla="*/ 12192000 w 12192000"/>
              <a:gd name="connsiteY1" fmla="*/ 463429 h 1203824"/>
              <a:gd name="connsiteX2" fmla="*/ 12190876 w 12192000"/>
              <a:gd name="connsiteY2" fmla="*/ 463512 h 1203824"/>
              <a:gd name="connsiteX3" fmla="*/ 12077245 w 12192000"/>
              <a:gd name="connsiteY3" fmla="*/ 476327 h 1203824"/>
              <a:gd name="connsiteX4" fmla="*/ 11984517 w 12192000"/>
              <a:gd name="connsiteY4" fmla="*/ 479927 h 1203824"/>
              <a:gd name="connsiteX5" fmla="*/ 11951600 w 12192000"/>
              <a:gd name="connsiteY5" fmla="*/ 478957 h 1203824"/>
              <a:gd name="connsiteX6" fmla="*/ 11690904 w 12192000"/>
              <a:gd name="connsiteY6" fmla="*/ 471970 h 1203824"/>
              <a:gd name="connsiteX7" fmla="*/ 11413965 w 12192000"/>
              <a:gd name="connsiteY7" fmla="*/ 476172 h 1203824"/>
              <a:gd name="connsiteX8" fmla="*/ 11240739 w 12192000"/>
              <a:gd name="connsiteY8" fmla="*/ 523169 h 1203824"/>
              <a:gd name="connsiteX9" fmla="*/ 11175005 w 12192000"/>
              <a:gd name="connsiteY9" fmla="*/ 532169 h 1203824"/>
              <a:gd name="connsiteX10" fmla="*/ 10873726 w 12192000"/>
              <a:gd name="connsiteY10" fmla="*/ 580253 h 1203824"/>
              <a:gd name="connsiteX11" fmla="*/ 10821306 w 12192000"/>
              <a:gd name="connsiteY11" fmla="*/ 593207 h 1203824"/>
              <a:gd name="connsiteX12" fmla="*/ 10530811 w 12192000"/>
              <a:gd name="connsiteY12" fmla="*/ 612184 h 1203824"/>
              <a:gd name="connsiteX13" fmla="*/ 10426049 w 12192000"/>
              <a:gd name="connsiteY13" fmla="*/ 623354 h 1203824"/>
              <a:gd name="connsiteX14" fmla="*/ 10329156 w 12192000"/>
              <a:gd name="connsiteY14" fmla="*/ 630948 h 1203824"/>
              <a:gd name="connsiteX15" fmla="*/ 10194727 w 12192000"/>
              <a:gd name="connsiteY15" fmla="*/ 648617 h 1203824"/>
              <a:gd name="connsiteX16" fmla="*/ 10055906 w 12192000"/>
              <a:gd name="connsiteY16" fmla="*/ 671256 h 1203824"/>
              <a:gd name="connsiteX17" fmla="*/ 9900551 w 12192000"/>
              <a:gd name="connsiteY17" fmla="*/ 692855 h 1203824"/>
              <a:gd name="connsiteX18" fmla="*/ 9838464 w 12192000"/>
              <a:gd name="connsiteY18" fmla="*/ 696804 h 1203824"/>
              <a:gd name="connsiteX19" fmla="*/ 9672957 w 12192000"/>
              <a:gd name="connsiteY19" fmla="*/ 723816 h 1203824"/>
              <a:gd name="connsiteX20" fmla="*/ 9585066 w 12192000"/>
              <a:gd name="connsiteY20" fmla="*/ 730692 h 1203824"/>
              <a:gd name="connsiteX21" fmla="*/ 9441407 w 12192000"/>
              <a:gd name="connsiteY21" fmla="*/ 750055 h 1203824"/>
              <a:gd name="connsiteX22" fmla="*/ 9394459 w 12192000"/>
              <a:gd name="connsiteY22" fmla="*/ 755431 h 1203824"/>
              <a:gd name="connsiteX23" fmla="*/ 9352590 w 12192000"/>
              <a:gd name="connsiteY23" fmla="*/ 760650 h 1203824"/>
              <a:gd name="connsiteX24" fmla="*/ 9211614 w 12192000"/>
              <a:gd name="connsiteY24" fmla="*/ 796248 h 1203824"/>
              <a:gd name="connsiteX25" fmla="*/ 9084667 w 12192000"/>
              <a:gd name="connsiteY25" fmla="*/ 815303 h 1203824"/>
              <a:gd name="connsiteX26" fmla="*/ 8863666 w 12192000"/>
              <a:gd name="connsiteY26" fmla="*/ 859298 h 1203824"/>
              <a:gd name="connsiteX27" fmla="*/ 8813796 w 12192000"/>
              <a:gd name="connsiteY27" fmla="*/ 862070 h 1203824"/>
              <a:gd name="connsiteX28" fmla="*/ 8659351 w 12192000"/>
              <a:gd name="connsiteY28" fmla="*/ 882406 h 1203824"/>
              <a:gd name="connsiteX29" fmla="*/ 8571352 w 12192000"/>
              <a:gd name="connsiteY29" fmla="*/ 893639 h 1203824"/>
              <a:gd name="connsiteX30" fmla="*/ 8464106 w 12192000"/>
              <a:gd name="connsiteY30" fmla="*/ 918004 h 1203824"/>
              <a:gd name="connsiteX31" fmla="*/ 8278324 w 12192000"/>
              <a:gd name="connsiteY31" fmla="*/ 963769 h 1203824"/>
              <a:gd name="connsiteX32" fmla="*/ 8229128 w 12192000"/>
              <a:gd name="connsiteY32" fmla="*/ 973810 h 1203824"/>
              <a:gd name="connsiteX33" fmla="*/ 8139751 w 12192000"/>
              <a:gd name="connsiteY33" fmla="*/ 995815 h 1203824"/>
              <a:gd name="connsiteX34" fmla="*/ 8123571 w 12192000"/>
              <a:gd name="connsiteY34" fmla="*/ 999822 h 1203824"/>
              <a:gd name="connsiteX35" fmla="*/ 7988699 w 12192000"/>
              <a:gd name="connsiteY35" fmla="*/ 1042479 h 1203824"/>
              <a:gd name="connsiteX36" fmla="*/ 7917214 w 12192000"/>
              <a:gd name="connsiteY36" fmla="*/ 1054565 h 1203824"/>
              <a:gd name="connsiteX37" fmla="*/ 7710915 w 12192000"/>
              <a:gd name="connsiteY37" fmla="*/ 1084190 h 1203824"/>
              <a:gd name="connsiteX38" fmla="*/ 7622959 w 12192000"/>
              <a:gd name="connsiteY38" fmla="*/ 1093150 h 1203824"/>
              <a:gd name="connsiteX39" fmla="*/ 7410782 w 12192000"/>
              <a:gd name="connsiteY39" fmla="*/ 1109640 h 1203824"/>
              <a:gd name="connsiteX40" fmla="*/ 7277754 w 12192000"/>
              <a:gd name="connsiteY40" fmla="*/ 1121822 h 1203824"/>
              <a:gd name="connsiteX41" fmla="*/ 7124540 w 12192000"/>
              <a:gd name="connsiteY41" fmla="*/ 1132918 h 1203824"/>
              <a:gd name="connsiteX42" fmla="*/ 6949752 w 12192000"/>
              <a:gd name="connsiteY42" fmla="*/ 1151058 h 1203824"/>
              <a:gd name="connsiteX43" fmla="*/ 6630249 w 12192000"/>
              <a:gd name="connsiteY43" fmla="*/ 1176063 h 1203824"/>
              <a:gd name="connsiteX44" fmla="*/ 6320634 w 12192000"/>
              <a:gd name="connsiteY44" fmla="*/ 1198901 h 1203824"/>
              <a:gd name="connsiteX45" fmla="*/ 6192343 w 12192000"/>
              <a:gd name="connsiteY45" fmla="*/ 1198323 h 1203824"/>
              <a:gd name="connsiteX46" fmla="*/ 5966562 w 12192000"/>
              <a:gd name="connsiteY46" fmla="*/ 1203723 h 1203824"/>
              <a:gd name="connsiteX47" fmla="*/ 5867227 w 12192000"/>
              <a:gd name="connsiteY47" fmla="*/ 1201847 h 1203824"/>
              <a:gd name="connsiteX48" fmla="*/ 5630172 w 12192000"/>
              <a:gd name="connsiteY48" fmla="*/ 1202248 h 1203824"/>
              <a:gd name="connsiteX49" fmla="*/ 5348949 w 12192000"/>
              <a:gd name="connsiteY49" fmla="*/ 1191768 h 1203824"/>
              <a:gd name="connsiteX50" fmla="*/ 5241228 w 12192000"/>
              <a:gd name="connsiteY50" fmla="*/ 1192408 h 1203824"/>
              <a:gd name="connsiteX51" fmla="*/ 4971133 w 12192000"/>
              <a:gd name="connsiteY51" fmla="*/ 1193559 h 1203824"/>
              <a:gd name="connsiteX52" fmla="*/ 4869416 w 12192000"/>
              <a:gd name="connsiteY52" fmla="*/ 1200519 h 1203824"/>
              <a:gd name="connsiteX53" fmla="*/ 4753274 w 12192000"/>
              <a:gd name="connsiteY53" fmla="*/ 1200850 h 1203824"/>
              <a:gd name="connsiteX54" fmla="*/ 4611883 w 12192000"/>
              <a:gd name="connsiteY54" fmla="*/ 1192701 h 1203824"/>
              <a:gd name="connsiteX55" fmla="*/ 4376825 w 12192000"/>
              <a:gd name="connsiteY55" fmla="*/ 1184131 h 1203824"/>
              <a:gd name="connsiteX56" fmla="*/ 4285471 w 12192000"/>
              <a:gd name="connsiteY56" fmla="*/ 1187158 h 1203824"/>
              <a:gd name="connsiteX57" fmla="*/ 3866543 w 12192000"/>
              <a:gd name="connsiteY57" fmla="*/ 1181596 h 1203824"/>
              <a:gd name="connsiteX58" fmla="*/ 3651342 w 12192000"/>
              <a:gd name="connsiteY58" fmla="*/ 1174348 h 1203824"/>
              <a:gd name="connsiteX59" fmla="*/ 3518453 w 12192000"/>
              <a:gd name="connsiteY59" fmla="*/ 1177258 h 1203824"/>
              <a:gd name="connsiteX60" fmla="*/ 3400818 w 12192000"/>
              <a:gd name="connsiteY60" fmla="*/ 1169685 h 1203824"/>
              <a:gd name="connsiteX61" fmla="*/ 3037154 w 12192000"/>
              <a:gd name="connsiteY61" fmla="*/ 1153217 h 1203824"/>
              <a:gd name="connsiteX62" fmla="*/ 2866260 w 12192000"/>
              <a:gd name="connsiteY62" fmla="*/ 1132283 h 1203824"/>
              <a:gd name="connsiteX63" fmla="*/ 2582173 w 12192000"/>
              <a:gd name="connsiteY63" fmla="*/ 1088979 h 1203824"/>
              <a:gd name="connsiteX64" fmla="*/ 2395406 w 12192000"/>
              <a:gd name="connsiteY64" fmla="*/ 1035945 h 1203824"/>
              <a:gd name="connsiteX65" fmla="*/ 2294751 w 12192000"/>
              <a:gd name="connsiteY65" fmla="*/ 1014618 h 1203824"/>
              <a:gd name="connsiteX66" fmla="*/ 2122944 w 12192000"/>
              <a:gd name="connsiteY66" fmla="*/ 984751 h 1203824"/>
              <a:gd name="connsiteX67" fmla="*/ 1905504 w 12192000"/>
              <a:gd name="connsiteY67" fmla="*/ 941380 h 1203824"/>
              <a:gd name="connsiteX68" fmla="*/ 1671045 w 12192000"/>
              <a:gd name="connsiteY68" fmla="*/ 924228 h 1203824"/>
              <a:gd name="connsiteX69" fmla="*/ 1543856 w 12192000"/>
              <a:gd name="connsiteY69" fmla="*/ 898190 h 1203824"/>
              <a:gd name="connsiteX70" fmla="*/ 1419784 w 12192000"/>
              <a:gd name="connsiteY70" fmla="*/ 868500 h 1203824"/>
              <a:gd name="connsiteX71" fmla="*/ 1355116 w 12192000"/>
              <a:gd name="connsiteY71" fmla="*/ 849214 h 1203824"/>
              <a:gd name="connsiteX72" fmla="*/ 1223713 w 12192000"/>
              <a:gd name="connsiteY72" fmla="*/ 821702 h 1203824"/>
              <a:gd name="connsiteX73" fmla="*/ 1094193 w 12192000"/>
              <a:gd name="connsiteY73" fmla="*/ 804872 h 1203824"/>
              <a:gd name="connsiteX74" fmla="*/ 1001115 w 12192000"/>
              <a:gd name="connsiteY74" fmla="*/ 783030 h 1203824"/>
              <a:gd name="connsiteX75" fmla="*/ 879548 w 12192000"/>
              <a:gd name="connsiteY75" fmla="*/ 747884 h 1203824"/>
              <a:gd name="connsiteX76" fmla="*/ 711163 w 12192000"/>
              <a:gd name="connsiteY76" fmla="*/ 719039 h 1203824"/>
              <a:gd name="connsiteX77" fmla="*/ 557941 w 12192000"/>
              <a:gd name="connsiteY77" fmla="*/ 707101 h 1203824"/>
              <a:gd name="connsiteX78" fmla="*/ 480347 w 12192000"/>
              <a:gd name="connsiteY78" fmla="*/ 668702 h 1203824"/>
              <a:gd name="connsiteX79" fmla="*/ 296224 w 12192000"/>
              <a:gd name="connsiteY79" fmla="*/ 603583 h 1203824"/>
              <a:gd name="connsiteX80" fmla="*/ 72689 w 12192000"/>
              <a:gd name="connsiteY80" fmla="*/ 560892 h 1203824"/>
              <a:gd name="connsiteX81" fmla="*/ 0 w 12192000"/>
              <a:gd name="connsiteY81" fmla="*/ 543486 h 1203824"/>
              <a:gd name="connsiteX82" fmla="*/ 0 w 12192000"/>
              <a:gd name="connsiteY82" fmla="*/ 384357 h 1203824"/>
              <a:gd name="connsiteX83" fmla="*/ 51784 w 12192000"/>
              <a:gd name="connsiteY83" fmla="*/ 393937 h 1203824"/>
              <a:gd name="connsiteX84" fmla="*/ 205561 w 12192000"/>
              <a:gd name="connsiteY84" fmla="*/ 414859 h 1203824"/>
              <a:gd name="connsiteX85" fmla="*/ 354391 w 12192000"/>
              <a:gd name="connsiteY85" fmla="*/ 426667 h 1203824"/>
              <a:gd name="connsiteX86" fmla="*/ 448281 w 12192000"/>
              <a:gd name="connsiteY86" fmla="*/ 436308 h 1203824"/>
              <a:gd name="connsiteX87" fmla="*/ 611518 w 12192000"/>
              <a:gd name="connsiteY87" fmla="*/ 434166 h 1203824"/>
              <a:gd name="connsiteX88" fmla="*/ 746076 w 12192000"/>
              <a:gd name="connsiteY88" fmla="*/ 422520 h 1203824"/>
              <a:gd name="connsiteX89" fmla="*/ 902724 w 12192000"/>
              <a:gd name="connsiteY89" fmla="*/ 409989 h 1203824"/>
              <a:gd name="connsiteX90" fmla="*/ 1113854 w 12192000"/>
              <a:gd name="connsiteY90" fmla="*/ 414230 h 1203824"/>
              <a:gd name="connsiteX91" fmla="*/ 1333449 w 12192000"/>
              <a:gd name="connsiteY91" fmla="*/ 459938 h 1203824"/>
              <a:gd name="connsiteX92" fmla="*/ 1408608 w 12192000"/>
              <a:gd name="connsiteY92" fmla="*/ 458278 h 1203824"/>
              <a:gd name="connsiteX93" fmla="*/ 1630191 w 12192000"/>
              <a:gd name="connsiteY93" fmla="*/ 403061 h 1203824"/>
              <a:gd name="connsiteX94" fmla="*/ 1956289 w 12192000"/>
              <a:gd name="connsiteY94" fmla="*/ 332366 h 1203824"/>
              <a:gd name="connsiteX95" fmla="*/ 2042814 w 12192000"/>
              <a:gd name="connsiteY95" fmla="*/ 344002 h 1203824"/>
              <a:gd name="connsiteX96" fmla="*/ 2183420 w 12192000"/>
              <a:gd name="connsiteY96" fmla="*/ 369635 h 1203824"/>
              <a:gd name="connsiteX97" fmla="*/ 2269566 w 12192000"/>
              <a:gd name="connsiteY97" fmla="*/ 439859 h 1203824"/>
              <a:gd name="connsiteX98" fmla="*/ 2331129 w 12192000"/>
              <a:gd name="connsiteY98" fmla="*/ 524163 h 1203824"/>
              <a:gd name="connsiteX99" fmla="*/ 2385112 w 12192000"/>
              <a:gd name="connsiteY99" fmla="*/ 555357 h 1203824"/>
              <a:gd name="connsiteX100" fmla="*/ 2444033 w 12192000"/>
              <a:gd name="connsiteY100" fmla="*/ 572629 h 1203824"/>
              <a:gd name="connsiteX101" fmla="*/ 2525979 w 12192000"/>
              <a:gd name="connsiteY101" fmla="*/ 603233 h 1203824"/>
              <a:gd name="connsiteX102" fmla="*/ 2603911 w 12192000"/>
              <a:gd name="connsiteY102" fmla="*/ 684825 h 1203824"/>
              <a:gd name="connsiteX103" fmla="*/ 2678828 w 12192000"/>
              <a:gd name="connsiteY103" fmla="*/ 706990 h 1203824"/>
              <a:gd name="connsiteX104" fmla="*/ 2738094 w 12192000"/>
              <a:gd name="connsiteY104" fmla="*/ 711376 h 1203824"/>
              <a:gd name="connsiteX105" fmla="*/ 2983806 w 12192000"/>
              <a:gd name="connsiteY105" fmla="*/ 728243 h 1203824"/>
              <a:gd name="connsiteX106" fmla="*/ 3013997 w 12192000"/>
              <a:gd name="connsiteY106" fmla="*/ 725446 h 1203824"/>
              <a:gd name="connsiteX107" fmla="*/ 3364419 w 12192000"/>
              <a:gd name="connsiteY107" fmla="*/ 720577 h 1203824"/>
              <a:gd name="connsiteX108" fmla="*/ 3460521 w 12192000"/>
              <a:gd name="connsiteY108" fmla="*/ 717628 h 1203824"/>
              <a:gd name="connsiteX109" fmla="*/ 3710982 w 12192000"/>
              <a:gd name="connsiteY109" fmla="*/ 714182 h 1203824"/>
              <a:gd name="connsiteX110" fmla="*/ 3850961 w 12192000"/>
              <a:gd name="connsiteY110" fmla="*/ 778802 h 1203824"/>
              <a:gd name="connsiteX111" fmla="*/ 3946286 w 12192000"/>
              <a:gd name="connsiteY111" fmla="*/ 816372 h 1203824"/>
              <a:gd name="connsiteX112" fmla="*/ 4065132 w 12192000"/>
              <a:gd name="connsiteY112" fmla="*/ 832459 h 1203824"/>
              <a:gd name="connsiteX113" fmla="*/ 4132173 w 12192000"/>
              <a:gd name="connsiteY113" fmla="*/ 835167 h 1203824"/>
              <a:gd name="connsiteX114" fmla="*/ 4305858 w 12192000"/>
              <a:gd name="connsiteY114" fmla="*/ 804156 h 1203824"/>
              <a:gd name="connsiteX115" fmla="*/ 4382131 w 12192000"/>
              <a:gd name="connsiteY115" fmla="*/ 769481 h 1203824"/>
              <a:gd name="connsiteX116" fmla="*/ 4453289 w 12192000"/>
              <a:gd name="connsiteY116" fmla="*/ 752531 h 1203824"/>
              <a:gd name="connsiteX117" fmla="*/ 4657971 w 12192000"/>
              <a:gd name="connsiteY117" fmla="*/ 795835 h 1203824"/>
              <a:gd name="connsiteX118" fmla="*/ 4682399 w 12192000"/>
              <a:gd name="connsiteY118" fmla="*/ 813876 h 1203824"/>
              <a:gd name="connsiteX119" fmla="*/ 4771814 w 12192000"/>
              <a:gd name="connsiteY119" fmla="*/ 907046 h 1203824"/>
              <a:gd name="connsiteX120" fmla="*/ 4827520 w 12192000"/>
              <a:gd name="connsiteY120" fmla="*/ 929876 h 1203824"/>
              <a:gd name="connsiteX121" fmla="*/ 4849942 w 12192000"/>
              <a:gd name="connsiteY121" fmla="*/ 933851 h 1203824"/>
              <a:gd name="connsiteX122" fmla="*/ 5009626 w 12192000"/>
              <a:gd name="connsiteY122" fmla="*/ 957896 h 1203824"/>
              <a:gd name="connsiteX123" fmla="*/ 5158711 w 12192000"/>
              <a:gd name="connsiteY123" fmla="*/ 963814 h 1203824"/>
              <a:gd name="connsiteX124" fmla="*/ 5376427 w 12192000"/>
              <a:gd name="connsiteY124" fmla="*/ 963151 h 1203824"/>
              <a:gd name="connsiteX125" fmla="*/ 5475787 w 12192000"/>
              <a:gd name="connsiteY125" fmla="*/ 980508 h 1203824"/>
              <a:gd name="connsiteX126" fmla="*/ 5653401 w 12192000"/>
              <a:gd name="connsiteY126" fmla="*/ 987268 h 1203824"/>
              <a:gd name="connsiteX127" fmla="*/ 5726340 w 12192000"/>
              <a:gd name="connsiteY127" fmla="*/ 985357 h 1203824"/>
              <a:gd name="connsiteX128" fmla="*/ 5790563 w 12192000"/>
              <a:gd name="connsiteY128" fmla="*/ 991300 h 1203824"/>
              <a:gd name="connsiteX129" fmla="*/ 5860260 w 12192000"/>
              <a:gd name="connsiteY129" fmla="*/ 1004958 h 1203824"/>
              <a:gd name="connsiteX130" fmla="*/ 6042101 w 12192000"/>
              <a:gd name="connsiteY130" fmla="*/ 1036226 h 1203824"/>
              <a:gd name="connsiteX131" fmla="*/ 6301998 w 12192000"/>
              <a:gd name="connsiteY131" fmla="*/ 989138 h 1203824"/>
              <a:gd name="connsiteX132" fmla="*/ 6452025 w 12192000"/>
              <a:gd name="connsiteY132" fmla="*/ 968489 h 1203824"/>
              <a:gd name="connsiteX133" fmla="*/ 6589205 w 12192000"/>
              <a:gd name="connsiteY133" fmla="*/ 939474 h 1203824"/>
              <a:gd name="connsiteX134" fmla="*/ 6631069 w 12192000"/>
              <a:gd name="connsiteY134" fmla="*/ 911222 h 1203824"/>
              <a:gd name="connsiteX135" fmla="*/ 6828274 w 12192000"/>
              <a:gd name="connsiteY135" fmla="*/ 942941 h 1203824"/>
              <a:gd name="connsiteX136" fmla="*/ 6900803 w 12192000"/>
              <a:gd name="connsiteY136" fmla="*/ 984140 h 1203824"/>
              <a:gd name="connsiteX137" fmla="*/ 7034668 w 12192000"/>
              <a:gd name="connsiteY137" fmla="*/ 1018665 h 1203824"/>
              <a:gd name="connsiteX138" fmla="*/ 7281067 w 12192000"/>
              <a:gd name="connsiteY138" fmla="*/ 966327 h 1203824"/>
              <a:gd name="connsiteX139" fmla="*/ 7412780 w 12192000"/>
              <a:gd name="connsiteY139" fmla="*/ 909206 h 1203824"/>
              <a:gd name="connsiteX140" fmla="*/ 7500327 w 12192000"/>
              <a:gd name="connsiteY140" fmla="*/ 894826 h 1203824"/>
              <a:gd name="connsiteX141" fmla="*/ 7662324 w 12192000"/>
              <a:gd name="connsiteY141" fmla="*/ 927415 h 1203824"/>
              <a:gd name="connsiteX142" fmla="*/ 7725334 w 12192000"/>
              <a:gd name="connsiteY142" fmla="*/ 924844 h 1203824"/>
              <a:gd name="connsiteX143" fmla="*/ 7833279 w 12192000"/>
              <a:gd name="connsiteY143" fmla="*/ 913031 h 1203824"/>
              <a:gd name="connsiteX144" fmla="*/ 7928605 w 12192000"/>
              <a:gd name="connsiteY144" fmla="*/ 881683 h 1203824"/>
              <a:gd name="connsiteX145" fmla="*/ 8146597 w 12192000"/>
              <a:gd name="connsiteY145" fmla="*/ 762968 h 1203824"/>
              <a:gd name="connsiteX146" fmla="*/ 8183577 w 12192000"/>
              <a:gd name="connsiteY146" fmla="*/ 749005 h 1203824"/>
              <a:gd name="connsiteX147" fmla="*/ 8250224 w 12192000"/>
              <a:gd name="connsiteY147" fmla="*/ 733642 h 1203824"/>
              <a:gd name="connsiteX148" fmla="*/ 8505929 w 12192000"/>
              <a:gd name="connsiteY148" fmla="*/ 626542 h 1203824"/>
              <a:gd name="connsiteX149" fmla="*/ 8564194 w 12192000"/>
              <a:gd name="connsiteY149" fmla="*/ 618796 h 1203824"/>
              <a:gd name="connsiteX150" fmla="*/ 8660705 w 12192000"/>
              <a:gd name="connsiteY150" fmla="*/ 611069 h 1203824"/>
              <a:gd name="connsiteX151" fmla="*/ 8762255 w 12192000"/>
              <a:gd name="connsiteY151" fmla="*/ 585060 h 1203824"/>
              <a:gd name="connsiteX152" fmla="*/ 8836439 w 12192000"/>
              <a:gd name="connsiteY152" fmla="*/ 566358 h 1203824"/>
              <a:gd name="connsiteX153" fmla="*/ 9050728 w 12192000"/>
              <a:gd name="connsiteY153" fmla="*/ 559575 h 1203824"/>
              <a:gd name="connsiteX154" fmla="*/ 9229627 w 12192000"/>
              <a:gd name="connsiteY154" fmla="*/ 557464 h 1203824"/>
              <a:gd name="connsiteX155" fmla="*/ 9253451 w 12192000"/>
              <a:gd name="connsiteY155" fmla="*/ 550855 h 1203824"/>
              <a:gd name="connsiteX156" fmla="*/ 9484214 w 12192000"/>
              <a:gd name="connsiteY156" fmla="*/ 498671 h 1203824"/>
              <a:gd name="connsiteX157" fmla="*/ 9582633 w 12192000"/>
              <a:gd name="connsiteY157" fmla="*/ 458384 h 1203824"/>
              <a:gd name="connsiteX158" fmla="*/ 9719670 w 12192000"/>
              <a:gd name="connsiteY158" fmla="*/ 415607 h 1203824"/>
              <a:gd name="connsiteX159" fmla="*/ 9871784 w 12192000"/>
              <a:gd name="connsiteY159" fmla="*/ 366147 h 1203824"/>
              <a:gd name="connsiteX160" fmla="*/ 9984494 w 12192000"/>
              <a:gd name="connsiteY160" fmla="*/ 336660 h 1203824"/>
              <a:gd name="connsiteX161" fmla="*/ 10154708 w 12192000"/>
              <a:gd name="connsiteY161" fmla="*/ 322193 h 1203824"/>
              <a:gd name="connsiteX162" fmla="*/ 10190446 w 12192000"/>
              <a:gd name="connsiteY162" fmla="*/ 325025 h 1203824"/>
              <a:gd name="connsiteX163" fmla="*/ 10530736 w 12192000"/>
              <a:gd name="connsiteY163" fmla="*/ 335953 h 1203824"/>
              <a:gd name="connsiteX164" fmla="*/ 10752157 w 12192000"/>
              <a:gd name="connsiteY164" fmla="*/ 305117 h 1203824"/>
              <a:gd name="connsiteX165" fmla="*/ 10824452 w 12192000"/>
              <a:gd name="connsiteY165" fmla="*/ 285927 h 1203824"/>
              <a:gd name="connsiteX166" fmla="*/ 10953152 w 12192000"/>
              <a:gd name="connsiteY166" fmla="*/ 228102 h 1203824"/>
              <a:gd name="connsiteX167" fmla="*/ 11011614 w 12192000"/>
              <a:gd name="connsiteY167" fmla="*/ 214096 h 1203824"/>
              <a:gd name="connsiteX168" fmla="*/ 11116031 w 12192000"/>
              <a:gd name="connsiteY168" fmla="*/ 195421 h 1203824"/>
              <a:gd name="connsiteX169" fmla="*/ 11344303 w 12192000"/>
              <a:gd name="connsiteY169" fmla="*/ 166629 h 1203824"/>
              <a:gd name="connsiteX170" fmla="*/ 11639050 w 12192000"/>
              <a:gd name="connsiteY170" fmla="*/ 108526 h 1203824"/>
              <a:gd name="connsiteX171" fmla="*/ 11757532 w 12192000"/>
              <a:gd name="connsiteY171" fmla="*/ 96530 h 1203824"/>
              <a:gd name="connsiteX172" fmla="*/ 11885799 w 12192000"/>
              <a:gd name="connsiteY172" fmla="*/ 86728 h 1203824"/>
              <a:gd name="connsiteX173" fmla="*/ 11922874 w 12192000"/>
              <a:gd name="connsiteY173" fmla="*/ 81060 h 1203824"/>
              <a:gd name="connsiteX174" fmla="*/ 12115331 w 12192000"/>
              <a:gd name="connsiteY174" fmla="*/ 33587 h 1203824"/>
              <a:gd name="connsiteX175" fmla="*/ 12158080 w 12192000"/>
              <a:gd name="connsiteY175" fmla="*/ 14081 h 120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1203824">
                <a:moveTo>
                  <a:pt x="12192000" y="0"/>
                </a:moveTo>
                <a:lnTo>
                  <a:pt x="12192000" y="463429"/>
                </a:lnTo>
                <a:lnTo>
                  <a:pt x="12190876" y="463512"/>
                </a:lnTo>
                <a:cubicBezTo>
                  <a:pt x="12153133" y="467010"/>
                  <a:pt x="12115042" y="473200"/>
                  <a:pt x="12077245" y="476327"/>
                </a:cubicBezTo>
                <a:cubicBezTo>
                  <a:pt x="12046307" y="479040"/>
                  <a:pt x="12015359" y="479114"/>
                  <a:pt x="11984517" y="479927"/>
                </a:cubicBezTo>
                <a:cubicBezTo>
                  <a:pt x="11973265" y="480210"/>
                  <a:pt x="11961485" y="476792"/>
                  <a:pt x="11951600" y="478957"/>
                </a:cubicBezTo>
                <a:cubicBezTo>
                  <a:pt x="11853497" y="501074"/>
                  <a:pt x="11777036" y="475730"/>
                  <a:pt x="11690904" y="471970"/>
                </a:cubicBezTo>
                <a:cubicBezTo>
                  <a:pt x="11600358" y="467893"/>
                  <a:pt x="11511400" y="454530"/>
                  <a:pt x="11413965" y="476172"/>
                </a:cubicBezTo>
                <a:cubicBezTo>
                  <a:pt x="11355010" y="489304"/>
                  <a:pt x="11299073" y="508237"/>
                  <a:pt x="11240739" y="523169"/>
                </a:cubicBezTo>
                <a:cubicBezTo>
                  <a:pt x="11219994" y="528395"/>
                  <a:pt x="11196384" y="531385"/>
                  <a:pt x="11175005" y="532169"/>
                </a:cubicBezTo>
                <a:cubicBezTo>
                  <a:pt x="11071819" y="536506"/>
                  <a:pt x="10971303" y="549336"/>
                  <a:pt x="10873726" y="580253"/>
                </a:cubicBezTo>
                <a:cubicBezTo>
                  <a:pt x="10856992" y="585473"/>
                  <a:pt x="10839156" y="590660"/>
                  <a:pt x="10821306" y="593207"/>
                </a:cubicBezTo>
                <a:cubicBezTo>
                  <a:pt x="10723500" y="607162"/>
                  <a:pt x="10626924" y="616976"/>
                  <a:pt x="10530811" y="612184"/>
                </a:cubicBezTo>
                <a:cubicBezTo>
                  <a:pt x="10498527" y="610559"/>
                  <a:pt x="10460885" y="619895"/>
                  <a:pt x="10426049" y="623354"/>
                </a:cubicBezTo>
                <a:cubicBezTo>
                  <a:pt x="10393740" y="626644"/>
                  <a:pt x="10360820" y="630774"/>
                  <a:pt x="10329156" y="630948"/>
                </a:cubicBezTo>
                <a:cubicBezTo>
                  <a:pt x="10282924" y="631125"/>
                  <a:pt x="10240698" y="636395"/>
                  <a:pt x="10194727" y="648617"/>
                </a:cubicBezTo>
                <a:cubicBezTo>
                  <a:pt x="10150847" y="660165"/>
                  <a:pt x="10102287" y="664450"/>
                  <a:pt x="10055906" y="671256"/>
                </a:cubicBezTo>
                <a:cubicBezTo>
                  <a:pt x="10004174" y="678826"/>
                  <a:pt x="9952442" y="686395"/>
                  <a:pt x="9900551" y="692855"/>
                </a:cubicBezTo>
                <a:cubicBezTo>
                  <a:pt x="9879793" y="695439"/>
                  <a:pt x="9855180" y="691398"/>
                  <a:pt x="9838464" y="696804"/>
                </a:cubicBezTo>
                <a:cubicBezTo>
                  <a:pt x="9784563" y="714690"/>
                  <a:pt x="9727517" y="710557"/>
                  <a:pt x="9672957" y="723816"/>
                </a:cubicBezTo>
                <a:cubicBezTo>
                  <a:pt x="9646220" y="730464"/>
                  <a:pt x="9614440" y="727257"/>
                  <a:pt x="9585066" y="730692"/>
                </a:cubicBezTo>
                <a:cubicBezTo>
                  <a:pt x="9537047" y="736221"/>
                  <a:pt x="9489294" y="743601"/>
                  <a:pt x="9441407" y="750055"/>
                </a:cubicBezTo>
                <a:cubicBezTo>
                  <a:pt x="9425674" y="752111"/>
                  <a:pt x="9410218" y="753561"/>
                  <a:pt x="9394459" y="755431"/>
                </a:cubicBezTo>
                <a:cubicBezTo>
                  <a:pt x="9380484" y="757048"/>
                  <a:pt x="9365611" y="757472"/>
                  <a:pt x="9352590" y="760650"/>
                </a:cubicBezTo>
                <a:cubicBezTo>
                  <a:pt x="9305415" y="772102"/>
                  <a:pt x="9259379" y="786411"/>
                  <a:pt x="9211614" y="796248"/>
                </a:cubicBezTo>
                <a:cubicBezTo>
                  <a:pt x="9170220" y="804796"/>
                  <a:pt x="9126523" y="807444"/>
                  <a:pt x="9084667" y="815303"/>
                </a:cubicBezTo>
                <a:cubicBezTo>
                  <a:pt x="9010868" y="829042"/>
                  <a:pt x="8937412" y="845188"/>
                  <a:pt x="8863666" y="859298"/>
                </a:cubicBezTo>
                <a:cubicBezTo>
                  <a:pt x="8847706" y="862330"/>
                  <a:pt x="8830271" y="860096"/>
                  <a:pt x="8813796" y="862070"/>
                </a:cubicBezTo>
                <a:cubicBezTo>
                  <a:pt x="8762262" y="868479"/>
                  <a:pt x="8710833" y="875626"/>
                  <a:pt x="8659351" y="882406"/>
                </a:cubicBezTo>
                <a:cubicBezTo>
                  <a:pt x="8630055" y="886396"/>
                  <a:pt x="8600505" y="891179"/>
                  <a:pt x="8571352" y="893639"/>
                </a:cubicBezTo>
                <a:cubicBezTo>
                  <a:pt x="8532843" y="896868"/>
                  <a:pt x="8497743" y="898476"/>
                  <a:pt x="8464106" y="918004"/>
                </a:cubicBezTo>
                <a:cubicBezTo>
                  <a:pt x="8412327" y="948238"/>
                  <a:pt x="8341122" y="949523"/>
                  <a:pt x="8278324" y="963769"/>
                </a:cubicBezTo>
                <a:cubicBezTo>
                  <a:pt x="8262086" y="967408"/>
                  <a:pt x="8245335" y="969987"/>
                  <a:pt x="8229128" y="973810"/>
                </a:cubicBezTo>
                <a:cubicBezTo>
                  <a:pt x="8199180" y="980915"/>
                  <a:pt x="8169646" y="988338"/>
                  <a:pt x="8139751" y="995815"/>
                </a:cubicBezTo>
                <a:cubicBezTo>
                  <a:pt x="8134478" y="997132"/>
                  <a:pt x="8128438" y="998185"/>
                  <a:pt x="8123571" y="999822"/>
                </a:cubicBezTo>
                <a:cubicBezTo>
                  <a:pt x="8078628" y="1014164"/>
                  <a:pt x="8034565" y="1029514"/>
                  <a:pt x="7988699" y="1042479"/>
                </a:cubicBezTo>
                <a:cubicBezTo>
                  <a:pt x="7966302" y="1048884"/>
                  <a:pt x="7941011" y="1052871"/>
                  <a:pt x="7917214" y="1054565"/>
                </a:cubicBezTo>
                <a:cubicBezTo>
                  <a:pt x="7847636" y="1059584"/>
                  <a:pt x="7779165" y="1067276"/>
                  <a:pt x="7710915" y="1084190"/>
                </a:cubicBezTo>
                <a:cubicBezTo>
                  <a:pt x="7683826" y="1090885"/>
                  <a:pt x="7652466" y="1090640"/>
                  <a:pt x="7622959" y="1093150"/>
                </a:cubicBezTo>
                <a:cubicBezTo>
                  <a:pt x="7552361" y="1098691"/>
                  <a:pt x="7481710" y="1103861"/>
                  <a:pt x="7410782" y="1109640"/>
                </a:cubicBezTo>
                <a:cubicBezTo>
                  <a:pt x="7366505" y="1113312"/>
                  <a:pt x="7322030" y="1118147"/>
                  <a:pt x="7277754" y="1121822"/>
                </a:cubicBezTo>
                <a:cubicBezTo>
                  <a:pt x="7226619" y="1125906"/>
                  <a:pt x="7175601" y="1128277"/>
                  <a:pt x="7124540" y="1132918"/>
                </a:cubicBezTo>
                <a:cubicBezTo>
                  <a:pt x="7066293" y="1138207"/>
                  <a:pt x="7008028" y="1145955"/>
                  <a:pt x="6949752" y="1151058"/>
                </a:cubicBezTo>
                <a:cubicBezTo>
                  <a:pt x="6843217" y="1160027"/>
                  <a:pt x="6736882" y="1167834"/>
                  <a:pt x="6630249" y="1176063"/>
                </a:cubicBezTo>
                <a:cubicBezTo>
                  <a:pt x="6526849" y="1184018"/>
                  <a:pt x="6423556" y="1192713"/>
                  <a:pt x="6320634" y="1198901"/>
                </a:cubicBezTo>
                <a:cubicBezTo>
                  <a:pt x="6277297" y="1201496"/>
                  <a:pt x="6235232" y="1197679"/>
                  <a:pt x="6192343" y="1198323"/>
                </a:cubicBezTo>
                <a:cubicBezTo>
                  <a:pt x="6117131" y="1199612"/>
                  <a:pt x="6041418" y="1202485"/>
                  <a:pt x="5966562" y="1203723"/>
                </a:cubicBezTo>
                <a:cubicBezTo>
                  <a:pt x="5933144" y="1204338"/>
                  <a:pt x="5900754" y="1201974"/>
                  <a:pt x="5867227" y="1201847"/>
                </a:cubicBezTo>
                <a:cubicBezTo>
                  <a:pt x="5788180" y="1201796"/>
                  <a:pt x="5708354" y="1203933"/>
                  <a:pt x="5630172" y="1202248"/>
                </a:cubicBezTo>
                <a:cubicBezTo>
                  <a:pt x="5535908" y="1200213"/>
                  <a:pt x="5442984" y="1194779"/>
                  <a:pt x="5348949" y="1191768"/>
                </a:cubicBezTo>
                <a:cubicBezTo>
                  <a:pt x="5313810" y="1190551"/>
                  <a:pt x="5277251" y="1192179"/>
                  <a:pt x="5241228" y="1192408"/>
                </a:cubicBezTo>
                <a:cubicBezTo>
                  <a:pt x="5151316" y="1192775"/>
                  <a:pt x="5061657" y="1192349"/>
                  <a:pt x="4971133" y="1193559"/>
                </a:cubicBezTo>
                <a:cubicBezTo>
                  <a:pt x="4937685" y="1193988"/>
                  <a:pt x="4903114" y="1199299"/>
                  <a:pt x="4869416" y="1200519"/>
                </a:cubicBezTo>
                <a:cubicBezTo>
                  <a:pt x="4830283" y="1201947"/>
                  <a:pt x="4791348" y="1202215"/>
                  <a:pt x="4753274" y="1200850"/>
                </a:cubicBezTo>
                <a:cubicBezTo>
                  <a:pt x="4705682" y="1199144"/>
                  <a:pt x="4659172" y="1194829"/>
                  <a:pt x="4611883" y="1192701"/>
                </a:cubicBezTo>
                <a:cubicBezTo>
                  <a:pt x="4533819" y="1189298"/>
                  <a:pt x="4455420" y="1186135"/>
                  <a:pt x="4376825" y="1184131"/>
                </a:cubicBezTo>
                <a:cubicBezTo>
                  <a:pt x="4347226" y="1183446"/>
                  <a:pt x="4315374" y="1187423"/>
                  <a:pt x="4285471" y="1187158"/>
                </a:cubicBezTo>
                <a:cubicBezTo>
                  <a:pt x="4145774" y="1185753"/>
                  <a:pt x="4006046" y="1184162"/>
                  <a:pt x="3866543" y="1181596"/>
                </a:cubicBezTo>
                <a:cubicBezTo>
                  <a:pt x="3794230" y="1180207"/>
                  <a:pt x="3723633" y="1175551"/>
                  <a:pt x="3651342" y="1174348"/>
                </a:cubicBezTo>
                <a:cubicBezTo>
                  <a:pt x="3607885" y="1173562"/>
                  <a:pt x="3561907" y="1178044"/>
                  <a:pt x="3518453" y="1177258"/>
                </a:cubicBezTo>
                <a:cubicBezTo>
                  <a:pt x="3478287" y="1176568"/>
                  <a:pt x="3440399" y="1171400"/>
                  <a:pt x="3400818" y="1169685"/>
                </a:cubicBezTo>
                <a:cubicBezTo>
                  <a:pt x="3279824" y="1164099"/>
                  <a:pt x="3157310" y="1160621"/>
                  <a:pt x="3037154" y="1153217"/>
                </a:cubicBezTo>
                <a:cubicBezTo>
                  <a:pt x="2978373" y="1149708"/>
                  <a:pt x="2922429" y="1140508"/>
                  <a:pt x="2866260" y="1132283"/>
                </a:cubicBezTo>
                <a:cubicBezTo>
                  <a:pt x="2771049" y="1118489"/>
                  <a:pt x="2677107" y="1103380"/>
                  <a:pt x="2582173" y="1088979"/>
                </a:cubicBezTo>
                <a:cubicBezTo>
                  <a:pt x="2511090" y="1078352"/>
                  <a:pt x="2447356" y="1063086"/>
                  <a:pt x="2395406" y="1035945"/>
                </a:cubicBezTo>
                <a:cubicBezTo>
                  <a:pt x="2371411" y="1023508"/>
                  <a:pt x="2331675" y="1015582"/>
                  <a:pt x="2294751" y="1014618"/>
                </a:cubicBezTo>
                <a:cubicBezTo>
                  <a:pt x="2228580" y="1012920"/>
                  <a:pt x="2177384" y="998698"/>
                  <a:pt x="2122944" y="984751"/>
                </a:cubicBezTo>
                <a:cubicBezTo>
                  <a:pt x="2054121" y="967003"/>
                  <a:pt x="1981585" y="951294"/>
                  <a:pt x="1905504" y="941380"/>
                </a:cubicBezTo>
                <a:cubicBezTo>
                  <a:pt x="1830544" y="931682"/>
                  <a:pt x="1747929" y="932141"/>
                  <a:pt x="1671045" y="924228"/>
                </a:cubicBezTo>
                <a:cubicBezTo>
                  <a:pt x="1625936" y="919523"/>
                  <a:pt x="1585613" y="907528"/>
                  <a:pt x="1543856" y="898190"/>
                </a:cubicBezTo>
                <a:cubicBezTo>
                  <a:pt x="1502093" y="888855"/>
                  <a:pt x="1460606" y="878913"/>
                  <a:pt x="1419784" y="868500"/>
                </a:cubicBezTo>
                <a:cubicBezTo>
                  <a:pt x="1397486" y="862806"/>
                  <a:pt x="1378078" y="854435"/>
                  <a:pt x="1355116" y="849214"/>
                </a:cubicBezTo>
                <a:cubicBezTo>
                  <a:pt x="1311848" y="839527"/>
                  <a:pt x="1265353" y="832754"/>
                  <a:pt x="1223713" y="821702"/>
                </a:cubicBezTo>
                <a:cubicBezTo>
                  <a:pt x="1183577" y="811001"/>
                  <a:pt x="1138864" y="809072"/>
                  <a:pt x="1094193" y="804872"/>
                </a:cubicBezTo>
                <a:cubicBezTo>
                  <a:pt x="1060244" y="801784"/>
                  <a:pt x="1034230" y="787936"/>
                  <a:pt x="1001115" y="783030"/>
                </a:cubicBezTo>
                <a:cubicBezTo>
                  <a:pt x="953853" y="775990"/>
                  <a:pt x="916853" y="764276"/>
                  <a:pt x="879548" y="747884"/>
                </a:cubicBezTo>
                <a:cubicBezTo>
                  <a:pt x="837586" y="729513"/>
                  <a:pt x="770061" y="725929"/>
                  <a:pt x="711163" y="719039"/>
                </a:cubicBezTo>
                <a:cubicBezTo>
                  <a:pt x="661152" y="713146"/>
                  <a:pt x="604343" y="715774"/>
                  <a:pt x="557941" y="707101"/>
                </a:cubicBezTo>
                <a:cubicBezTo>
                  <a:pt x="525381" y="700984"/>
                  <a:pt x="499355" y="684493"/>
                  <a:pt x="480347" y="668702"/>
                </a:cubicBezTo>
                <a:cubicBezTo>
                  <a:pt x="437718" y="632865"/>
                  <a:pt x="370204" y="616630"/>
                  <a:pt x="296224" y="603583"/>
                </a:cubicBezTo>
                <a:cubicBezTo>
                  <a:pt x="220741" y="590184"/>
                  <a:pt x="148480" y="573869"/>
                  <a:pt x="72689" y="560892"/>
                </a:cubicBezTo>
                <a:lnTo>
                  <a:pt x="0" y="543486"/>
                </a:lnTo>
                <a:lnTo>
                  <a:pt x="0" y="384357"/>
                </a:lnTo>
                <a:lnTo>
                  <a:pt x="51784" y="393937"/>
                </a:lnTo>
                <a:cubicBezTo>
                  <a:pt x="104770" y="397707"/>
                  <a:pt x="153378" y="409086"/>
                  <a:pt x="205561" y="414859"/>
                </a:cubicBezTo>
                <a:cubicBezTo>
                  <a:pt x="254062" y="420400"/>
                  <a:pt x="305001" y="422574"/>
                  <a:pt x="354391" y="426667"/>
                </a:cubicBezTo>
                <a:cubicBezTo>
                  <a:pt x="386450" y="429269"/>
                  <a:pt x="420771" y="429847"/>
                  <a:pt x="448281" y="436308"/>
                </a:cubicBezTo>
                <a:cubicBezTo>
                  <a:pt x="499904" y="448391"/>
                  <a:pt x="551004" y="446576"/>
                  <a:pt x="611518" y="434166"/>
                </a:cubicBezTo>
                <a:cubicBezTo>
                  <a:pt x="654695" y="425361"/>
                  <a:pt x="702395" y="422710"/>
                  <a:pt x="746076" y="422520"/>
                </a:cubicBezTo>
                <a:cubicBezTo>
                  <a:pt x="798481" y="422218"/>
                  <a:pt x="848400" y="419817"/>
                  <a:pt x="902724" y="409989"/>
                </a:cubicBezTo>
                <a:cubicBezTo>
                  <a:pt x="977291" y="396518"/>
                  <a:pt x="1048428" y="397321"/>
                  <a:pt x="1113854" y="414230"/>
                </a:cubicBezTo>
                <a:cubicBezTo>
                  <a:pt x="1184155" y="432145"/>
                  <a:pt x="1258677" y="446437"/>
                  <a:pt x="1333449" y="459938"/>
                </a:cubicBezTo>
                <a:cubicBezTo>
                  <a:pt x="1354772" y="463883"/>
                  <a:pt x="1385284" y="463304"/>
                  <a:pt x="1408608" y="458278"/>
                </a:cubicBezTo>
                <a:cubicBezTo>
                  <a:pt x="1483492" y="441930"/>
                  <a:pt x="1561495" y="427025"/>
                  <a:pt x="1630191" y="403061"/>
                </a:cubicBezTo>
                <a:cubicBezTo>
                  <a:pt x="1735315" y="366348"/>
                  <a:pt x="1840887" y="337881"/>
                  <a:pt x="1956289" y="332366"/>
                </a:cubicBezTo>
                <a:cubicBezTo>
                  <a:pt x="1986669" y="330865"/>
                  <a:pt x="2019100" y="336056"/>
                  <a:pt x="2042814" y="344002"/>
                </a:cubicBezTo>
                <a:cubicBezTo>
                  <a:pt x="2085261" y="358150"/>
                  <a:pt x="2126350" y="370413"/>
                  <a:pt x="2183420" y="369635"/>
                </a:cubicBezTo>
                <a:cubicBezTo>
                  <a:pt x="2235035" y="368879"/>
                  <a:pt x="2279659" y="405942"/>
                  <a:pt x="2269566" y="439859"/>
                </a:cubicBezTo>
                <a:cubicBezTo>
                  <a:pt x="2258267" y="478101"/>
                  <a:pt x="2277762" y="504964"/>
                  <a:pt x="2331129" y="524163"/>
                </a:cubicBezTo>
                <a:cubicBezTo>
                  <a:pt x="2352980" y="531807"/>
                  <a:pt x="2364861" y="546162"/>
                  <a:pt x="2385112" y="555357"/>
                </a:cubicBezTo>
                <a:cubicBezTo>
                  <a:pt x="2401860" y="562976"/>
                  <a:pt x="2421927" y="570875"/>
                  <a:pt x="2444033" y="572629"/>
                </a:cubicBezTo>
                <a:cubicBezTo>
                  <a:pt x="2483469" y="575878"/>
                  <a:pt x="2509763" y="584022"/>
                  <a:pt x="2525979" y="603233"/>
                </a:cubicBezTo>
                <a:cubicBezTo>
                  <a:pt x="2549282" y="631254"/>
                  <a:pt x="2578520" y="657481"/>
                  <a:pt x="2603911" y="684825"/>
                </a:cubicBezTo>
                <a:cubicBezTo>
                  <a:pt x="2618910" y="700624"/>
                  <a:pt x="2643515" y="707120"/>
                  <a:pt x="2678828" y="706990"/>
                </a:cubicBezTo>
                <a:cubicBezTo>
                  <a:pt x="2699243" y="707100"/>
                  <a:pt x="2725615" y="705603"/>
                  <a:pt x="2738094" y="711376"/>
                </a:cubicBezTo>
                <a:cubicBezTo>
                  <a:pt x="2805960" y="742855"/>
                  <a:pt x="2895980" y="733032"/>
                  <a:pt x="2983806" y="728243"/>
                </a:cubicBezTo>
                <a:cubicBezTo>
                  <a:pt x="2993929" y="727744"/>
                  <a:pt x="3004007" y="726871"/>
                  <a:pt x="3013997" y="725446"/>
                </a:cubicBezTo>
                <a:cubicBezTo>
                  <a:pt x="3136002" y="707474"/>
                  <a:pt x="3250133" y="713470"/>
                  <a:pt x="3364419" y="720577"/>
                </a:cubicBezTo>
                <a:cubicBezTo>
                  <a:pt x="3394563" y="722507"/>
                  <a:pt x="3428050" y="719807"/>
                  <a:pt x="3460521" y="717628"/>
                </a:cubicBezTo>
                <a:cubicBezTo>
                  <a:pt x="3545330" y="712137"/>
                  <a:pt x="3633314" y="698262"/>
                  <a:pt x="3710982" y="714182"/>
                </a:cubicBezTo>
                <a:cubicBezTo>
                  <a:pt x="3772122" y="726607"/>
                  <a:pt x="3825029" y="745116"/>
                  <a:pt x="3850961" y="778802"/>
                </a:cubicBezTo>
                <a:cubicBezTo>
                  <a:pt x="3868395" y="801427"/>
                  <a:pt x="3898481" y="813185"/>
                  <a:pt x="3946286" y="816372"/>
                </a:cubicBezTo>
                <a:cubicBezTo>
                  <a:pt x="3987480" y="819179"/>
                  <a:pt x="4025130" y="827781"/>
                  <a:pt x="4065132" y="832459"/>
                </a:cubicBezTo>
                <a:cubicBezTo>
                  <a:pt x="4086246" y="834922"/>
                  <a:pt x="4110400" y="838274"/>
                  <a:pt x="4132173" y="835167"/>
                </a:cubicBezTo>
                <a:cubicBezTo>
                  <a:pt x="4190358" y="826865"/>
                  <a:pt x="4249453" y="817300"/>
                  <a:pt x="4305858" y="804156"/>
                </a:cubicBezTo>
                <a:cubicBezTo>
                  <a:pt x="4334041" y="797490"/>
                  <a:pt x="4360739" y="782919"/>
                  <a:pt x="4382131" y="769481"/>
                </a:cubicBezTo>
                <a:cubicBezTo>
                  <a:pt x="4404161" y="755388"/>
                  <a:pt x="4425552" y="747047"/>
                  <a:pt x="4453289" y="752531"/>
                </a:cubicBezTo>
                <a:cubicBezTo>
                  <a:pt x="4522267" y="766292"/>
                  <a:pt x="4590589" y="780524"/>
                  <a:pt x="4657971" y="795835"/>
                </a:cubicBezTo>
                <a:cubicBezTo>
                  <a:pt x="4669645" y="798513"/>
                  <a:pt x="4675987" y="807238"/>
                  <a:pt x="4682399" y="813876"/>
                </a:cubicBezTo>
                <a:cubicBezTo>
                  <a:pt x="4712325" y="844914"/>
                  <a:pt x="4739115" y="876968"/>
                  <a:pt x="4771814" y="907046"/>
                </a:cubicBezTo>
                <a:cubicBezTo>
                  <a:pt x="4783117" y="917329"/>
                  <a:pt x="4807945" y="922850"/>
                  <a:pt x="4827520" y="929876"/>
                </a:cubicBezTo>
                <a:cubicBezTo>
                  <a:pt x="4833681" y="932206"/>
                  <a:pt x="4845543" y="931081"/>
                  <a:pt x="4849942" y="933851"/>
                </a:cubicBezTo>
                <a:cubicBezTo>
                  <a:pt x="4888949" y="959631"/>
                  <a:pt x="4951287" y="954890"/>
                  <a:pt x="5009626" y="957896"/>
                </a:cubicBezTo>
                <a:cubicBezTo>
                  <a:pt x="5059523" y="960407"/>
                  <a:pt x="5111928" y="960104"/>
                  <a:pt x="5158711" y="963814"/>
                </a:cubicBezTo>
                <a:cubicBezTo>
                  <a:pt x="5231307" y="969696"/>
                  <a:pt x="5298173" y="973751"/>
                  <a:pt x="5376427" y="963151"/>
                </a:cubicBezTo>
                <a:cubicBezTo>
                  <a:pt x="5408579" y="958754"/>
                  <a:pt x="5448461" y="970245"/>
                  <a:pt x="5475787" y="980508"/>
                </a:cubicBezTo>
                <a:cubicBezTo>
                  <a:pt x="5528518" y="1000363"/>
                  <a:pt x="5584839" y="1001958"/>
                  <a:pt x="5653401" y="987268"/>
                </a:cubicBezTo>
                <a:cubicBezTo>
                  <a:pt x="5676008" y="982341"/>
                  <a:pt x="5702558" y="984595"/>
                  <a:pt x="5726340" y="985357"/>
                </a:cubicBezTo>
                <a:cubicBezTo>
                  <a:pt x="5748643" y="985952"/>
                  <a:pt x="5770110" y="988364"/>
                  <a:pt x="5790563" y="991300"/>
                </a:cubicBezTo>
                <a:cubicBezTo>
                  <a:pt x="5815128" y="994969"/>
                  <a:pt x="5845522" y="996110"/>
                  <a:pt x="5860260" y="1004958"/>
                </a:cubicBezTo>
                <a:cubicBezTo>
                  <a:pt x="5906803" y="1032493"/>
                  <a:pt x="5977069" y="1037385"/>
                  <a:pt x="6042101" y="1036226"/>
                </a:cubicBezTo>
                <a:cubicBezTo>
                  <a:pt x="6128232" y="1034888"/>
                  <a:pt x="6222269" y="1027704"/>
                  <a:pt x="6301998" y="989138"/>
                </a:cubicBezTo>
                <a:cubicBezTo>
                  <a:pt x="6349672" y="965909"/>
                  <a:pt x="6396952" y="955198"/>
                  <a:pt x="6452025" y="968489"/>
                </a:cubicBezTo>
                <a:cubicBezTo>
                  <a:pt x="6489401" y="977695"/>
                  <a:pt x="6558002" y="960731"/>
                  <a:pt x="6589205" y="939474"/>
                </a:cubicBezTo>
                <a:cubicBezTo>
                  <a:pt x="6600499" y="931821"/>
                  <a:pt x="6612148" y="924116"/>
                  <a:pt x="6631069" y="911222"/>
                </a:cubicBezTo>
                <a:cubicBezTo>
                  <a:pt x="6674305" y="951313"/>
                  <a:pt x="6752346" y="944332"/>
                  <a:pt x="6828274" y="942941"/>
                </a:cubicBezTo>
                <a:cubicBezTo>
                  <a:pt x="6874780" y="942157"/>
                  <a:pt x="6889173" y="963896"/>
                  <a:pt x="6900803" y="984140"/>
                </a:cubicBezTo>
                <a:cubicBezTo>
                  <a:pt x="6921316" y="1020676"/>
                  <a:pt x="6959796" y="1032557"/>
                  <a:pt x="7034668" y="1018665"/>
                </a:cubicBezTo>
                <a:cubicBezTo>
                  <a:pt x="7117337" y="1003282"/>
                  <a:pt x="7199637" y="985309"/>
                  <a:pt x="7281067" y="966327"/>
                </a:cubicBezTo>
                <a:cubicBezTo>
                  <a:pt x="7332521" y="954266"/>
                  <a:pt x="7378029" y="936255"/>
                  <a:pt x="7412780" y="909206"/>
                </a:cubicBezTo>
                <a:cubicBezTo>
                  <a:pt x="7446535" y="882864"/>
                  <a:pt x="7455445" y="884046"/>
                  <a:pt x="7500327" y="894826"/>
                </a:cubicBezTo>
                <a:cubicBezTo>
                  <a:pt x="7552743" y="907363"/>
                  <a:pt x="7606735" y="918164"/>
                  <a:pt x="7662324" y="927415"/>
                </a:cubicBezTo>
                <a:cubicBezTo>
                  <a:pt x="7679867" y="930387"/>
                  <a:pt x="7704114" y="926740"/>
                  <a:pt x="7725334" y="924844"/>
                </a:cubicBezTo>
                <a:cubicBezTo>
                  <a:pt x="7761320" y="921787"/>
                  <a:pt x="7798617" y="920242"/>
                  <a:pt x="7833279" y="913031"/>
                </a:cubicBezTo>
                <a:cubicBezTo>
                  <a:pt x="7866516" y="906023"/>
                  <a:pt x="7898634" y="893700"/>
                  <a:pt x="7928605" y="881683"/>
                </a:cubicBezTo>
                <a:cubicBezTo>
                  <a:pt x="8012311" y="848025"/>
                  <a:pt x="8088138" y="810205"/>
                  <a:pt x="8146597" y="762968"/>
                </a:cubicBezTo>
                <a:cubicBezTo>
                  <a:pt x="8154091" y="756800"/>
                  <a:pt x="8170249" y="752606"/>
                  <a:pt x="8183577" y="749005"/>
                </a:cubicBezTo>
                <a:cubicBezTo>
                  <a:pt x="8205312" y="743071"/>
                  <a:pt x="8227788" y="737222"/>
                  <a:pt x="8250224" y="733642"/>
                </a:cubicBezTo>
                <a:cubicBezTo>
                  <a:pt x="8359189" y="716209"/>
                  <a:pt x="8441164" y="678078"/>
                  <a:pt x="8505929" y="626542"/>
                </a:cubicBezTo>
                <a:cubicBezTo>
                  <a:pt x="8524585" y="611796"/>
                  <a:pt x="8540107" y="608259"/>
                  <a:pt x="8564194" y="618796"/>
                </a:cubicBezTo>
                <a:cubicBezTo>
                  <a:pt x="8592162" y="631043"/>
                  <a:pt x="8628032" y="619507"/>
                  <a:pt x="8660705" y="611069"/>
                </a:cubicBezTo>
                <a:cubicBezTo>
                  <a:pt x="8694442" y="602479"/>
                  <a:pt x="8728514" y="593651"/>
                  <a:pt x="8762255" y="585060"/>
                </a:cubicBezTo>
                <a:cubicBezTo>
                  <a:pt x="8787227" y="578855"/>
                  <a:pt x="8811899" y="573069"/>
                  <a:pt x="8836439" y="566358"/>
                </a:cubicBezTo>
                <a:cubicBezTo>
                  <a:pt x="8912856" y="545447"/>
                  <a:pt x="8983243" y="538425"/>
                  <a:pt x="9050728" y="559575"/>
                </a:cubicBezTo>
                <a:cubicBezTo>
                  <a:pt x="9102219" y="575830"/>
                  <a:pt x="9164950" y="573868"/>
                  <a:pt x="9229627" y="557464"/>
                </a:cubicBezTo>
                <a:cubicBezTo>
                  <a:pt x="9237706" y="555368"/>
                  <a:pt x="9247529" y="550190"/>
                  <a:pt x="9253451" y="550855"/>
                </a:cubicBezTo>
                <a:cubicBezTo>
                  <a:pt x="9342568" y="560232"/>
                  <a:pt x="9405310" y="512383"/>
                  <a:pt x="9484214" y="498671"/>
                </a:cubicBezTo>
                <a:cubicBezTo>
                  <a:pt x="9519035" y="492570"/>
                  <a:pt x="9552778" y="473783"/>
                  <a:pt x="9582633" y="458384"/>
                </a:cubicBezTo>
                <a:cubicBezTo>
                  <a:pt x="9623689" y="437231"/>
                  <a:pt x="9660183" y="417297"/>
                  <a:pt x="9719670" y="415607"/>
                </a:cubicBezTo>
                <a:cubicBezTo>
                  <a:pt x="9779189" y="414101"/>
                  <a:pt x="9830940" y="393878"/>
                  <a:pt x="9871784" y="366147"/>
                </a:cubicBezTo>
                <a:cubicBezTo>
                  <a:pt x="9903014" y="345075"/>
                  <a:pt x="9939570" y="338349"/>
                  <a:pt x="9984494" y="336660"/>
                </a:cubicBezTo>
                <a:cubicBezTo>
                  <a:pt x="10040642" y="334503"/>
                  <a:pt x="10098165" y="326674"/>
                  <a:pt x="10154708" y="322193"/>
                </a:cubicBezTo>
                <a:cubicBezTo>
                  <a:pt x="10166953" y="321201"/>
                  <a:pt x="10182669" y="321603"/>
                  <a:pt x="10190446" y="325025"/>
                </a:cubicBezTo>
                <a:cubicBezTo>
                  <a:pt x="10285769" y="367692"/>
                  <a:pt x="10408999" y="350677"/>
                  <a:pt x="10530736" y="335953"/>
                </a:cubicBezTo>
                <a:cubicBezTo>
                  <a:pt x="10604506" y="327127"/>
                  <a:pt x="10678397" y="316584"/>
                  <a:pt x="10752157" y="305117"/>
                </a:cubicBezTo>
                <a:cubicBezTo>
                  <a:pt x="10777120" y="301365"/>
                  <a:pt x="10803110" y="294636"/>
                  <a:pt x="10824452" y="285927"/>
                </a:cubicBezTo>
                <a:cubicBezTo>
                  <a:pt x="10868837" y="267698"/>
                  <a:pt x="10909147" y="246465"/>
                  <a:pt x="10953152" y="228102"/>
                </a:cubicBezTo>
                <a:cubicBezTo>
                  <a:pt x="10969622" y="221030"/>
                  <a:pt x="10991730" y="217688"/>
                  <a:pt x="11011614" y="214096"/>
                </a:cubicBezTo>
                <a:cubicBezTo>
                  <a:pt x="11046743" y="207573"/>
                  <a:pt x="11086641" y="206412"/>
                  <a:pt x="11116031" y="195421"/>
                </a:cubicBezTo>
                <a:cubicBezTo>
                  <a:pt x="11192467" y="166956"/>
                  <a:pt x="11266913" y="160299"/>
                  <a:pt x="11344303" y="166629"/>
                </a:cubicBezTo>
                <a:cubicBezTo>
                  <a:pt x="11452657" y="175527"/>
                  <a:pt x="11551626" y="159519"/>
                  <a:pt x="11639050" y="108526"/>
                </a:cubicBezTo>
                <a:cubicBezTo>
                  <a:pt x="11678385" y="85543"/>
                  <a:pt x="11720243" y="87879"/>
                  <a:pt x="11757532" y="96530"/>
                </a:cubicBezTo>
                <a:cubicBezTo>
                  <a:pt x="11800499" y="106640"/>
                  <a:pt x="11840704" y="105056"/>
                  <a:pt x="11885799" y="86728"/>
                </a:cubicBezTo>
                <a:cubicBezTo>
                  <a:pt x="11895784" y="82659"/>
                  <a:pt x="11910604" y="81867"/>
                  <a:pt x="11922874" y="81060"/>
                </a:cubicBezTo>
                <a:cubicBezTo>
                  <a:pt x="11992783" y="75806"/>
                  <a:pt x="12063500" y="73647"/>
                  <a:pt x="12115331" y="33587"/>
                </a:cubicBezTo>
                <a:cubicBezTo>
                  <a:pt x="12125500" y="25715"/>
                  <a:pt x="12143693" y="20477"/>
                  <a:pt x="12158080" y="1408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76AE0EBC-8490-349B-B754-37DBB605EB14}"/>
              </a:ext>
            </a:extLst>
          </p:cNvPr>
          <p:cNvSpPr>
            <a:spLocks noGrp="1"/>
          </p:cNvSpPr>
          <p:nvPr>
            <p:ph idx="1"/>
          </p:nvPr>
        </p:nvSpPr>
        <p:spPr>
          <a:xfrm>
            <a:off x="111760" y="3128176"/>
            <a:ext cx="11948160" cy="3729824"/>
          </a:xfrm>
        </p:spPr>
        <p:txBody>
          <a:bodyPr>
            <a:normAutofit fontScale="92500"/>
          </a:bodyPr>
          <a:lstStyle/>
          <a:p>
            <a:pPr marL="0" indent="0" algn="ctr">
              <a:buNone/>
            </a:pPr>
            <a:r>
              <a:rPr lang="en-JM" b="1" dirty="0">
                <a:highlight>
                  <a:srgbClr val="008080"/>
                </a:highlight>
              </a:rPr>
              <a:t>VS 5</a:t>
            </a:r>
          </a:p>
          <a:p>
            <a:r>
              <a:rPr lang="en-JM" sz="3000" dirty="0">
                <a:solidFill>
                  <a:srgbClr val="FFFF00"/>
                </a:solidFill>
              </a:rPr>
              <a:t>hypocrites</a:t>
            </a:r>
            <a:r>
              <a:rPr lang="en-JM" sz="3000" dirty="0"/>
              <a:t> - </a:t>
            </a:r>
            <a:r>
              <a:rPr lang="el-GR" sz="3000" i="1" dirty="0"/>
              <a:t>ὑποκριταί</a:t>
            </a:r>
            <a:r>
              <a:rPr lang="en-JM" sz="3000" dirty="0"/>
              <a:t> (hypokritai) </a:t>
            </a:r>
          </a:p>
          <a:p>
            <a:endParaRPr lang="en-JM" sz="3000" dirty="0"/>
          </a:p>
          <a:p>
            <a:pPr>
              <a:buFont typeface="Wingdings" panose="05000000000000000000" pitchFamily="2" charset="2"/>
              <a:buChar char="v"/>
            </a:pPr>
            <a:r>
              <a:rPr lang="en-JM" sz="3000" dirty="0"/>
              <a:t>hypocrite, actor, stage player, dissembler.</a:t>
            </a:r>
          </a:p>
          <a:p>
            <a:pPr marL="0" indent="0">
              <a:buNone/>
            </a:pPr>
            <a:r>
              <a:rPr lang="el-GR" sz="3000" dirty="0"/>
              <a:t>ὑποκριταί</a:t>
            </a:r>
            <a:r>
              <a:rPr lang="en-JM" sz="3000" dirty="0"/>
              <a:t>- An actor under an assumed character (stage player).</a:t>
            </a:r>
          </a:p>
          <a:p>
            <a:pPr marL="0" indent="0">
              <a:buNone/>
            </a:pPr>
            <a:endParaRPr lang="en-JM" sz="3000" dirty="0"/>
          </a:p>
          <a:p>
            <a:pPr>
              <a:buFont typeface="Wingdings" panose="05000000000000000000" pitchFamily="2" charset="2"/>
              <a:buChar char="ü"/>
            </a:pPr>
            <a:r>
              <a:rPr lang="en-JM" sz="3000" dirty="0"/>
              <a:t>Doing it as a show, to be seen by men.</a:t>
            </a:r>
          </a:p>
          <a:p>
            <a:pPr marL="0" indent="0">
              <a:buNone/>
            </a:pPr>
            <a:endParaRPr lang="en-JM" dirty="0"/>
          </a:p>
        </p:txBody>
      </p:sp>
    </p:spTree>
    <p:extLst>
      <p:ext uri="{BB962C8B-B14F-4D97-AF65-F5344CB8AC3E}">
        <p14:creationId xmlns:p14="http://schemas.microsoft.com/office/powerpoint/2010/main" val="79726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 calcmode="lin" valueType="num">
                                      <p:cBhvr additive="base">
                                        <p:cTn id="1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 calcmode="lin" valueType="num">
                                      <p:cBhvr additive="base">
                                        <p:cTn id="1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 calcmode="lin" valueType="num">
                                      <p:cBhvr additive="base">
                                        <p:cTn id="24"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95ACAC-FE62-0A4E-3DB1-A6DDCA8515B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A65771B-7218-558B-A313-442187285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47EEC6-892A-6C7C-B9CD-29F0E4397EA9}"/>
              </a:ext>
            </a:extLst>
          </p:cNvPr>
          <p:cNvSpPr>
            <a:spLocks noGrp="1"/>
          </p:cNvSpPr>
          <p:nvPr>
            <p:ph type="title"/>
          </p:nvPr>
        </p:nvSpPr>
        <p:spPr>
          <a:xfrm>
            <a:off x="761999" y="1021079"/>
            <a:ext cx="10667999" cy="1086018"/>
          </a:xfrm>
        </p:spPr>
        <p:txBody>
          <a:bodyPr anchor="ctr">
            <a:normAutofit/>
          </a:bodyPr>
          <a:lstStyle/>
          <a:p>
            <a:pPr algn="ctr"/>
            <a:r>
              <a:rPr lang="en-JM" dirty="0"/>
              <a:t>Vain Repetition</a:t>
            </a:r>
          </a:p>
        </p:txBody>
      </p:sp>
      <p:sp>
        <p:nvSpPr>
          <p:cNvPr id="10" name="Freeform: Shape 9">
            <a:extLst>
              <a:ext uri="{FF2B5EF4-FFF2-40B4-BE49-F238E27FC236}">
                <a16:creationId xmlns:a16="http://schemas.microsoft.com/office/drawing/2014/main" id="{7F1B8455-2420-104B-40EA-B063C986D3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367198"/>
            <a:ext cx="12192000" cy="822960"/>
          </a:xfrm>
          <a:custGeom>
            <a:avLst/>
            <a:gdLst>
              <a:gd name="connsiteX0" fmla="*/ 12192000 w 12192000"/>
              <a:gd name="connsiteY0" fmla="*/ 0 h 1203824"/>
              <a:gd name="connsiteX1" fmla="*/ 12192000 w 12192000"/>
              <a:gd name="connsiteY1" fmla="*/ 463429 h 1203824"/>
              <a:gd name="connsiteX2" fmla="*/ 12190876 w 12192000"/>
              <a:gd name="connsiteY2" fmla="*/ 463512 h 1203824"/>
              <a:gd name="connsiteX3" fmla="*/ 12077245 w 12192000"/>
              <a:gd name="connsiteY3" fmla="*/ 476327 h 1203824"/>
              <a:gd name="connsiteX4" fmla="*/ 11984517 w 12192000"/>
              <a:gd name="connsiteY4" fmla="*/ 479927 h 1203824"/>
              <a:gd name="connsiteX5" fmla="*/ 11951600 w 12192000"/>
              <a:gd name="connsiteY5" fmla="*/ 478957 h 1203824"/>
              <a:gd name="connsiteX6" fmla="*/ 11690904 w 12192000"/>
              <a:gd name="connsiteY6" fmla="*/ 471970 h 1203824"/>
              <a:gd name="connsiteX7" fmla="*/ 11413965 w 12192000"/>
              <a:gd name="connsiteY7" fmla="*/ 476172 h 1203824"/>
              <a:gd name="connsiteX8" fmla="*/ 11240739 w 12192000"/>
              <a:gd name="connsiteY8" fmla="*/ 523169 h 1203824"/>
              <a:gd name="connsiteX9" fmla="*/ 11175005 w 12192000"/>
              <a:gd name="connsiteY9" fmla="*/ 532169 h 1203824"/>
              <a:gd name="connsiteX10" fmla="*/ 10873726 w 12192000"/>
              <a:gd name="connsiteY10" fmla="*/ 580253 h 1203824"/>
              <a:gd name="connsiteX11" fmla="*/ 10821306 w 12192000"/>
              <a:gd name="connsiteY11" fmla="*/ 593207 h 1203824"/>
              <a:gd name="connsiteX12" fmla="*/ 10530811 w 12192000"/>
              <a:gd name="connsiteY12" fmla="*/ 612184 h 1203824"/>
              <a:gd name="connsiteX13" fmla="*/ 10426049 w 12192000"/>
              <a:gd name="connsiteY13" fmla="*/ 623354 h 1203824"/>
              <a:gd name="connsiteX14" fmla="*/ 10329156 w 12192000"/>
              <a:gd name="connsiteY14" fmla="*/ 630948 h 1203824"/>
              <a:gd name="connsiteX15" fmla="*/ 10194727 w 12192000"/>
              <a:gd name="connsiteY15" fmla="*/ 648617 h 1203824"/>
              <a:gd name="connsiteX16" fmla="*/ 10055906 w 12192000"/>
              <a:gd name="connsiteY16" fmla="*/ 671256 h 1203824"/>
              <a:gd name="connsiteX17" fmla="*/ 9900551 w 12192000"/>
              <a:gd name="connsiteY17" fmla="*/ 692855 h 1203824"/>
              <a:gd name="connsiteX18" fmla="*/ 9838464 w 12192000"/>
              <a:gd name="connsiteY18" fmla="*/ 696804 h 1203824"/>
              <a:gd name="connsiteX19" fmla="*/ 9672957 w 12192000"/>
              <a:gd name="connsiteY19" fmla="*/ 723816 h 1203824"/>
              <a:gd name="connsiteX20" fmla="*/ 9585066 w 12192000"/>
              <a:gd name="connsiteY20" fmla="*/ 730692 h 1203824"/>
              <a:gd name="connsiteX21" fmla="*/ 9441407 w 12192000"/>
              <a:gd name="connsiteY21" fmla="*/ 750055 h 1203824"/>
              <a:gd name="connsiteX22" fmla="*/ 9394459 w 12192000"/>
              <a:gd name="connsiteY22" fmla="*/ 755431 h 1203824"/>
              <a:gd name="connsiteX23" fmla="*/ 9352590 w 12192000"/>
              <a:gd name="connsiteY23" fmla="*/ 760650 h 1203824"/>
              <a:gd name="connsiteX24" fmla="*/ 9211614 w 12192000"/>
              <a:gd name="connsiteY24" fmla="*/ 796248 h 1203824"/>
              <a:gd name="connsiteX25" fmla="*/ 9084667 w 12192000"/>
              <a:gd name="connsiteY25" fmla="*/ 815303 h 1203824"/>
              <a:gd name="connsiteX26" fmla="*/ 8863666 w 12192000"/>
              <a:gd name="connsiteY26" fmla="*/ 859298 h 1203824"/>
              <a:gd name="connsiteX27" fmla="*/ 8813796 w 12192000"/>
              <a:gd name="connsiteY27" fmla="*/ 862070 h 1203824"/>
              <a:gd name="connsiteX28" fmla="*/ 8659351 w 12192000"/>
              <a:gd name="connsiteY28" fmla="*/ 882406 h 1203824"/>
              <a:gd name="connsiteX29" fmla="*/ 8571352 w 12192000"/>
              <a:gd name="connsiteY29" fmla="*/ 893639 h 1203824"/>
              <a:gd name="connsiteX30" fmla="*/ 8464106 w 12192000"/>
              <a:gd name="connsiteY30" fmla="*/ 918004 h 1203824"/>
              <a:gd name="connsiteX31" fmla="*/ 8278324 w 12192000"/>
              <a:gd name="connsiteY31" fmla="*/ 963769 h 1203824"/>
              <a:gd name="connsiteX32" fmla="*/ 8229128 w 12192000"/>
              <a:gd name="connsiteY32" fmla="*/ 973810 h 1203824"/>
              <a:gd name="connsiteX33" fmla="*/ 8139751 w 12192000"/>
              <a:gd name="connsiteY33" fmla="*/ 995815 h 1203824"/>
              <a:gd name="connsiteX34" fmla="*/ 8123571 w 12192000"/>
              <a:gd name="connsiteY34" fmla="*/ 999822 h 1203824"/>
              <a:gd name="connsiteX35" fmla="*/ 7988699 w 12192000"/>
              <a:gd name="connsiteY35" fmla="*/ 1042479 h 1203824"/>
              <a:gd name="connsiteX36" fmla="*/ 7917214 w 12192000"/>
              <a:gd name="connsiteY36" fmla="*/ 1054565 h 1203824"/>
              <a:gd name="connsiteX37" fmla="*/ 7710915 w 12192000"/>
              <a:gd name="connsiteY37" fmla="*/ 1084190 h 1203824"/>
              <a:gd name="connsiteX38" fmla="*/ 7622959 w 12192000"/>
              <a:gd name="connsiteY38" fmla="*/ 1093150 h 1203824"/>
              <a:gd name="connsiteX39" fmla="*/ 7410782 w 12192000"/>
              <a:gd name="connsiteY39" fmla="*/ 1109640 h 1203824"/>
              <a:gd name="connsiteX40" fmla="*/ 7277754 w 12192000"/>
              <a:gd name="connsiteY40" fmla="*/ 1121822 h 1203824"/>
              <a:gd name="connsiteX41" fmla="*/ 7124540 w 12192000"/>
              <a:gd name="connsiteY41" fmla="*/ 1132918 h 1203824"/>
              <a:gd name="connsiteX42" fmla="*/ 6949752 w 12192000"/>
              <a:gd name="connsiteY42" fmla="*/ 1151058 h 1203824"/>
              <a:gd name="connsiteX43" fmla="*/ 6630249 w 12192000"/>
              <a:gd name="connsiteY43" fmla="*/ 1176063 h 1203824"/>
              <a:gd name="connsiteX44" fmla="*/ 6320634 w 12192000"/>
              <a:gd name="connsiteY44" fmla="*/ 1198901 h 1203824"/>
              <a:gd name="connsiteX45" fmla="*/ 6192343 w 12192000"/>
              <a:gd name="connsiteY45" fmla="*/ 1198323 h 1203824"/>
              <a:gd name="connsiteX46" fmla="*/ 5966562 w 12192000"/>
              <a:gd name="connsiteY46" fmla="*/ 1203723 h 1203824"/>
              <a:gd name="connsiteX47" fmla="*/ 5867227 w 12192000"/>
              <a:gd name="connsiteY47" fmla="*/ 1201847 h 1203824"/>
              <a:gd name="connsiteX48" fmla="*/ 5630172 w 12192000"/>
              <a:gd name="connsiteY48" fmla="*/ 1202248 h 1203824"/>
              <a:gd name="connsiteX49" fmla="*/ 5348949 w 12192000"/>
              <a:gd name="connsiteY49" fmla="*/ 1191768 h 1203824"/>
              <a:gd name="connsiteX50" fmla="*/ 5241228 w 12192000"/>
              <a:gd name="connsiteY50" fmla="*/ 1192408 h 1203824"/>
              <a:gd name="connsiteX51" fmla="*/ 4971133 w 12192000"/>
              <a:gd name="connsiteY51" fmla="*/ 1193559 h 1203824"/>
              <a:gd name="connsiteX52" fmla="*/ 4869416 w 12192000"/>
              <a:gd name="connsiteY52" fmla="*/ 1200519 h 1203824"/>
              <a:gd name="connsiteX53" fmla="*/ 4753274 w 12192000"/>
              <a:gd name="connsiteY53" fmla="*/ 1200850 h 1203824"/>
              <a:gd name="connsiteX54" fmla="*/ 4611883 w 12192000"/>
              <a:gd name="connsiteY54" fmla="*/ 1192701 h 1203824"/>
              <a:gd name="connsiteX55" fmla="*/ 4376825 w 12192000"/>
              <a:gd name="connsiteY55" fmla="*/ 1184131 h 1203824"/>
              <a:gd name="connsiteX56" fmla="*/ 4285471 w 12192000"/>
              <a:gd name="connsiteY56" fmla="*/ 1187158 h 1203824"/>
              <a:gd name="connsiteX57" fmla="*/ 3866543 w 12192000"/>
              <a:gd name="connsiteY57" fmla="*/ 1181596 h 1203824"/>
              <a:gd name="connsiteX58" fmla="*/ 3651342 w 12192000"/>
              <a:gd name="connsiteY58" fmla="*/ 1174348 h 1203824"/>
              <a:gd name="connsiteX59" fmla="*/ 3518453 w 12192000"/>
              <a:gd name="connsiteY59" fmla="*/ 1177258 h 1203824"/>
              <a:gd name="connsiteX60" fmla="*/ 3400818 w 12192000"/>
              <a:gd name="connsiteY60" fmla="*/ 1169685 h 1203824"/>
              <a:gd name="connsiteX61" fmla="*/ 3037154 w 12192000"/>
              <a:gd name="connsiteY61" fmla="*/ 1153217 h 1203824"/>
              <a:gd name="connsiteX62" fmla="*/ 2866260 w 12192000"/>
              <a:gd name="connsiteY62" fmla="*/ 1132283 h 1203824"/>
              <a:gd name="connsiteX63" fmla="*/ 2582173 w 12192000"/>
              <a:gd name="connsiteY63" fmla="*/ 1088979 h 1203824"/>
              <a:gd name="connsiteX64" fmla="*/ 2395406 w 12192000"/>
              <a:gd name="connsiteY64" fmla="*/ 1035945 h 1203824"/>
              <a:gd name="connsiteX65" fmla="*/ 2294751 w 12192000"/>
              <a:gd name="connsiteY65" fmla="*/ 1014618 h 1203824"/>
              <a:gd name="connsiteX66" fmla="*/ 2122944 w 12192000"/>
              <a:gd name="connsiteY66" fmla="*/ 984751 h 1203824"/>
              <a:gd name="connsiteX67" fmla="*/ 1905504 w 12192000"/>
              <a:gd name="connsiteY67" fmla="*/ 941380 h 1203824"/>
              <a:gd name="connsiteX68" fmla="*/ 1671045 w 12192000"/>
              <a:gd name="connsiteY68" fmla="*/ 924228 h 1203824"/>
              <a:gd name="connsiteX69" fmla="*/ 1543856 w 12192000"/>
              <a:gd name="connsiteY69" fmla="*/ 898190 h 1203824"/>
              <a:gd name="connsiteX70" fmla="*/ 1419784 w 12192000"/>
              <a:gd name="connsiteY70" fmla="*/ 868500 h 1203824"/>
              <a:gd name="connsiteX71" fmla="*/ 1355116 w 12192000"/>
              <a:gd name="connsiteY71" fmla="*/ 849214 h 1203824"/>
              <a:gd name="connsiteX72" fmla="*/ 1223713 w 12192000"/>
              <a:gd name="connsiteY72" fmla="*/ 821702 h 1203824"/>
              <a:gd name="connsiteX73" fmla="*/ 1094193 w 12192000"/>
              <a:gd name="connsiteY73" fmla="*/ 804872 h 1203824"/>
              <a:gd name="connsiteX74" fmla="*/ 1001115 w 12192000"/>
              <a:gd name="connsiteY74" fmla="*/ 783030 h 1203824"/>
              <a:gd name="connsiteX75" fmla="*/ 879548 w 12192000"/>
              <a:gd name="connsiteY75" fmla="*/ 747884 h 1203824"/>
              <a:gd name="connsiteX76" fmla="*/ 711163 w 12192000"/>
              <a:gd name="connsiteY76" fmla="*/ 719039 h 1203824"/>
              <a:gd name="connsiteX77" fmla="*/ 557941 w 12192000"/>
              <a:gd name="connsiteY77" fmla="*/ 707101 h 1203824"/>
              <a:gd name="connsiteX78" fmla="*/ 480347 w 12192000"/>
              <a:gd name="connsiteY78" fmla="*/ 668702 h 1203824"/>
              <a:gd name="connsiteX79" fmla="*/ 296224 w 12192000"/>
              <a:gd name="connsiteY79" fmla="*/ 603583 h 1203824"/>
              <a:gd name="connsiteX80" fmla="*/ 72689 w 12192000"/>
              <a:gd name="connsiteY80" fmla="*/ 560892 h 1203824"/>
              <a:gd name="connsiteX81" fmla="*/ 0 w 12192000"/>
              <a:gd name="connsiteY81" fmla="*/ 543486 h 1203824"/>
              <a:gd name="connsiteX82" fmla="*/ 0 w 12192000"/>
              <a:gd name="connsiteY82" fmla="*/ 384357 h 1203824"/>
              <a:gd name="connsiteX83" fmla="*/ 51784 w 12192000"/>
              <a:gd name="connsiteY83" fmla="*/ 393937 h 1203824"/>
              <a:gd name="connsiteX84" fmla="*/ 205561 w 12192000"/>
              <a:gd name="connsiteY84" fmla="*/ 414859 h 1203824"/>
              <a:gd name="connsiteX85" fmla="*/ 354391 w 12192000"/>
              <a:gd name="connsiteY85" fmla="*/ 426667 h 1203824"/>
              <a:gd name="connsiteX86" fmla="*/ 448281 w 12192000"/>
              <a:gd name="connsiteY86" fmla="*/ 436308 h 1203824"/>
              <a:gd name="connsiteX87" fmla="*/ 611518 w 12192000"/>
              <a:gd name="connsiteY87" fmla="*/ 434166 h 1203824"/>
              <a:gd name="connsiteX88" fmla="*/ 746076 w 12192000"/>
              <a:gd name="connsiteY88" fmla="*/ 422520 h 1203824"/>
              <a:gd name="connsiteX89" fmla="*/ 902724 w 12192000"/>
              <a:gd name="connsiteY89" fmla="*/ 409989 h 1203824"/>
              <a:gd name="connsiteX90" fmla="*/ 1113854 w 12192000"/>
              <a:gd name="connsiteY90" fmla="*/ 414230 h 1203824"/>
              <a:gd name="connsiteX91" fmla="*/ 1333449 w 12192000"/>
              <a:gd name="connsiteY91" fmla="*/ 459938 h 1203824"/>
              <a:gd name="connsiteX92" fmla="*/ 1408608 w 12192000"/>
              <a:gd name="connsiteY92" fmla="*/ 458278 h 1203824"/>
              <a:gd name="connsiteX93" fmla="*/ 1630191 w 12192000"/>
              <a:gd name="connsiteY93" fmla="*/ 403061 h 1203824"/>
              <a:gd name="connsiteX94" fmla="*/ 1956289 w 12192000"/>
              <a:gd name="connsiteY94" fmla="*/ 332366 h 1203824"/>
              <a:gd name="connsiteX95" fmla="*/ 2042814 w 12192000"/>
              <a:gd name="connsiteY95" fmla="*/ 344002 h 1203824"/>
              <a:gd name="connsiteX96" fmla="*/ 2183420 w 12192000"/>
              <a:gd name="connsiteY96" fmla="*/ 369635 h 1203824"/>
              <a:gd name="connsiteX97" fmla="*/ 2269566 w 12192000"/>
              <a:gd name="connsiteY97" fmla="*/ 439859 h 1203824"/>
              <a:gd name="connsiteX98" fmla="*/ 2331129 w 12192000"/>
              <a:gd name="connsiteY98" fmla="*/ 524163 h 1203824"/>
              <a:gd name="connsiteX99" fmla="*/ 2385112 w 12192000"/>
              <a:gd name="connsiteY99" fmla="*/ 555357 h 1203824"/>
              <a:gd name="connsiteX100" fmla="*/ 2444033 w 12192000"/>
              <a:gd name="connsiteY100" fmla="*/ 572629 h 1203824"/>
              <a:gd name="connsiteX101" fmla="*/ 2525979 w 12192000"/>
              <a:gd name="connsiteY101" fmla="*/ 603233 h 1203824"/>
              <a:gd name="connsiteX102" fmla="*/ 2603911 w 12192000"/>
              <a:gd name="connsiteY102" fmla="*/ 684825 h 1203824"/>
              <a:gd name="connsiteX103" fmla="*/ 2678828 w 12192000"/>
              <a:gd name="connsiteY103" fmla="*/ 706990 h 1203824"/>
              <a:gd name="connsiteX104" fmla="*/ 2738094 w 12192000"/>
              <a:gd name="connsiteY104" fmla="*/ 711376 h 1203824"/>
              <a:gd name="connsiteX105" fmla="*/ 2983806 w 12192000"/>
              <a:gd name="connsiteY105" fmla="*/ 728243 h 1203824"/>
              <a:gd name="connsiteX106" fmla="*/ 3013997 w 12192000"/>
              <a:gd name="connsiteY106" fmla="*/ 725446 h 1203824"/>
              <a:gd name="connsiteX107" fmla="*/ 3364419 w 12192000"/>
              <a:gd name="connsiteY107" fmla="*/ 720577 h 1203824"/>
              <a:gd name="connsiteX108" fmla="*/ 3460521 w 12192000"/>
              <a:gd name="connsiteY108" fmla="*/ 717628 h 1203824"/>
              <a:gd name="connsiteX109" fmla="*/ 3710982 w 12192000"/>
              <a:gd name="connsiteY109" fmla="*/ 714182 h 1203824"/>
              <a:gd name="connsiteX110" fmla="*/ 3850961 w 12192000"/>
              <a:gd name="connsiteY110" fmla="*/ 778802 h 1203824"/>
              <a:gd name="connsiteX111" fmla="*/ 3946286 w 12192000"/>
              <a:gd name="connsiteY111" fmla="*/ 816372 h 1203824"/>
              <a:gd name="connsiteX112" fmla="*/ 4065132 w 12192000"/>
              <a:gd name="connsiteY112" fmla="*/ 832459 h 1203824"/>
              <a:gd name="connsiteX113" fmla="*/ 4132173 w 12192000"/>
              <a:gd name="connsiteY113" fmla="*/ 835167 h 1203824"/>
              <a:gd name="connsiteX114" fmla="*/ 4305858 w 12192000"/>
              <a:gd name="connsiteY114" fmla="*/ 804156 h 1203824"/>
              <a:gd name="connsiteX115" fmla="*/ 4382131 w 12192000"/>
              <a:gd name="connsiteY115" fmla="*/ 769481 h 1203824"/>
              <a:gd name="connsiteX116" fmla="*/ 4453289 w 12192000"/>
              <a:gd name="connsiteY116" fmla="*/ 752531 h 1203824"/>
              <a:gd name="connsiteX117" fmla="*/ 4657971 w 12192000"/>
              <a:gd name="connsiteY117" fmla="*/ 795835 h 1203824"/>
              <a:gd name="connsiteX118" fmla="*/ 4682399 w 12192000"/>
              <a:gd name="connsiteY118" fmla="*/ 813876 h 1203824"/>
              <a:gd name="connsiteX119" fmla="*/ 4771814 w 12192000"/>
              <a:gd name="connsiteY119" fmla="*/ 907046 h 1203824"/>
              <a:gd name="connsiteX120" fmla="*/ 4827520 w 12192000"/>
              <a:gd name="connsiteY120" fmla="*/ 929876 h 1203824"/>
              <a:gd name="connsiteX121" fmla="*/ 4849942 w 12192000"/>
              <a:gd name="connsiteY121" fmla="*/ 933851 h 1203824"/>
              <a:gd name="connsiteX122" fmla="*/ 5009626 w 12192000"/>
              <a:gd name="connsiteY122" fmla="*/ 957896 h 1203824"/>
              <a:gd name="connsiteX123" fmla="*/ 5158711 w 12192000"/>
              <a:gd name="connsiteY123" fmla="*/ 963814 h 1203824"/>
              <a:gd name="connsiteX124" fmla="*/ 5376427 w 12192000"/>
              <a:gd name="connsiteY124" fmla="*/ 963151 h 1203824"/>
              <a:gd name="connsiteX125" fmla="*/ 5475787 w 12192000"/>
              <a:gd name="connsiteY125" fmla="*/ 980508 h 1203824"/>
              <a:gd name="connsiteX126" fmla="*/ 5653401 w 12192000"/>
              <a:gd name="connsiteY126" fmla="*/ 987268 h 1203824"/>
              <a:gd name="connsiteX127" fmla="*/ 5726340 w 12192000"/>
              <a:gd name="connsiteY127" fmla="*/ 985357 h 1203824"/>
              <a:gd name="connsiteX128" fmla="*/ 5790563 w 12192000"/>
              <a:gd name="connsiteY128" fmla="*/ 991300 h 1203824"/>
              <a:gd name="connsiteX129" fmla="*/ 5860260 w 12192000"/>
              <a:gd name="connsiteY129" fmla="*/ 1004958 h 1203824"/>
              <a:gd name="connsiteX130" fmla="*/ 6042101 w 12192000"/>
              <a:gd name="connsiteY130" fmla="*/ 1036226 h 1203824"/>
              <a:gd name="connsiteX131" fmla="*/ 6301998 w 12192000"/>
              <a:gd name="connsiteY131" fmla="*/ 989138 h 1203824"/>
              <a:gd name="connsiteX132" fmla="*/ 6452025 w 12192000"/>
              <a:gd name="connsiteY132" fmla="*/ 968489 h 1203824"/>
              <a:gd name="connsiteX133" fmla="*/ 6589205 w 12192000"/>
              <a:gd name="connsiteY133" fmla="*/ 939474 h 1203824"/>
              <a:gd name="connsiteX134" fmla="*/ 6631069 w 12192000"/>
              <a:gd name="connsiteY134" fmla="*/ 911222 h 1203824"/>
              <a:gd name="connsiteX135" fmla="*/ 6828274 w 12192000"/>
              <a:gd name="connsiteY135" fmla="*/ 942941 h 1203824"/>
              <a:gd name="connsiteX136" fmla="*/ 6900803 w 12192000"/>
              <a:gd name="connsiteY136" fmla="*/ 984140 h 1203824"/>
              <a:gd name="connsiteX137" fmla="*/ 7034668 w 12192000"/>
              <a:gd name="connsiteY137" fmla="*/ 1018665 h 1203824"/>
              <a:gd name="connsiteX138" fmla="*/ 7281067 w 12192000"/>
              <a:gd name="connsiteY138" fmla="*/ 966327 h 1203824"/>
              <a:gd name="connsiteX139" fmla="*/ 7412780 w 12192000"/>
              <a:gd name="connsiteY139" fmla="*/ 909206 h 1203824"/>
              <a:gd name="connsiteX140" fmla="*/ 7500327 w 12192000"/>
              <a:gd name="connsiteY140" fmla="*/ 894826 h 1203824"/>
              <a:gd name="connsiteX141" fmla="*/ 7662324 w 12192000"/>
              <a:gd name="connsiteY141" fmla="*/ 927415 h 1203824"/>
              <a:gd name="connsiteX142" fmla="*/ 7725334 w 12192000"/>
              <a:gd name="connsiteY142" fmla="*/ 924844 h 1203824"/>
              <a:gd name="connsiteX143" fmla="*/ 7833279 w 12192000"/>
              <a:gd name="connsiteY143" fmla="*/ 913031 h 1203824"/>
              <a:gd name="connsiteX144" fmla="*/ 7928605 w 12192000"/>
              <a:gd name="connsiteY144" fmla="*/ 881683 h 1203824"/>
              <a:gd name="connsiteX145" fmla="*/ 8146597 w 12192000"/>
              <a:gd name="connsiteY145" fmla="*/ 762968 h 1203824"/>
              <a:gd name="connsiteX146" fmla="*/ 8183577 w 12192000"/>
              <a:gd name="connsiteY146" fmla="*/ 749005 h 1203824"/>
              <a:gd name="connsiteX147" fmla="*/ 8250224 w 12192000"/>
              <a:gd name="connsiteY147" fmla="*/ 733642 h 1203824"/>
              <a:gd name="connsiteX148" fmla="*/ 8505929 w 12192000"/>
              <a:gd name="connsiteY148" fmla="*/ 626542 h 1203824"/>
              <a:gd name="connsiteX149" fmla="*/ 8564194 w 12192000"/>
              <a:gd name="connsiteY149" fmla="*/ 618796 h 1203824"/>
              <a:gd name="connsiteX150" fmla="*/ 8660705 w 12192000"/>
              <a:gd name="connsiteY150" fmla="*/ 611069 h 1203824"/>
              <a:gd name="connsiteX151" fmla="*/ 8762255 w 12192000"/>
              <a:gd name="connsiteY151" fmla="*/ 585060 h 1203824"/>
              <a:gd name="connsiteX152" fmla="*/ 8836439 w 12192000"/>
              <a:gd name="connsiteY152" fmla="*/ 566358 h 1203824"/>
              <a:gd name="connsiteX153" fmla="*/ 9050728 w 12192000"/>
              <a:gd name="connsiteY153" fmla="*/ 559575 h 1203824"/>
              <a:gd name="connsiteX154" fmla="*/ 9229627 w 12192000"/>
              <a:gd name="connsiteY154" fmla="*/ 557464 h 1203824"/>
              <a:gd name="connsiteX155" fmla="*/ 9253451 w 12192000"/>
              <a:gd name="connsiteY155" fmla="*/ 550855 h 1203824"/>
              <a:gd name="connsiteX156" fmla="*/ 9484214 w 12192000"/>
              <a:gd name="connsiteY156" fmla="*/ 498671 h 1203824"/>
              <a:gd name="connsiteX157" fmla="*/ 9582633 w 12192000"/>
              <a:gd name="connsiteY157" fmla="*/ 458384 h 1203824"/>
              <a:gd name="connsiteX158" fmla="*/ 9719670 w 12192000"/>
              <a:gd name="connsiteY158" fmla="*/ 415607 h 1203824"/>
              <a:gd name="connsiteX159" fmla="*/ 9871784 w 12192000"/>
              <a:gd name="connsiteY159" fmla="*/ 366147 h 1203824"/>
              <a:gd name="connsiteX160" fmla="*/ 9984494 w 12192000"/>
              <a:gd name="connsiteY160" fmla="*/ 336660 h 1203824"/>
              <a:gd name="connsiteX161" fmla="*/ 10154708 w 12192000"/>
              <a:gd name="connsiteY161" fmla="*/ 322193 h 1203824"/>
              <a:gd name="connsiteX162" fmla="*/ 10190446 w 12192000"/>
              <a:gd name="connsiteY162" fmla="*/ 325025 h 1203824"/>
              <a:gd name="connsiteX163" fmla="*/ 10530736 w 12192000"/>
              <a:gd name="connsiteY163" fmla="*/ 335953 h 1203824"/>
              <a:gd name="connsiteX164" fmla="*/ 10752157 w 12192000"/>
              <a:gd name="connsiteY164" fmla="*/ 305117 h 1203824"/>
              <a:gd name="connsiteX165" fmla="*/ 10824452 w 12192000"/>
              <a:gd name="connsiteY165" fmla="*/ 285927 h 1203824"/>
              <a:gd name="connsiteX166" fmla="*/ 10953152 w 12192000"/>
              <a:gd name="connsiteY166" fmla="*/ 228102 h 1203824"/>
              <a:gd name="connsiteX167" fmla="*/ 11011614 w 12192000"/>
              <a:gd name="connsiteY167" fmla="*/ 214096 h 1203824"/>
              <a:gd name="connsiteX168" fmla="*/ 11116031 w 12192000"/>
              <a:gd name="connsiteY168" fmla="*/ 195421 h 1203824"/>
              <a:gd name="connsiteX169" fmla="*/ 11344303 w 12192000"/>
              <a:gd name="connsiteY169" fmla="*/ 166629 h 1203824"/>
              <a:gd name="connsiteX170" fmla="*/ 11639050 w 12192000"/>
              <a:gd name="connsiteY170" fmla="*/ 108526 h 1203824"/>
              <a:gd name="connsiteX171" fmla="*/ 11757532 w 12192000"/>
              <a:gd name="connsiteY171" fmla="*/ 96530 h 1203824"/>
              <a:gd name="connsiteX172" fmla="*/ 11885799 w 12192000"/>
              <a:gd name="connsiteY172" fmla="*/ 86728 h 1203824"/>
              <a:gd name="connsiteX173" fmla="*/ 11922874 w 12192000"/>
              <a:gd name="connsiteY173" fmla="*/ 81060 h 1203824"/>
              <a:gd name="connsiteX174" fmla="*/ 12115331 w 12192000"/>
              <a:gd name="connsiteY174" fmla="*/ 33587 h 1203824"/>
              <a:gd name="connsiteX175" fmla="*/ 12158080 w 12192000"/>
              <a:gd name="connsiteY175" fmla="*/ 14081 h 120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1203824">
                <a:moveTo>
                  <a:pt x="12192000" y="0"/>
                </a:moveTo>
                <a:lnTo>
                  <a:pt x="12192000" y="463429"/>
                </a:lnTo>
                <a:lnTo>
                  <a:pt x="12190876" y="463512"/>
                </a:lnTo>
                <a:cubicBezTo>
                  <a:pt x="12153133" y="467010"/>
                  <a:pt x="12115042" y="473200"/>
                  <a:pt x="12077245" y="476327"/>
                </a:cubicBezTo>
                <a:cubicBezTo>
                  <a:pt x="12046307" y="479040"/>
                  <a:pt x="12015359" y="479114"/>
                  <a:pt x="11984517" y="479927"/>
                </a:cubicBezTo>
                <a:cubicBezTo>
                  <a:pt x="11973265" y="480210"/>
                  <a:pt x="11961485" y="476792"/>
                  <a:pt x="11951600" y="478957"/>
                </a:cubicBezTo>
                <a:cubicBezTo>
                  <a:pt x="11853497" y="501074"/>
                  <a:pt x="11777036" y="475730"/>
                  <a:pt x="11690904" y="471970"/>
                </a:cubicBezTo>
                <a:cubicBezTo>
                  <a:pt x="11600358" y="467893"/>
                  <a:pt x="11511400" y="454530"/>
                  <a:pt x="11413965" y="476172"/>
                </a:cubicBezTo>
                <a:cubicBezTo>
                  <a:pt x="11355010" y="489304"/>
                  <a:pt x="11299073" y="508237"/>
                  <a:pt x="11240739" y="523169"/>
                </a:cubicBezTo>
                <a:cubicBezTo>
                  <a:pt x="11219994" y="528395"/>
                  <a:pt x="11196384" y="531385"/>
                  <a:pt x="11175005" y="532169"/>
                </a:cubicBezTo>
                <a:cubicBezTo>
                  <a:pt x="11071819" y="536506"/>
                  <a:pt x="10971303" y="549336"/>
                  <a:pt x="10873726" y="580253"/>
                </a:cubicBezTo>
                <a:cubicBezTo>
                  <a:pt x="10856992" y="585473"/>
                  <a:pt x="10839156" y="590660"/>
                  <a:pt x="10821306" y="593207"/>
                </a:cubicBezTo>
                <a:cubicBezTo>
                  <a:pt x="10723500" y="607162"/>
                  <a:pt x="10626924" y="616976"/>
                  <a:pt x="10530811" y="612184"/>
                </a:cubicBezTo>
                <a:cubicBezTo>
                  <a:pt x="10498527" y="610559"/>
                  <a:pt x="10460885" y="619895"/>
                  <a:pt x="10426049" y="623354"/>
                </a:cubicBezTo>
                <a:cubicBezTo>
                  <a:pt x="10393740" y="626644"/>
                  <a:pt x="10360820" y="630774"/>
                  <a:pt x="10329156" y="630948"/>
                </a:cubicBezTo>
                <a:cubicBezTo>
                  <a:pt x="10282924" y="631125"/>
                  <a:pt x="10240698" y="636395"/>
                  <a:pt x="10194727" y="648617"/>
                </a:cubicBezTo>
                <a:cubicBezTo>
                  <a:pt x="10150847" y="660165"/>
                  <a:pt x="10102287" y="664450"/>
                  <a:pt x="10055906" y="671256"/>
                </a:cubicBezTo>
                <a:cubicBezTo>
                  <a:pt x="10004174" y="678826"/>
                  <a:pt x="9952442" y="686395"/>
                  <a:pt x="9900551" y="692855"/>
                </a:cubicBezTo>
                <a:cubicBezTo>
                  <a:pt x="9879793" y="695439"/>
                  <a:pt x="9855180" y="691398"/>
                  <a:pt x="9838464" y="696804"/>
                </a:cubicBezTo>
                <a:cubicBezTo>
                  <a:pt x="9784563" y="714690"/>
                  <a:pt x="9727517" y="710557"/>
                  <a:pt x="9672957" y="723816"/>
                </a:cubicBezTo>
                <a:cubicBezTo>
                  <a:pt x="9646220" y="730464"/>
                  <a:pt x="9614440" y="727257"/>
                  <a:pt x="9585066" y="730692"/>
                </a:cubicBezTo>
                <a:cubicBezTo>
                  <a:pt x="9537047" y="736221"/>
                  <a:pt x="9489294" y="743601"/>
                  <a:pt x="9441407" y="750055"/>
                </a:cubicBezTo>
                <a:cubicBezTo>
                  <a:pt x="9425674" y="752111"/>
                  <a:pt x="9410218" y="753561"/>
                  <a:pt x="9394459" y="755431"/>
                </a:cubicBezTo>
                <a:cubicBezTo>
                  <a:pt x="9380484" y="757048"/>
                  <a:pt x="9365611" y="757472"/>
                  <a:pt x="9352590" y="760650"/>
                </a:cubicBezTo>
                <a:cubicBezTo>
                  <a:pt x="9305415" y="772102"/>
                  <a:pt x="9259379" y="786411"/>
                  <a:pt x="9211614" y="796248"/>
                </a:cubicBezTo>
                <a:cubicBezTo>
                  <a:pt x="9170220" y="804796"/>
                  <a:pt x="9126523" y="807444"/>
                  <a:pt x="9084667" y="815303"/>
                </a:cubicBezTo>
                <a:cubicBezTo>
                  <a:pt x="9010868" y="829042"/>
                  <a:pt x="8937412" y="845188"/>
                  <a:pt x="8863666" y="859298"/>
                </a:cubicBezTo>
                <a:cubicBezTo>
                  <a:pt x="8847706" y="862330"/>
                  <a:pt x="8830271" y="860096"/>
                  <a:pt x="8813796" y="862070"/>
                </a:cubicBezTo>
                <a:cubicBezTo>
                  <a:pt x="8762262" y="868479"/>
                  <a:pt x="8710833" y="875626"/>
                  <a:pt x="8659351" y="882406"/>
                </a:cubicBezTo>
                <a:cubicBezTo>
                  <a:pt x="8630055" y="886396"/>
                  <a:pt x="8600505" y="891179"/>
                  <a:pt x="8571352" y="893639"/>
                </a:cubicBezTo>
                <a:cubicBezTo>
                  <a:pt x="8532843" y="896868"/>
                  <a:pt x="8497743" y="898476"/>
                  <a:pt x="8464106" y="918004"/>
                </a:cubicBezTo>
                <a:cubicBezTo>
                  <a:pt x="8412327" y="948238"/>
                  <a:pt x="8341122" y="949523"/>
                  <a:pt x="8278324" y="963769"/>
                </a:cubicBezTo>
                <a:cubicBezTo>
                  <a:pt x="8262086" y="967408"/>
                  <a:pt x="8245335" y="969987"/>
                  <a:pt x="8229128" y="973810"/>
                </a:cubicBezTo>
                <a:cubicBezTo>
                  <a:pt x="8199180" y="980915"/>
                  <a:pt x="8169646" y="988338"/>
                  <a:pt x="8139751" y="995815"/>
                </a:cubicBezTo>
                <a:cubicBezTo>
                  <a:pt x="8134478" y="997132"/>
                  <a:pt x="8128438" y="998185"/>
                  <a:pt x="8123571" y="999822"/>
                </a:cubicBezTo>
                <a:cubicBezTo>
                  <a:pt x="8078628" y="1014164"/>
                  <a:pt x="8034565" y="1029514"/>
                  <a:pt x="7988699" y="1042479"/>
                </a:cubicBezTo>
                <a:cubicBezTo>
                  <a:pt x="7966302" y="1048884"/>
                  <a:pt x="7941011" y="1052871"/>
                  <a:pt x="7917214" y="1054565"/>
                </a:cubicBezTo>
                <a:cubicBezTo>
                  <a:pt x="7847636" y="1059584"/>
                  <a:pt x="7779165" y="1067276"/>
                  <a:pt x="7710915" y="1084190"/>
                </a:cubicBezTo>
                <a:cubicBezTo>
                  <a:pt x="7683826" y="1090885"/>
                  <a:pt x="7652466" y="1090640"/>
                  <a:pt x="7622959" y="1093150"/>
                </a:cubicBezTo>
                <a:cubicBezTo>
                  <a:pt x="7552361" y="1098691"/>
                  <a:pt x="7481710" y="1103861"/>
                  <a:pt x="7410782" y="1109640"/>
                </a:cubicBezTo>
                <a:cubicBezTo>
                  <a:pt x="7366505" y="1113312"/>
                  <a:pt x="7322030" y="1118147"/>
                  <a:pt x="7277754" y="1121822"/>
                </a:cubicBezTo>
                <a:cubicBezTo>
                  <a:pt x="7226619" y="1125906"/>
                  <a:pt x="7175601" y="1128277"/>
                  <a:pt x="7124540" y="1132918"/>
                </a:cubicBezTo>
                <a:cubicBezTo>
                  <a:pt x="7066293" y="1138207"/>
                  <a:pt x="7008028" y="1145955"/>
                  <a:pt x="6949752" y="1151058"/>
                </a:cubicBezTo>
                <a:cubicBezTo>
                  <a:pt x="6843217" y="1160027"/>
                  <a:pt x="6736882" y="1167834"/>
                  <a:pt x="6630249" y="1176063"/>
                </a:cubicBezTo>
                <a:cubicBezTo>
                  <a:pt x="6526849" y="1184018"/>
                  <a:pt x="6423556" y="1192713"/>
                  <a:pt x="6320634" y="1198901"/>
                </a:cubicBezTo>
                <a:cubicBezTo>
                  <a:pt x="6277297" y="1201496"/>
                  <a:pt x="6235232" y="1197679"/>
                  <a:pt x="6192343" y="1198323"/>
                </a:cubicBezTo>
                <a:cubicBezTo>
                  <a:pt x="6117131" y="1199612"/>
                  <a:pt x="6041418" y="1202485"/>
                  <a:pt x="5966562" y="1203723"/>
                </a:cubicBezTo>
                <a:cubicBezTo>
                  <a:pt x="5933144" y="1204338"/>
                  <a:pt x="5900754" y="1201974"/>
                  <a:pt x="5867227" y="1201847"/>
                </a:cubicBezTo>
                <a:cubicBezTo>
                  <a:pt x="5788180" y="1201796"/>
                  <a:pt x="5708354" y="1203933"/>
                  <a:pt x="5630172" y="1202248"/>
                </a:cubicBezTo>
                <a:cubicBezTo>
                  <a:pt x="5535908" y="1200213"/>
                  <a:pt x="5442984" y="1194779"/>
                  <a:pt x="5348949" y="1191768"/>
                </a:cubicBezTo>
                <a:cubicBezTo>
                  <a:pt x="5313810" y="1190551"/>
                  <a:pt x="5277251" y="1192179"/>
                  <a:pt x="5241228" y="1192408"/>
                </a:cubicBezTo>
                <a:cubicBezTo>
                  <a:pt x="5151316" y="1192775"/>
                  <a:pt x="5061657" y="1192349"/>
                  <a:pt x="4971133" y="1193559"/>
                </a:cubicBezTo>
                <a:cubicBezTo>
                  <a:pt x="4937685" y="1193988"/>
                  <a:pt x="4903114" y="1199299"/>
                  <a:pt x="4869416" y="1200519"/>
                </a:cubicBezTo>
                <a:cubicBezTo>
                  <a:pt x="4830283" y="1201947"/>
                  <a:pt x="4791348" y="1202215"/>
                  <a:pt x="4753274" y="1200850"/>
                </a:cubicBezTo>
                <a:cubicBezTo>
                  <a:pt x="4705682" y="1199144"/>
                  <a:pt x="4659172" y="1194829"/>
                  <a:pt x="4611883" y="1192701"/>
                </a:cubicBezTo>
                <a:cubicBezTo>
                  <a:pt x="4533819" y="1189298"/>
                  <a:pt x="4455420" y="1186135"/>
                  <a:pt x="4376825" y="1184131"/>
                </a:cubicBezTo>
                <a:cubicBezTo>
                  <a:pt x="4347226" y="1183446"/>
                  <a:pt x="4315374" y="1187423"/>
                  <a:pt x="4285471" y="1187158"/>
                </a:cubicBezTo>
                <a:cubicBezTo>
                  <a:pt x="4145774" y="1185753"/>
                  <a:pt x="4006046" y="1184162"/>
                  <a:pt x="3866543" y="1181596"/>
                </a:cubicBezTo>
                <a:cubicBezTo>
                  <a:pt x="3794230" y="1180207"/>
                  <a:pt x="3723633" y="1175551"/>
                  <a:pt x="3651342" y="1174348"/>
                </a:cubicBezTo>
                <a:cubicBezTo>
                  <a:pt x="3607885" y="1173562"/>
                  <a:pt x="3561907" y="1178044"/>
                  <a:pt x="3518453" y="1177258"/>
                </a:cubicBezTo>
                <a:cubicBezTo>
                  <a:pt x="3478287" y="1176568"/>
                  <a:pt x="3440399" y="1171400"/>
                  <a:pt x="3400818" y="1169685"/>
                </a:cubicBezTo>
                <a:cubicBezTo>
                  <a:pt x="3279824" y="1164099"/>
                  <a:pt x="3157310" y="1160621"/>
                  <a:pt x="3037154" y="1153217"/>
                </a:cubicBezTo>
                <a:cubicBezTo>
                  <a:pt x="2978373" y="1149708"/>
                  <a:pt x="2922429" y="1140508"/>
                  <a:pt x="2866260" y="1132283"/>
                </a:cubicBezTo>
                <a:cubicBezTo>
                  <a:pt x="2771049" y="1118489"/>
                  <a:pt x="2677107" y="1103380"/>
                  <a:pt x="2582173" y="1088979"/>
                </a:cubicBezTo>
                <a:cubicBezTo>
                  <a:pt x="2511090" y="1078352"/>
                  <a:pt x="2447356" y="1063086"/>
                  <a:pt x="2395406" y="1035945"/>
                </a:cubicBezTo>
                <a:cubicBezTo>
                  <a:pt x="2371411" y="1023508"/>
                  <a:pt x="2331675" y="1015582"/>
                  <a:pt x="2294751" y="1014618"/>
                </a:cubicBezTo>
                <a:cubicBezTo>
                  <a:pt x="2228580" y="1012920"/>
                  <a:pt x="2177384" y="998698"/>
                  <a:pt x="2122944" y="984751"/>
                </a:cubicBezTo>
                <a:cubicBezTo>
                  <a:pt x="2054121" y="967003"/>
                  <a:pt x="1981585" y="951294"/>
                  <a:pt x="1905504" y="941380"/>
                </a:cubicBezTo>
                <a:cubicBezTo>
                  <a:pt x="1830544" y="931682"/>
                  <a:pt x="1747929" y="932141"/>
                  <a:pt x="1671045" y="924228"/>
                </a:cubicBezTo>
                <a:cubicBezTo>
                  <a:pt x="1625936" y="919523"/>
                  <a:pt x="1585613" y="907528"/>
                  <a:pt x="1543856" y="898190"/>
                </a:cubicBezTo>
                <a:cubicBezTo>
                  <a:pt x="1502093" y="888855"/>
                  <a:pt x="1460606" y="878913"/>
                  <a:pt x="1419784" y="868500"/>
                </a:cubicBezTo>
                <a:cubicBezTo>
                  <a:pt x="1397486" y="862806"/>
                  <a:pt x="1378078" y="854435"/>
                  <a:pt x="1355116" y="849214"/>
                </a:cubicBezTo>
                <a:cubicBezTo>
                  <a:pt x="1311848" y="839527"/>
                  <a:pt x="1265353" y="832754"/>
                  <a:pt x="1223713" y="821702"/>
                </a:cubicBezTo>
                <a:cubicBezTo>
                  <a:pt x="1183577" y="811001"/>
                  <a:pt x="1138864" y="809072"/>
                  <a:pt x="1094193" y="804872"/>
                </a:cubicBezTo>
                <a:cubicBezTo>
                  <a:pt x="1060244" y="801784"/>
                  <a:pt x="1034230" y="787936"/>
                  <a:pt x="1001115" y="783030"/>
                </a:cubicBezTo>
                <a:cubicBezTo>
                  <a:pt x="953853" y="775990"/>
                  <a:pt x="916853" y="764276"/>
                  <a:pt x="879548" y="747884"/>
                </a:cubicBezTo>
                <a:cubicBezTo>
                  <a:pt x="837586" y="729513"/>
                  <a:pt x="770061" y="725929"/>
                  <a:pt x="711163" y="719039"/>
                </a:cubicBezTo>
                <a:cubicBezTo>
                  <a:pt x="661152" y="713146"/>
                  <a:pt x="604343" y="715774"/>
                  <a:pt x="557941" y="707101"/>
                </a:cubicBezTo>
                <a:cubicBezTo>
                  <a:pt x="525381" y="700984"/>
                  <a:pt x="499355" y="684493"/>
                  <a:pt x="480347" y="668702"/>
                </a:cubicBezTo>
                <a:cubicBezTo>
                  <a:pt x="437718" y="632865"/>
                  <a:pt x="370204" y="616630"/>
                  <a:pt x="296224" y="603583"/>
                </a:cubicBezTo>
                <a:cubicBezTo>
                  <a:pt x="220741" y="590184"/>
                  <a:pt x="148480" y="573869"/>
                  <a:pt x="72689" y="560892"/>
                </a:cubicBezTo>
                <a:lnTo>
                  <a:pt x="0" y="543486"/>
                </a:lnTo>
                <a:lnTo>
                  <a:pt x="0" y="384357"/>
                </a:lnTo>
                <a:lnTo>
                  <a:pt x="51784" y="393937"/>
                </a:lnTo>
                <a:cubicBezTo>
                  <a:pt x="104770" y="397707"/>
                  <a:pt x="153378" y="409086"/>
                  <a:pt x="205561" y="414859"/>
                </a:cubicBezTo>
                <a:cubicBezTo>
                  <a:pt x="254062" y="420400"/>
                  <a:pt x="305001" y="422574"/>
                  <a:pt x="354391" y="426667"/>
                </a:cubicBezTo>
                <a:cubicBezTo>
                  <a:pt x="386450" y="429269"/>
                  <a:pt x="420771" y="429847"/>
                  <a:pt x="448281" y="436308"/>
                </a:cubicBezTo>
                <a:cubicBezTo>
                  <a:pt x="499904" y="448391"/>
                  <a:pt x="551004" y="446576"/>
                  <a:pt x="611518" y="434166"/>
                </a:cubicBezTo>
                <a:cubicBezTo>
                  <a:pt x="654695" y="425361"/>
                  <a:pt x="702395" y="422710"/>
                  <a:pt x="746076" y="422520"/>
                </a:cubicBezTo>
                <a:cubicBezTo>
                  <a:pt x="798481" y="422218"/>
                  <a:pt x="848400" y="419817"/>
                  <a:pt x="902724" y="409989"/>
                </a:cubicBezTo>
                <a:cubicBezTo>
                  <a:pt x="977291" y="396518"/>
                  <a:pt x="1048428" y="397321"/>
                  <a:pt x="1113854" y="414230"/>
                </a:cubicBezTo>
                <a:cubicBezTo>
                  <a:pt x="1184155" y="432145"/>
                  <a:pt x="1258677" y="446437"/>
                  <a:pt x="1333449" y="459938"/>
                </a:cubicBezTo>
                <a:cubicBezTo>
                  <a:pt x="1354772" y="463883"/>
                  <a:pt x="1385284" y="463304"/>
                  <a:pt x="1408608" y="458278"/>
                </a:cubicBezTo>
                <a:cubicBezTo>
                  <a:pt x="1483492" y="441930"/>
                  <a:pt x="1561495" y="427025"/>
                  <a:pt x="1630191" y="403061"/>
                </a:cubicBezTo>
                <a:cubicBezTo>
                  <a:pt x="1735315" y="366348"/>
                  <a:pt x="1840887" y="337881"/>
                  <a:pt x="1956289" y="332366"/>
                </a:cubicBezTo>
                <a:cubicBezTo>
                  <a:pt x="1986669" y="330865"/>
                  <a:pt x="2019100" y="336056"/>
                  <a:pt x="2042814" y="344002"/>
                </a:cubicBezTo>
                <a:cubicBezTo>
                  <a:pt x="2085261" y="358150"/>
                  <a:pt x="2126350" y="370413"/>
                  <a:pt x="2183420" y="369635"/>
                </a:cubicBezTo>
                <a:cubicBezTo>
                  <a:pt x="2235035" y="368879"/>
                  <a:pt x="2279659" y="405942"/>
                  <a:pt x="2269566" y="439859"/>
                </a:cubicBezTo>
                <a:cubicBezTo>
                  <a:pt x="2258267" y="478101"/>
                  <a:pt x="2277762" y="504964"/>
                  <a:pt x="2331129" y="524163"/>
                </a:cubicBezTo>
                <a:cubicBezTo>
                  <a:pt x="2352980" y="531807"/>
                  <a:pt x="2364861" y="546162"/>
                  <a:pt x="2385112" y="555357"/>
                </a:cubicBezTo>
                <a:cubicBezTo>
                  <a:pt x="2401860" y="562976"/>
                  <a:pt x="2421927" y="570875"/>
                  <a:pt x="2444033" y="572629"/>
                </a:cubicBezTo>
                <a:cubicBezTo>
                  <a:pt x="2483469" y="575878"/>
                  <a:pt x="2509763" y="584022"/>
                  <a:pt x="2525979" y="603233"/>
                </a:cubicBezTo>
                <a:cubicBezTo>
                  <a:pt x="2549282" y="631254"/>
                  <a:pt x="2578520" y="657481"/>
                  <a:pt x="2603911" y="684825"/>
                </a:cubicBezTo>
                <a:cubicBezTo>
                  <a:pt x="2618910" y="700624"/>
                  <a:pt x="2643515" y="707120"/>
                  <a:pt x="2678828" y="706990"/>
                </a:cubicBezTo>
                <a:cubicBezTo>
                  <a:pt x="2699243" y="707100"/>
                  <a:pt x="2725615" y="705603"/>
                  <a:pt x="2738094" y="711376"/>
                </a:cubicBezTo>
                <a:cubicBezTo>
                  <a:pt x="2805960" y="742855"/>
                  <a:pt x="2895980" y="733032"/>
                  <a:pt x="2983806" y="728243"/>
                </a:cubicBezTo>
                <a:cubicBezTo>
                  <a:pt x="2993929" y="727744"/>
                  <a:pt x="3004007" y="726871"/>
                  <a:pt x="3013997" y="725446"/>
                </a:cubicBezTo>
                <a:cubicBezTo>
                  <a:pt x="3136002" y="707474"/>
                  <a:pt x="3250133" y="713470"/>
                  <a:pt x="3364419" y="720577"/>
                </a:cubicBezTo>
                <a:cubicBezTo>
                  <a:pt x="3394563" y="722507"/>
                  <a:pt x="3428050" y="719807"/>
                  <a:pt x="3460521" y="717628"/>
                </a:cubicBezTo>
                <a:cubicBezTo>
                  <a:pt x="3545330" y="712137"/>
                  <a:pt x="3633314" y="698262"/>
                  <a:pt x="3710982" y="714182"/>
                </a:cubicBezTo>
                <a:cubicBezTo>
                  <a:pt x="3772122" y="726607"/>
                  <a:pt x="3825029" y="745116"/>
                  <a:pt x="3850961" y="778802"/>
                </a:cubicBezTo>
                <a:cubicBezTo>
                  <a:pt x="3868395" y="801427"/>
                  <a:pt x="3898481" y="813185"/>
                  <a:pt x="3946286" y="816372"/>
                </a:cubicBezTo>
                <a:cubicBezTo>
                  <a:pt x="3987480" y="819179"/>
                  <a:pt x="4025130" y="827781"/>
                  <a:pt x="4065132" y="832459"/>
                </a:cubicBezTo>
                <a:cubicBezTo>
                  <a:pt x="4086246" y="834922"/>
                  <a:pt x="4110400" y="838274"/>
                  <a:pt x="4132173" y="835167"/>
                </a:cubicBezTo>
                <a:cubicBezTo>
                  <a:pt x="4190358" y="826865"/>
                  <a:pt x="4249453" y="817300"/>
                  <a:pt x="4305858" y="804156"/>
                </a:cubicBezTo>
                <a:cubicBezTo>
                  <a:pt x="4334041" y="797490"/>
                  <a:pt x="4360739" y="782919"/>
                  <a:pt x="4382131" y="769481"/>
                </a:cubicBezTo>
                <a:cubicBezTo>
                  <a:pt x="4404161" y="755388"/>
                  <a:pt x="4425552" y="747047"/>
                  <a:pt x="4453289" y="752531"/>
                </a:cubicBezTo>
                <a:cubicBezTo>
                  <a:pt x="4522267" y="766292"/>
                  <a:pt x="4590589" y="780524"/>
                  <a:pt x="4657971" y="795835"/>
                </a:cubicBezTo>
                <a:cubicBezTo>
                  <a:pt x="4669645" y="798513"/>
                  <a:pt x="4675987" y="807238"/>
                  <a:pt x="4682399" y="813876"/>
                </a:cubicBezTo>
                <a:cubicBezTo>
                  <a:pt x="4712325" y="844914"/>
                  <a:pt x="4739115" y="876968"/>
                  <a:pt x="4771814" y="907046"/>
                </a:cubicBezTo>
                <a:cubicBezTo>
                  <a:pt x="4783117" y="917329"/>
                  <a:pt x="4807945" y="922850"/>
                  <a:pt x="4827520" y="929876"/>
                </a:cubicBezTo>
                <a:cubicBezTo>
                  <a:pt x="4833681" y="932206"/>
                  <a:pt x="4845543" y="931081"/>
                  <a:pt x="4849942" y="933851"/>
                </a:cubicBezTo>
                <a:cubicBezTo>
                  <a:pt x="4888949" y="959631"/>
                  <a:pt x="4951287" y="954890"/>
                  <a:pt x="5009626" y="957896"/>
                </a:cubicBezTo>
                <a:cubicBezTo>
                  <a:pt x="5059523" y="960407"/>
                  <a:pt x="5111928" y="960104"/>
                  <a:pt x="5158711" y="963814"/>
                </a:cubicBezTo>
                <a:cubicBezTo>
                  <a:pt x="5231307" y="969696"/>
                  <a:pt x="5298173" y="973751"/>
                  <a:pt x="5376427" y="963151"/>
                </a:cubicBezTo>
                <a:cubicBezTo>
                  <a:pt x="5408579" y="958754"/>
                  <a:pt x="5448461" y="970245"/>
                  <a:pt x="5475787" y="980508"/>
                </a:cubicBezTo>
                <a:cubicBezTo>
                  <a:pt x="5528518" y="1000363"/>
                  <a:pt x="5584839" y="1001958"/>
                  <a:pt x="5653401" y="987268"/>
                </a:cubicBezTo>
                <a:cubicBezTo>
                  <a:pt x="5676008" y="982341"/>
                  <a:pt x="5702558" y="984595"/>
                  <a:pt x="5726340" y="985357"/>
                </a:cubicBezTo>
                <a:cubicBezTo>
                  <a:pt x="5748643" y="985952"/>
                  <a:pt x="5770110" y="988364"/>
                  <a:pt x="5790563" y="991300"/>
                </a:cubicBezTo>
                <a:cubicBezTo>
                  <a:pt x="5815128" y="994969"/>
                  <a:pt x="5845522" y="996110"/>
                  <a:pt x="5860260" y="1004958"/>
                </a:cubicBezTo>
                <a:cubicBezTo>
                  <a:pt x="5906803" y="1032493"/>
                  <a:pt x="5977069" y="1037385"/>
                  <a:pt x="6042101" y="1036226"/>
                </a:cubicBezTo>
                <a:cubicBezTo>
                  <a:pt x="6128232" y="1034888"/>
                  <a:pt x="6222269" y="1027704"/>
                  <a:pt x="6301998" y="989138"/>
                </a:cubicBezTo>
                <a:cubicBezTo>
                  <a:pt x="6349672" y="965909"/>
                  <a:pt x="6396952" y="955198"/>
                  <a:pt x="6452025" y="968489"/>
                </a:cubicBezTo>
                <a:cubicBezTo>
                  <a:pt x="6489401" y="977695"/>
                  <a:pt x="6558002" y="960731"/>
                  <a:pt x="6589205" y="939474"/>
                </a:cubicBezTo>
                <a:cubicBezTo>
                  <a:pt x="6600499" y="931821"/>
                  <a:pt x="6612148" y="924116"/>
                  <a:pt x="6631069" y="911222"/>
                </a:cubicBezTo>
                <a:cubicBezTo>
                  <a:pt x="6674305" y="951313"/>
                  <a:pt x="6752346" y="944332"/>
                  <a:pt x="6828274" y="942941"/>
                </a:cubicBezTo>
                <a:cubicBezTo>
                  <a:pt x="6874780" y="942157"/>
                  <a:pt x="6889173" y="963896"/>
                  <a:pt x="6900803" y="984140"/>
                </a:cubicBezTo>
                <a:cubicBezTo>
                  <a:pt x="6921316" y="1020676"/>
                  <a:pt x="6959796" y="1032557"/>
                  <a:pt x="7034668" y="1018665"/>
                </a:cubicBezTo>
                <a:cubicBezTo>
                  <a:pt x="7117337" y="1003282"/>
                  <a:pt x="7199637" y="985309"/>
                  <a:pt x="7281067" y="966327"/>
                </a:cubicBezTo>
                <a:cubicBezTo>
                  <a:pt x="7332521" y="954266"/>
                  <a:pt x="7378029" y="936255"/>
                  <a:pt x="7412780" y="909206"/>
                </a:cubicBezTo>
                <a:cubicBezTo>
                  <a:pt x="7446535" y="882864"/>
                  <a:pt x="7455445" y="884046"/>
                  <a:pt x="7500327" y="894826"/>
                </a:cubicBezTo>
                <a:cubicBezTo>
                  <a:pt x="7552743" y="907363"/>
                  <a:pt x="7606735" y="918164"/>
                  <a:pt x="7662324" y="927415"/>
                </a:cubicBezTo>
                <a:cubicBezTo>
                  <a:pt x="7679867" y="930387"/>
                  <a:pt x="7704114" y="926740"/>
                  <a:pt x="7725334" y="924844"/>
                </a:cubicBezTo>
                <a:cubicBezTo>
                  <a:pt x="7761320" y="921787"/>
                  <a:pt x="7798617" y="920242"/>
                  <a:pt x="7833279" y="913031"/>
                </a:cubicBezTo>
                <a:cubicBezTo>
                  <a:pt x="7866516" y="906023"/>
                  <a:pt x="7898634" y="893700"/>
                  <a:pt x="7928605" y="881683"/>
                </a:cubicBezTo>
                <a:cubicBezTo>
                  <a:pt x="8012311" y="848025"/>
                  <a:pt x="8088138" y="810205"/>
                  <a:pt x="8146597" y="762968"/>
                </a:cubicBezTo>
                <a:cubicBezTo>
                  <a:pt x="8154091" y="756800"/>
                  <a:pt x="8170249" y="752606"/>
                  <a:pt x="8183577" y="749005"/>
                </a:cubicBezTo>
                <a:cubicBezTo>
                  <a:pt x="8205312" y="743071"/>
                  <a:pt x="8227788" y="737222"/>
                  <a:pt x="8250224" y="733642"/>
                </a:cubicBezTo>
                <a:cubicBezTo>
                  <a:pt x="8359189" y="716209"/>
                  <a:pt x="8441164" y="678078"/>
                  <a:pt x="8505929" y="626542"/>
                </a:cubicBezTo>
                <a:cubicBezTo>
                  <a:pt x="8524585" y="611796"/>
                  <a:pt x="8540107" y="608259"/>
                  <a:pt x="8564194" y="618796"/>
                </a:cubicBezTo>
                <a:cubicBezTo>
                  <a:pt x="8592162" y="631043"/>
                  <a:pt x="8628032" y="619507"/>
                  <a:pt x="8660705" y="611069"/>
                </a:cubicBezTo>
                <a:cubicBezTo>
                  <a:pt x="8694442" y="602479"/>
                  <a:pt x="8728514" y="593651"/>
                  <a:pt x="8762255" y="585060"/>
                </a:cubicBezTo>
                <a:cubicBezTo>
                  <a:pt x="8787227" y="578855"/>
                  <a:pt x="8811899" y="573069"/>
                  <a:pt x="8836439" y="566358"/>
                </a:cubicBezTo>
                <a:cubicBezTo>
                  <a:pt x="8912856" y="545447"/>
                  <a:pt x="8983243" y="538425"/>
                  <a:pt x="9050728" y="559575"/>
                </a:cubicBezTo>
                <a:cubicBezTo>
                  <a:pt x="9102219" y="575830"/>
                  <a:pt x="9164950" y="573868"/>
                  <a:pt x="9229627" y="557464"/>
                </a:cubicBezTo>
                <a:cubicBezTo>
                  <a:pt x="9237706" y="555368"/>
                  <a:pt x="9247529" y="550190"/>
                  <a:pt x="9253451" y="550855"/>
                </a:cubicBezTo>
                <a:cubicBezTo>
                  <a:pt x="9342568" y="560232"/>
                  <a:pt x="9405310" y="512383"/>
                  <a:pt x="9484214" y="498671"/>
                </a:cubicBezTo>
                <a:cubicBezTo>
                  <a:pt x="9519035" y="492570"/>
                  <a:pt x="9552778" y="473783"/>
                  <a:pt x="9582633" y="458384"/>
                </a:cubicBezTo>
                <a:cubicBezTo>
                  <a:pt x="9623689" y="437231"/>
                  <a:pt x="9660183" y="417297"/>
                  <a:pt x="9719670" y="415607"/>
                </a:cubicBezTo>
                <a:cubicBezTo>
                  <a:pt x="9779189" y="414101"/>
                  <a:pt x="9830940" y="393878"/>
                  <a:pt x="9871784" y="366147"/>
                </a:cubicBezTo>
                <a:cubicBezTo>
                  <a:pt x="9903014" y="345075"/>
                  <a:pt x="9939570" y="338349"/>
                  <a:pt x="9984494" y="336660"/>
                </a:cubicBezTo>
                <a:cubicBezTo>
                  <a:pt x="10040642" y="334503"/>
                  <a:pt x="10098165" y="326674"/>
                  <a:pt x="10154708" y="322193"/>
                </a:cubicBezTo>
                <a:cubicBezTo>
                  <a:pt x="10166953" y="321201"/>
                  <a:pt x="10182669" y="321603"/>
                  <a:pt x="10190446" y="325025"/>
                </a:cubicBezTo>
                <a:cubicBezTo>
                  <a:pt x="10285769" y="367692"/>
                  <a:pt x="10408999" y="350677"/>
                  <a:pt x="10530736" y="335953"/>
                </a:cubicBezTo>
                <a:cubicBezTo>
                  <a:pt x="10604506" y="327127"/>
                  <a:pt x="10678397" y="316584"/>
                  <a:pt x="10752157" y="305117"/>
                </a:cubicBezTo>
                <a:cubicBezTo>
                  <a:pt x="10777120" y="301365"/>
                  <a:pt x="10803110" y="294636"/>
                  <a:pt x="10824452" y="285927"/>
                </a:cubicBezTo>
                <a:cubicBezTo>
                  <a:pt x="10868837" y="267698"/>
                  <a:pt x="10909147" y="246465"/>
                  <a:pt x="10953152" y="228102"/>
                </a:cubicBezTo>
                <a:cubicBezTo>
                  <a:pt x="10969622" y="221030"/>
                  <a:pt x="10991730" y="217688"/>
                  <a:pt x="11011614" y="214096"/>
                </a:cubicBezTo>
                <a:cubicBezTo>
                  <a:pt x="11046743" y="207573"/>
                  <a:pt x="11086641" y="206412"/>
                  <a:pt x="11116031" y="195421"/>
                </a:cubicBezTo>
                <a:cubicBezTo>
                  <a:pt x="11192467" y="166956"/>
                  <a:pt x="11266913" y="160299"/>
                  <a:pt x="11344303" y="166629"/>
                </a:cubicBezTo>
                <a:cubicBezTo>
                  <a:pt x="11452657" y="175527"/>
                  <a:pt x="11551626" y="159519"/>
                  <a:pt x="11639050" y="108526"/>
                </a:cubicBezTo>
                <a:cubicBezTo>
                  <a:pt x="11678385" y="85543"/>
                  <a:pt x="11720243" y="87879"/>
                  <a:pt x="11757532" y="96530"/>
                </a:cubicBezTo>
                <a:cubicBezTo>
                  <a:pt x="11800499" y="106640"/>
                  <a:pt x="11840704" y="105056"/>
                  <a:pt x="11885799" y="86728"/>
                </a:cubicBezTo>
                <a:cubicBezTo>
                  <a:pt x="11895784" y="82659"/>
                  <a:pt x="11910604" y="81867"/>
                  <a:pt x="11922874" y="81060"/>
                </a:cubicBezTo>
                <a:cubicBezTo>
                  <a:pt x="11992783" y="75806"/>
                  <a:pt x="12063500" y="73647"/>
                  <a:pt x="12115331" y="33587"/>
                </a:cubicBezTo>
                <a:cubicBezTo>
                  <a:pt x="12125500" y="25715"/>
                  <a:pt x="12143693" y="20477"/>
                  <a:pt x="12158080" y="14081"/>
                </a:cubicBez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55433FDA-4639-9B6D-CC16-F261BF2A73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367198"/>
            <a:ext cx="12192000" cy="822960"/>
          </a:xfrm>
          <a:custGeom>
            <a:avLst/>
            <a:gdLst>
              <a:gd name="connsiteX0" fmla="*/ 12192000 w 12192000"/>
              <a:gd name="connsiteY0" fmla="*/ 0 h 1203824"/>
              <a:gd name="connsiteX1" fmla="*/ 12192000 w 12192000"/>
              <a:gd name="connsiteY1" fmla="*/ 463429 h 1203824"/>
              <a:gd name="connsiteX2" fmla="*/ 12190876 w 12192000"/>
              <a:gd name="connsiteY2" fmla="*/ 463512 h 1203824"/>
              <a:gd name="connsiteX3" fmla="*/ 12077245 w 12192000"/>
              <a:gd name="connsiteY3" fmla="*/ 476327 h 1203824"/>
              <a:gd name="connsiteX4" fmla="*/ 11984517 w 12192000"/>
              <a:gd name="connsiteY4" fmla="*/ 479927 h 1203824"/>
              <a:gd name="connsiteX5" fmla="*/ 11951600 w 12192000"/>
              <a:gd name="connsiteY5" fmla="*/ 478957 h 1203824"/>
              <a:gd name="connsiteX6" fmla="*/ 11690904 w 12192000"/>
              <a:gd name="connsiteY6" fmla="*/ 471970 h 1203824"/>
              <a:gd name="connsiteX7" fmla="*/ 11413965 w 12192000"/>
              <a:gd name="connsiteY7" fmla="*/ 476172 h 1203824"/>
              <a:gd name="connsiteX8" fmla="*/ 11240739 w 12192000"/>
              <a:gd name="connsiteY8" fmla="*/ 523169 h 1203824"/>
              <a:gd name="connsiteX9" fmla="*/ 11175005 w 12192000"/>
              <a:gd name="connsiteY9" fmla="*/ 532169 h 1203824"/>
              <a:gd name="connsiteX10" fmla="*/ 10873726 w 12192000"/>
              <a:gd name="connsiteY10" fmla="*/ 580253 h 1203824"/>
              <a:gd name="connsiteX11" fmla="*/ 10821306 w 12192000"/>
              <a:gd name="connsiteY11" fmla="*/ 593207 h 1203824"/>
              <a:gd name="connsiteX12" fmla="*/ 10530811 w 12192000"/>
              <a:gd name="connsiteY12" fmla="*/ 612184 h 1203824"/>
              <a:gd name="connsiteX13" fmla="*/ 10426049 w 12192000"/>
              <a:gd name="connsiteY13" fmla="*/ 623354 h 1203824"/>
              <a:gd name="connsiteX14" fmla="*/ 10329156 w 12192000"/>
              <a:gd name="connsiteY14" fmla="*/ 630948 h 1203824"/>
              <a:gd name="connsiteX15" fmla="*/ 10194727 w 12192000"/>
              <a:gd name="connsiteY15" fmla="*/ 648617 h 1203824"/>
              <a:gd name="connsiteX16" fmla="*/ 10055906 w 12192000"/>
              <a:gd name="connsiteY16" fmla="*/ 671256 h 1203824"/>
              <a:gd name="connsiteX17" fmla="*/ 9900551 w 12192000"/>
              <a:gd name="connsiteY17" fmla="*/ 692855 h 1203824"/>
              <a:gd name="connsiteX18" fmla="*/ 9838464 w 12192000"/>
              <a:gd name="connsiteY18" fmla="*/ 696804 h 1203824"/>
              <a:gd name="connsiteX19" fmla="*/ 9672957 w 12192000"/>
              <a:gd name="connsiteY19" fmla="*/ 723816 h 1203824"/>
              <a:gd name="connsiteX20" fmla="*/ 9585066 w 12192000"/>
              <a:gd name="connsiteY20" fmla="*/ 730692 h 1203824"/>
              <a:gd name="connsiteX21" fmla="*/ 9441407 w 12192000"/>
              <a:gd name="connsiteY21" fmla="*/ 750055 h 1203824"/>
              <a:gd name="connsiteX22" fmla="*/ 9394459 w 12192000"/>
              <a:gd name="connsiteY22" fmla="*/ 755431 h 1203824"/>
              <a:gd name="connsiteX23" fmla="*/ 9352590 w 12192000"/>
              <a:gd name="connsiteY23" fmla="*/ 760650 h 1203824"/>
              <a:gd name="connsiteX24" fmla="*/ 9211614 w 12192000"/>
              <a:gd name="connsiteY24" fmla="*/ 796248 h 1203824"/>
              <a:gd name="connsiteX25" fmla="*/ 9084667 w 12192000"/>
              <a:gd name="connsiteY25" fmla="*/ 815303 h 1203824"/>
              <a:gd name="connsiteX26" fmla="*/ 8863666 w 12192000"/>
              <a:gd name="connsiteY26" fmla="*/ 859298 h 1203824"/>
              <a:gd name="connsiteX27" fmla="*/ 8813796 w 12192000"/>
              <a:gd name="connsiteY27" fmla="*/ 862070 h 1203824"/>
              <a:gd name="connsiteX28" fmla="*/ 8659351 w 12192000"/>
              <a:gd name="connsiteY28" fmla="*/ 882406 h 1203824"/>
              <a:gd name="connsiteX29" fmla="*/ 8571352 w 12192000"/>
              <a:gd name="connsiteY29" fmla="*/ 893639 h 1203824"/>
              <a:gd name="connsiteX30" fmla="*/ 8464106 w 12192000"/>
              <a:gd name="connsiteY30" fmla="*/ 918004 h 1203824"/>
              <a:gd name="connsiteX31" fmla="*/ 8278324 w 12192000"/>
              <a:gd name="connsiteY31" fmla="*/ 963769 h 1203824"/>
              <a:gd name="connsiteX32" fmla="*/ 8229128 w 12192000"/>
              <a:gd name="connsiteY32" fmla="*/ 973810 h 1203824"/>
              <a:gd name="connsiteX33" fmla="*/ 8139751 w 12192000"/>
              <a:gd name="connsiteY33" fmla="*/ 995815 h 1203824"/>
              <a:gd name="connsiteX34" fmla="*/ 8123571 w 12192000"/>
              <a:gd name="connsiteY34" fmla="*/ 999822 h 1203824"/>
              <a:gd name="connsiteX35" fmla="*/ 7988699 w 12192000"/>
              <a:gd name="connsiteY35" fmla="*/ 1042479 h 1203824"/>
              <a:gd name="connsiteX36" fmla="*/ 7917214 w 12192000"/>
              <a:gd name="connsiteY36" fmla="*/ 1054565 h 1203824"/>
              <a:gd name="connsiteX37" fmla="*/ 7710915 w 12192000"/>
              <a:gd name="connsiteY37" fmla="*/ 1084190 h 1203824"/>
              <a:gd name="connsiteX38" fmla="*/ 7622959 w 12192000"/>
              <a:gd name="connsiteY38" fmla="*/ 1093150 h 1203824"/>
              <a:gd name="connsiteX39" fmla="*/ 7410782 w 12192000"/>
              <a:gd name="connsiteY39" fmla="*/ 1109640 h 1203824"/>
              <a:gd name="connsiteX40" fmla="*/ 7277754 w 12192000"/>
              <a:gd name="connsiteY40" fmla="*/ 1121822 h 1203824"/>
              <a:gd name="connsiteX41" fmla="*/ 7124540 w 12192000"/>
              <a:gd name="connsiteY41" fmla="*/ 1132918 h 1203824"/>
              <a:gd name="connsiteX42" fmla="*/ 6949752 w 12192000"/>
              <a:gd name="connsiteY42" fmla="*/ 1151058 h 1203824"/>
              <a:gd name="connsiteX43" fmla="*/ 6630249 w 12192000"/>
              <a:gd name="connsiteY43" fmla="*/ 1176063 h 1203824"/>
              <a:gd name="connsiteX44" fmla="*/ 6320634 w 12192000"/>
              <a:gd name="connsiteY44" fmla="*/ 1198901 h 1203824"/>
              <a:gd name="connsiteX45" fmla="*/ 6192343 w 12192000"/>
              <a:gd name="connsiteY45" fmla="*/ 1198323 h 1203824"/>
              <a:gd name="connsiteX46" fmla="*/ 5966562 w 12192000"/>
              <a:gd name="connsiteY46" fmla="*/ 1203723 h 1203824"/>
              <a:gd name="connsiteX47" fmla="*/ 5867227 w 12192000"/>
              <a:gd name="connsiteY47" fmla="*/ 1201847 h 1203824"/>
              <a:gd name="connsiteX48" fmla="*/ 5630172 w 12192000"/>
              <a:gd name="connsiteY48" fmla="*/ 1202248 h 1203824"/>
              <a:gd name="connsiteX49" fmla="*/ 5348949 w 12192000"/>
              <a:gd name="connsiteY49" fmla="*/ 1191768 h 1203824"/>
              <a:gd name="connsiteX50" fmla="*/ 5241228 w 12192000"/>
              <a:gd name="connsiteY50" fmla="*/ 1192408 h 1203824"/>
              <a:gd name="connsiteX51" fmla="*/ 4971133 w 12192000"/>
              <a:gd name="connsiteY51" fmla="*/ 1193559 h 1203824"/>
              <a:gd name="connsiteX52" fmla="*/ 4869416 w 12192000"/>
              <a:gd name="connsiteY52" fmla="*/ 1200519 h 1203824"/>
              <a:gd name="connsiteX53" fmla="*/ 4753274 w 12192000"/>
              <a:gd name="connsiteY53" fmla="*/ 1200850 h 1203824"/>
              <a:gd name="connsiteX54" fmla="*/ 4611883 w 12192000"/>
              <a:gd name="connsiteY54" fmla="*/ 1192701 h 1203824"/>
              <a:gd name="connsiteX55" fmla="*/ 4376825 w 12192000"/>
              <a:gd name="connsiteY55" fmla="*/ 1184131 h 1203824"/>
              <a:gd name="connsiteX56" fmla="*/ 4285471 w 12192000"/>
              <a:gd name="connsiteY56" fmla="*/ 1187158 h 1203824"/>
              <a:gd name="connsiteX57" fmla="*/ 3866543 w 12192000"/>
              <a:gd name="connsiteY57" fmla="*/ 1181596 h 1203824"/>
              <a:gd name="connsiteX58" fmla="*/ 3651342 w 12192000"/>
              <a:gd name="connsiteY58" fmla="*/ 1174348 h 1203824"/>
              <a:gd name="connsiteX59" fmla="*/ 3518453 w 12192000"/>
              <a:gd name="connsiteY59" fmla="*/ 1177258 h 1203824"/>
              <a:gd name="connsiteX60" fmla="*/ 3400818 w 12192000"/>
              <a:gd name="connsiteY60" fmla="*/ 1169685 h 1203824"/>
              <a:gd name="connsiteX61" fmla="*/ 3037154 w 12192000"/>
              <a:gd name="connsiteY61" fmla="*/ 1153217 h 1203824"/>
              <a:gd name="connsiteX62" fmla="*/ 2866260 w 12192000"/>
              <a:gd name="connsiteY62" fmla="*/ 1132283 h 1203824"/>
              <a:gd name="connsiteX63" fmla="*/ 2582173 w 12192000"/>
              <a:gd name="connsiteY63" fmla="*/ 1088979 h 1203824"/>
              <a:gd name="connsiteX64" fmla="*/ 2395406 w 12192000"/>
              <a:gd name="connsiteY64" fmla="*/ 1035945 h 1203824"/>
              <a:gd name="connsiteX65" fmla="*/ 2294751 w 12192000"/>
              <a:gd name="connsiteY65" fmla="*/ 1014618 h 1203824"/>
              <a:gd name="connsiteX66" fmla="*/ 2122944 w 12192000"/>
              <a:gd name="connsiteY66" fmla="*/ 984751 h 1203824"/>
              <a:gd name="connsiteX67" fmla="*/ 1905504 w 12192000"/>
              <a:gd name="connsiteY67" fmla="*/ 941380 h 1203824"/>
              <a:gd name="connsiteX68" fmla="*/ 1671045 w 12192000"/>
              <a:gd name="connsiteY68" fmla="*/ 924228 h 1203824"/>
              <a:gd name="connsiteX69" fmla="*/ 1543856 w 12192000"/>
              <a:gd name="connsiteY69" fmla="*/ 898190 h 1203824"/>
              <a:gd name="connsiteX70" fmla="*/ 1419784 w 12192000"/>
              <a:gd name="connsiteY70" fmla="*/ 868500 h 1203824"/>
              <a:gd name="connsiteX71" fmla="*/ 1355116 w 12192000"/>
              <a:gd name="connsiteY71" fmla="*/ 849214 h 1203824"/>
              <a:gd name="connsiteX72" fmla="*/ 1223713 w 12192000"/>
              <a:gd name="connsiteY72" fmla="*/ 821702 h 1203824"/>
              <a:gd name="connsiteX73" fmla="*/ 1094193 w 12192000"/>
              <a:gd name="connsiteY73" fmla="*/ 804872 h 1203824"/>
              <a:gd name="connsiteX74" fmla="*/ 1001115 w 12192000"/>
              <a:gd name="connsiteY74" fmla="*/ 783030 h 1203824"/>
              <a:gd name="connsiteX75" fmla="*/ 879548 w 12192000"/>
              <a:gd name="connsiteY75" fmla="*/ 747884 h 1203824"/>
              <a:gd name="connsiteX76" fmla="*/ 711163 w 12192000"/>
              <a:gd name="connsiteY76" fmla="*/ 719039 h 1203824"/>
              <a:gd name="connsiteX77" fmla="*/ 557941 w 12192000"/>
              <a:gd name="connsiteY77" fmla="*/ 707101 h 1203824"/>
              <a:gd name="connsiteX78" fmla="*/ 480347 w 12192000"/>
              <a:gd name="connsiteY78" fmla="*/ 668702 h 1203824"/>
              <a:gd name="connsiteX79" fmla="*/ 296224 w 12192000"/>
              <a:gd name="connsiteY79" fmla="*/ 603583 h 1203824"/>
              <a:gd name="connsiteX80" fmla="*/ 72689 w 12192000"/>
              <a:gd name="connsiteY80" fmla="*/ 560892 h 1203824"/>
              <a:gd name="connsiteX81" fmla="*/ 0 w 12192000"/>
              <a:gd name="connsiteY81" fmla="*/ 543486 h 1203824"/>
              <a:gd name="connsiteX82" fmla="*/ 0 w 12192000"/>
              <a:gd name="connsiteY82" fmla="*/ 384357 h 1203824"/>
              <a:gd name="connsiteX83" fmla="*/ 51784 w 12192000"/>
              <a:gd name="connsiteY83" fmla="*/ 393937 h 1203824"/>
              <a:gd name="connsiteX84" fmla="*/ 205561 w 12192000"/>
              <a:gd name="connsiteY84" fmla="*/ 414859 h 1203824"/>
              <a:gd name="connsiteX85" fmla="*/ 354391 w 12192000"/>
              <a:gd name="connsiteY85" fmla="*/ 426667 h 1203824"/>
              <a:gd name="connsiteX86" fmla="*/ 448281 w 12192000"/>
              <a:gd name="connsiteY86" fmla="*/ 436308 h 1203824"/>
              <a:gd name="connsiteX87" fmla="*/ 611518 w 12192000"/>
              <a:gd name="connsiteY87" fmla="*/ 434166 h 1203824"/>
              <a:gd name="connsiteX88" fmla="*/ 746076 w 12192000"/>
              <a:gd name="connsiteY88" fmla="*/ 422520 h 1203824"/>
              <a:gd name="connsiteX89" fmla="*/ 902724 w 12192000"/>
              <a:gd name="connsiteY89" fmla="*/ 409989 h 1203824"/>
              <a:gd name="connsiteX90" fmla="*/ 1113854 w 12192000"/>
              <a:gd name="connsiteY90" fmla="*/ 414230 h 1203824"/>
              <a:gd name="connsiteX91" fmla="*/ 1333449 w 12192000"/>
              <a:gd name="connsiteY91" fmla="*/ 459938 h 1203824"/>
              <a:gd name="connsiteX92" fmla="*/ 1408608 w 12192000"/>
              <a:gd name="connsiteY92" fmla="*/ 458278 h 1203824"/>
              <a:gd name="connsiteX93" fmla="*/ 1630191 w 12192000"/>
              <a:gd name="connsiteY93" fmla="*/ 403061 h 1203824"/>
              <a:gd name="connsiteX94" fmla="*/ 1956289 w 12192000"/>
              <a:gd name="connsiteY94" fmla="*/ 332366 h 1203824"/>
              <a:gd name="connsiteX95" fmla="*/ 2042814 w 12192000"/>
              <a:gd name="connsiteY95" fmla="*/ 344002 h 1203824"/>
              <a:gd name="connsiteX96" fmla="*/ 2183420 w 12192000"/>
              <a:gd name="connsiteY96" fmla="*/ 369635 h 1203824"/>
              <a:gd name="connsiteX97" fmla="*/ 2269566 w 12192000"/>
              <a:gd name="connsiteY97" fmla="*/ 439859 h 1203824"/>
              <a:gd name="connsiteX98" fmla="*/ 2331129 w 12192000"/>
              <a:gd name="connsiteY98" fmla="*/ 524163 h 1203824"/>
              <a:gd name="connsiteX99" fmla="*/ 2385112 w 12192000"/>
              <a:gd name="connsiteY99" fmla="*/ 555357 h 1203824"/>
              <a:gd name="connsiteX100" fmla="*/ 2444033 w 12192000"/>
              <a:gd name="connsiteY100" fmla="*/ 572629 h 1203824"/>
              <a:gd name="connsiteX101" fmla="*/ 2525979 w 12192000"/>
              <a:gd name="connsiteY101" fmla="*/ 603233 h 1203824"/>
              <a:gd name="connsiteX102" fmla="*/ 2603911 w 12192000"/>
              <a:gd name="connsiteY102" fmla="*/ 684825 h 1203824"/>
              <a:gd name="connsiteX103" fmla="*/ 2678828 w 12192000"/>
              <a:gd name="connsiteY103" fmla="*/ 706990 h 1203824"/>
              <a:gd name="connsiteX104" fmla="*/ 2738094 w 12192000"/>
              <a:gd name="connsiteY104" fmla="*/ 711376 h 1203824"/>
              <a:gd name="connsiteX105" fmla="*/ 2983806 w 12192000"/>
              <a:gd name="connsiteY105" fmla="*/ 728243 h 1203824"/>
              <a:gd name="connsiteX106" fmla="*/ 3013997 w 12192000"/>
              <a:gd name="connsiteY106" fmla="*/ 725446 h 1203824"/>
              <a:gd name="connsiteX107" fmla="*/ 3364419 w 12192000"/>
              <a:gd name="connsiteY107" fmla="*/ 720577 h 1203824"/>
              <a:gd name="connsiteX108" fmla="*/ 3460521 w 12192000"/>
              <a:gd name="connsiteY108" fmla="*/ 717628 h 1203824"/>
              <a:gd name="connsiteX109" fmla="*/ 3710982 w 12192000"/>
              <a:gd name="connsiteY109" fmla="*/ 714182 h 1203824"/>
              <a:gd name="connsiteX110" fmla="*/ 3850961 w 12192000"/>
              <a:gd name="connsiteY110" fmla="*/ 778802 h 1203824"/>
              <a:gd name="connsiteX111" fmla="*/ 3946286 w 12192000"/>
              <a:gd name="connsiteY111" fmla="*/ 816372 h 1203824"/>
              <a:gd name="connsiteX112" fmla="*/ 4065132 w 12192000"/>
              <a:gd name="connsiteY112" fmla="*/ 832459 h 1203824"/>
              <a:gd name="connsiteX113" fmla="*/ 4132173 w 12192000"/>
              <a:gd name="connsiteY113" fmla="*/ 835167 h 1203824"/>
              <a:gd name="connsiteX114" fmla="*/ 4305858 w 12192000"/>
              <a:gd name="connsiteY114" fmla="*/ 804156 h 1203824"/>
              <a:gd name="connsiteX115" fmla="*/ 4382131 w 12192000"/>
              <a:gd name="connsiteY115" fmla="*/ 769481 h 1203824"/>
              <a:gd name="connsiteX116" fmla="*/ 4453289 w 12192000"/>
              <a:gd name="connsiteY116" fmla="*/ 752531 h 1203824"/>
              <a:gd name="connsiteX117" fmla="*/ 4657971 w 12192000"/>
              <a:gd name="connsiteY117" fmla="*/ 795835 h 1203824"/>
              <a:gd name="connsiteX118" fmla="*/ 4682399 w 12192000"/>
              <a:gd name="connsiteY118" fmla="*/ 813876 h 1203824"/>
              <a:gd name="connsiteX119" fmla="*/ 4771814 w 12192000"/>
              <a:gd name="connsiteY119" fmla="*/ 907046 h 1203824"/>
              <a:gd name="connsiteX120" fmla="*/ 4827520 w 12192000"/>
              <a:gd name="connsiteY120" fmla="*/ 929876 h 1203824"/>
              <a:gd name="connsiteX121" fmla="*/ 4849942 w 12192000"/>
              <a:gd name="connsiteY121" fmla="*/ 933851 h 1203824"/>
              <a:gd name="connsiteX122" fmla="*/ 5009626 w 12192000"/>
              <a:gd name="connsiteY122" fmla="*/ 957896 h 1203824"/>
              <a:gd name="connsiteX123" fmla="*/ 5158711 w 12192000"/>
              <a:gd name="connsiteY123" fmla="*/ 963814 h 1203824"/>
              <a:gd name="connsiteX124" fmla="*/ 5376427 w 12192000"/>
              <a:gd name="connsiteY124" fmla="*/ 963151 h 1203824"/>
              <a:gd name="connsiteX125" fmla="*/ 5475787 w 12192000"/>
              <a:gd name="connsiteY125" fmla="*/ 980508 h 1203824"/>
              <a:gd name="connsiteX126" fmla="*/ 5653401 w 12192000"/>
              <a:gd name="connsiteY126" fmla="*/ 987268 h 1203824"/>
              <a:gd name="connsiteX127" fmla="*/ 5726340 w 12192000"/>
              <a:gd name="connsiteY127" fmla="*/ 985357 h 1203824"/>
              <a:gd name="connsiteX128" fmla="*/ 5790563 w 12192000"/>
              <a:gd name="connsiteY128" fmla="*/ 991300 h 1203824"/>
              <a:gd name="connsiteX129" fmla="*/ 5860260 w 12192000"/>
              <a:gd name="connsiteY129" fmla="*/ 1004958 h 1203824"/>
              <a:gd name="connsiteX130" fmla="*/ 6042101 w 12192000"/>
              <a:gd name="connsiteY130" fmla="*/ 1036226 h 1203824"/>
              <a:gd name="connsiteX131" fmla="*/ 6301998 w 12192000"/>
              <a:gd name="connsiteY131" fmla="*/ 989138 h 1203824"/>
              <a:gd name="connsiteX132" fmla="*/ 6452025 w 12192000"/>
              <a:gd name="connsiteY132" fmla="*/ 968489 h 1203824"/>
              <a:gd name="connsiteX133" fmla="*/ 6589205 w 12192000"/>
              <a:gd name="connsiteY133" fmla="*/ 939474 h 1203824"/>
              <a:gd name="connsiteX134" fmla="*/ 6631069 w 12192000"/>
              <a:gd name="connsiteY134" fmla="*/ 911222 h 1203824"/>
              <a:gd name="connsiteX135" fmla="*/ 6828274 w 12192000"/>
              <a:gd name="connsiteY135" fmla="*/ 942941 h 1203824"/>
              <a:gd name="connsiteX136" fmla="*/ 6900803 w 12192000"/>
              <a:gd name="connsiteY136" fmla="*/ 984140 h 1203824"/>
              <a:gd name="connsiteX137" fmla="*/ 7034668 w 12192000"/>
              <a:gd name="connsiteY137" fmla="*/ 1018665 h 1203824"/>
              <a:gd name="connsiteX138" fmla="*/ 7281067 w 12192000"/>
              <a:gd name="connsiteY138" fmla="*/ 966327 h 1203824"/>
              <a:gd name="connsiteX139" fmla="*/ 7412780 w 12192000"/>
              <a:gd name="connsiteY139" fmla="*/ 909206 h 1203824"/>
              <a:gd name="connsiteX140" fmla="*/ 7500327 w 12192000"/>
              <a:gd name="connsiteY140" fmla="*/ 894826 h 1203824"/>
              <a:gd name="connsiteX141" fmla="*/ 7662324 w 12192000"/>
              <a:gd name="connsiteY141" fmla="*/ 927415 h 1203824"/>
              <a:gd name="connsiteX142" fmla="*/ 7725334 w 12192000"/>
              <a:gd name="connsiteY142" fmla="*/ 924844 h 1203824"/>
              <a:gd name="connsiteX143" fmla="*/ 7833279 w 12192000"/>
              <a:gd name="connsiteY143" fmla="*/ 913031 h 1203824"/>
              <a:gd name="connsiteX144" fmla="*/ 7928605 w 12192000"/>
              <a:gd name="connsiteY144" fmla="*/ 881683 h 1203824"/>
              <a:gd name="connsiteX145" fmla="*/ 8146597 w 12192000"/>
              <a:gd name="connsiteY145" fmla="*/ 762968 h 1203824"/>
              <a:gd name="connsiteX146" fmla="*/ 8183577 w 12192000"/>
              <a:gd name="connsiteY146" fmla="*/ 749005 h 1203824"/>
              <a:gd name="connsiteX147" fmla="*/ 8250224 w 12192000"/>
              <a:gd name="connsiteY147" fmla="*/ 733642 h 1203824"/>
              <a:gd name="connsiteX148" fmla="*/ 8505929 w 12192000"/>
              <a:gd name="connsiteY148" fmla="*/ 626542 h 1203824"/>
              <a:gd name="connsiteX149" fmla="*/ 8564194 w 12192000"/>
              <a:gd name="connsiteY149" fmla="*/ 618796 h 1203824"/>
              <a:gd name="connsiteX150" fmla="*/ 8660705 w 12192000"/>
              <a:gd name="connsiteY150" fmla="*/ 611069 h 1203824"/>
              <a:gd name="connsiteX151" fmla="*/ 8762255 w 12192000"/>
              <a:gd name="connsiteY151" fmla="*/ 585060 h 1203824"/>
              <a:gd name="connsiteX152" fmla="*/ 8836439 w 12192000"/>
              <a:gd name="connsiteY152" fmla="*/ 566358 h 1203824"/>
              <a:gd name="connsiteX153" fmla="*/ 9050728 w 12192000"/>
              <a:gd name="connsiteY153" fmla="*/ 559575 h 1203824"/>
              <a:gd name="connsiteX154" fmla="*/ 9229627 w 12192000"/>
              <a:gd name="connsiteY154" fmla="*/ 557464 h 1203824"/>
              <a:gd name="connsiteX155" fmla="*/ 9253451 w 12192000"/>
              <a:gd name="connsiteY155" fmla="*/ 550855 h 1203824"/>
              <a:gd name="connsiteX156" fmla="*/ 9484214 w 12192000"/>
              <a:gd name="connsiteY156" fmla="*/ 498671 h 1203824"/>
              <a:gd name="connsiteX157" fmla="*/ 9582633 w 12192000"/>
              <a:gd name="connsiteY157" fmla="*/ 458384 h 1203824"/>
              <a:gd name="connsiteX158" fmla="*/ 9719670 w 12192000"/>
              <a:gd name="connsiteY158" fmla="*/ 415607 h 1203824"/>
              <a:gd name="connsiteX159" fmla="*/ 9871784 w 12192000"/>
              <a:gd name="connsiteY159" fmla="*/ 366147 h 1203824"/>
              <a:gd name="connsiteX160" fmla="*/ 9984494 w 12192000"/>
              <a:gd name="connsiteY160" fmla="*/ 336660 h 1203824"/>
              <a:gd name="connsiteX161" fmla="*/ 10154708 w 12192000"/>
              <a:gd name="connsiteY161" fmla="*/ 322193 h 1203824"/>
              <a:gd name="connsiteX162" fmla="*/ 10190446 w 12192000"/>
              <a:gd name="connsiteY162" fmla="*/ 325025 h 1203824"/>
              <a:gd name="connsiteX163" fmla="*/ 10530736 w 12192000"/>
              <a:gd name="connsiteY163" fmla="*/ 335953 h 1203824"/>
              <a:gd name="connsiteX164" fmla="*/ 10752157 w 12192000"/>
              <a:gd name="connsiteY164" fmla="*/ 305117 h 1203824"/>
              <a:gd name="connsiteX165" fmla="*/ 10824452 w 12192000"/>
              <a:gd name="connsiteY165" fmla="*/ 285927 h 1203824"/>
              <a:gd name="connsiteX166" fmla="*/ 10953152 w 12192000"/>
              <a:gd name="connsiteY166" fmla="*/ 228102 h 1203824"/>
              <a:gd name="connsiteX167" fmla="*/ 11011614 w 12192000"/>
              <a:gd name="connsiteY167" fmla="*/ 214096 h 1203824"/>
              <a:gd name="connsiteX168" fmla="*/ 11116031 w 12192000"/>
              <a:gd name="connsiteY168" fmla="*/ 195421 h 1203824"/>
              <a:gd name="connsiteX169" fmla="*/ 11344303 w 12192000"/>
              <a:gd name="connsiteY169" fmla="*/ 166629 h 1203824"/>
              <a:gd name="connsiteX170" fmla="*/ 11639050 w 12192000"/>
              <a:gd name="connsiteY170" fmla="*/ 108526 h 1203824"/>
              <a:gd name="connsiteX171" fmla="*/ 11757532 w 12192000"/>
              <a:gd name="connsiteY171" fmla="*/ 96530 h 1203824"/>
              <a:gd name="connsiteX172" fmla="*/ 11885799 w 12192000"/>
              <a:gd name="connsiteY172" fmla="*/ 86728 h 1203824"/>
              <a:gd name="connsiteX173" fmla="*/ 11922874 w 12192000"/>
              <a:gd name="connsiteY173" fmla="*/ 81060 h 1203824"/>
              <a:gd name="connsiteX174" fmla="*/ 12115331 w 12192000"/>
              <a:gd name="connsiteY174" fmla="*/ 33587 h 1203824"/>
              <a:gd name="connsiteX175" fmla="*/ 12158080 w 12192000"/>
              <a:gd name="connsiteY175" fmla="*/ 14081 h 120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1203824">
                <a:moveTo>
                  <a:pt x="12192000" y="0"/>
                </a:moveTo>
                <a:lnTo>
                  <a:pt x="12192000" y="463429"/>
                </a:lnTo>
                <a:lnTo>
                  <a:pt x="12190876" y="463512"/>
                </a:lnTo>
                <a:cubicBezTo>
                  <a:pt x="12153133" y="467010"/>
                  <a:pt x="12115042" y="473200"/>
                  <a:pt x="12077245" y="476327"/>
                </a:cubicBezTo>
                <a:cubicBezTo>
                  <a:pt x="12046307" y="479040"/>
                  <a:pt x="12015359" y="479114"/>
                  <a:pt x="11984517" y="479927"/>
                </a:cubicBezTo>
                <a:cubicBezTo>
                  <a:pt x="11973265" y="480210"/>
                  <a:pt x="11961485" y="476792"/>
                  <a:pt x="11951600" y="478957"/>
                </a:cubicBezTo>
                <a:cubicBezTo>
                  <a:pt x="11853497" y="501074"/>
                  <a:pt x="11777036" y="475730"/>
                  <a:pt x="11690904" y="471970"/>
                </a:cubicBezTo>
                <a:cubicBezTo>
                  <a:pt x="11600358" y="467893"/>
                  <a:pt x="11511400" y="454530"/>
                  <a:pt x="11413965" y="476172"/>
                </a:cubicBezTo>
                <a:cubicBezTo>
                  <a:pt x="11355010" y="489304"/>
                  <a:pt x="11299073" y="508237"/>
                  <a:pt x="11240739" y="523169"/>
                </a:cubicBezTo>
                <a:cubicBezTo>
                  <a:pt x="11219994" y="528395"/>
                  <a:pt x="11196384" y="531385"/>
                  <a:pt x="11175005" y="532169"/>
                </a:cubicBezTo>
                <a:cubicBezTo>
                  <a:pt x="11071819" y="536506"/>
                  <a:pt x="10971303" y="549336"/>
                  <a:pt x="10873726" y="580253"/>
                </a:cubicBezTo>
                <a:cubicBezTo>
                  <a:pt x="10856992" y="585473"/>
                  <a:pt x="10839156" y="590660"/>
                  <a:pt x="10821306" y="593207"/>
                </a:cubicBezTo>
                <a:cubicBezTo>
                  <a:pt x="10723500" y="607162"/>
                  <a:pt x="10626924" y="616976"/>
                  <a:pt x="10530811" y="612184"/>
                </a:cubicBezTo>
                <a:cubicBezTo>
                  <a:pt x="10498527" y="610559"/>
                  <a:pt x="10460885" y="619895"/>
                  <a:pt x="10426049" y="623354"/>
                </a:cubicBezTo>
                <a:cubicBezTo>
                  <a:pt x="10393740" y="626644"/>
                  <a:pt x="10360820" y="630774"/>
                  <a:pt x="10329156" y="630948"/>
                </a:cubicBezTo>
                <a:cubicBezTo>
                  <a:pt x="10282924" y="631125"/>
                  <a:pt x="10240698" y="636395"/>
                  <a:pt x="10194727" y="648617"/>
                </a:cubicBezTo>
                <a:cubicBezTo>
                  <a:pt x="10150847" y="660165"/>
                  <a:pt x="10102287" y="664450"/>
                  <a:pt x="10055906" y="671256"/>
                </a:cubicBezTo>
                <a:cubicBezTo>
                  <a:pt x="10004174" y="678826"/>
                  <a:pt x="9952442" y="686395"/>
                  <a:pt x="9900551" y="692855"/>
                </a:cubicBezTo>
                <a:cubicBezTo>
                  <a:pt x="9879793" y="695439"/>
                  <a:pt x="9855180" y="691398"/>
                  <a:pt x="9838464" y="696804"/>
                </a:cubicBezTo>
                <a:cubicBezTo>
                  <a:pt x="9784563" y="714690"/>
                  <a:pt x="9727517" y="710557"/>
                  <a:pt x="9672957" y="723816"/>
                </a:cubicBezTo>
                <a:cubicBezTo>
                  <a:pt x="9646220" y="730464"/>
                  <a:pt x="9614440" y="727257"/>
                  <a:pt x="9585066" y="730692"/>
                </a:cubicBezTo>
                <a:cubicBezTo>
                  <a:pt x="9537047" y="736221"/>
                  <a:pt x="9489294" y="743601"/>
                  <a:pt x="9441407" y="750055"/>
                </a:cubicBezTo>
                <a:cubicBezTo>
                  <a:pt x="9425674" y="752111"/>
                  <a:pt x="9410218" y="753561"/>
                  <a:pt x="9394459" y="755431"/>
                </a:cubicBezTo>
                <a:cubicBezTo>
                  <a:pt x="9380484" y="757048"/>
                  <a:pt x="9365611" y="757472"/>
                  <a:pt x="9352590" y="760650"/>
                </a:cubicBezTo>
                <a:cubicBezTo>
                  <a:pt x="9305415" y="772102"/>
                  <a:pt x="9259379" y="786411"/>
                  <a:pt x="9211614" y="796248"/>
                </a:cubicBezTo>
                <a:cubicBezTo>
                  <a:pt x="9170220" y="804796"/>
                  <a:pt x="9126523" y="807444"/>
                  <a:pt x="9084667" y="815303"/>
                </a:cubicBezTo>
                <a:cubicBezTo>
                  <a:pt x="9010868" y="829042"/>
                  <a:pt x="8937412" y="845188"/>
                  <a:pt x="8863666" y="859298"/>
                </a:cubicBezTo>
                <a:cubicBezTo>
                  <a:pt x="8847706" y="862330"/>
                  <a:pt x="8830271" y="860096"/>
                  <a:pt x="8813796" y="862070"/>
                </a:cubicBezTo>
                <a:cubicBezTo>
                  <a:pt x="8762262" y="868479"/>
                  <a:pt x="8710833" y="875626"/>
                  <a:pt x="8659351" y="882406"/>
                </a:cubicBezTo>
                <a:cubicBezTo>
                  <a:pt x="8630055" y="886396"/>
                  <a:pt x="8600505" y="891179"/>
                  <a:pt x="8571352" y="893639"/>
                </a:cubicBezTo>
                <a:cubicBezTo>
                  <a:pt x="8532843" y="896868"/>
                  <a:pt x="8497743" y="898476"/>
                  <a:pt x="8464106" y="918004"/>
                </a:cubicBezTo>
                <a:cubicBezTo>
                  <a:pt x="8412327" y="948238"/>
                  <a:pt x="8341122" y="949523"/>
                  <a:pt x="8278324" y="963769"/>
                </a:cubicBezTo>
                <a:cubicBezTo>
                  <a:pt x="8262086" y="967408"/>
                  <a:pt x="8245335" y="969987"/>
                  <a:pt x="8229128" y="973810"/>
                </a:cubicBezTo>
                <a:cubicBezTo>
                  <a:pt x="8199180" y="980915"/>
                  <a:pt x="8169646" y="988338"/>
                  <a:pt x="8139751" y="995815"/>
                </a:cubicBezTo>
                <a:cubicBezTo>
                  <a:pt x="8134478" y="997132"/>
                  <a:pt x="8128438" y="998185"/>
                  <a:pt x="8123571" y="999822"/>
                </a:cubicBezTo>
                <a:cubicBezTo>
                  <a:pt x="8078628" y="1014164"/>
                  <a:pt x="8034565" y="1029514"/>
                  <a:pt x="7988699" y="1042479"/>
                </a:cubicBezTo>
                <a:cubicBezTo>
                  <a:pt x="7966302" y="1048884"/>
                  <a:pt x="7941011" y="1052871"/>
                  <a:pt x="7917214" y="1054565"/>
                </a:cubicBezTo>
                <a:cubicBezTo>
                  <a:pt x="7847636" y="1059584"/>
                  <a:pt x="7779165" y="1067276"/>
                  <a:pt x="7710915" y="1084190"/>
                </a:cubicBezTo>
                <a:cubicBezTo>
                  <a:pt x="7683826" y="1090885"/>
                  <a:pt x="7652466" y="1090640"/>
                  <a:pt x="7622959" y="1093150"/>
                </a:cubicBezTo>
                <a:cubicBezTo>
                  <a:pt x="7552361" y="1098691"/>
                  <a:pt x="7481710" y="1103861"/>
                  <a:pt x="7410782" y="1109640"/>
                </a:cubicBezTo>
                <a:cubicBezTo>
                  <a:pt x="7366505" y="1113312"/>
                  <a:pt x="7322030" y="1118147"/>
                  <a:pt x="7277754" y="1121822"/>
                </a:cubicBezTo>
                <a:cubicBezTo>
                  <a:pt x="7226619" y="1125906"/>
                  <a:pt x="7175601" y="1128277"/>
                  <a:pt x="7124540" y="1132918"/>
                </a:cubicBezTo>
                <a:cubicBezTo>
                  <a:pt x="7066293" y="1138207"/>
                  <a:pt x="7008028" y="1145955"/>
                  <a:pt x="6949752" y="1151058"/>
                </a:cubicBezTo>
                <a:cubicBezTo>
                  <a:pt x="6843217" y="1160027"/>
                  <a:pt x="6736882" y="1167834"/>
                  <a:pt x="6630249" y="1176063"/>
                </a:cubicBezTo>
                <a:cubicBezTo>
                  <a:pt x="6526849" y="1184018"/>
                  <a:pt x="6423556" y="1192713"/>
                  <a:pt x="6320634" y="1198901"/>
                </a:cubicBezTo>
                <a:cubicBezTo>
                  <a:pt x="6277297" y="1201496"/>
                  <a:pt x="6235232" y="1197679"/>
                  <a:pt x="6192343" y="1198323"/>
                </a:cubicBezTo>
                <a:cubicBezTo>
                  <a:pt x="6117131" y="1199612"/>
                  <a:pt x="6041418" y="1202485"/>
                  <a:pt x="5966562" y="1203723"/>
                </a:cubicBezTo>
                <a:cubicBezTo>
                  <a:pt x="5933144" y="1204338"/>
                  <a:pt x="5900754" y="1201974"/>
                  <a:pt x="5867227" y="1201847"/>
                </a:cubicBezTo>
                <a:cubicBezTo>
                  <a:pt x="5788180" y="1201796"/>
                  <a:pt x="5708354" y="1203933"/>
                  <a:pt x="5630172" y="1202248"/>
                </a:cubicBezTo>
                <a:cubicBezTo>
                  <a:pt x="5535908" y="1200213"/>
                  <a:pt x="5442984" y="1194779"/>
                  <a:pt x="5348949" y="1191768"/>
                </a:cubicBezTo>
                <a:cubicBezTo>
                  <a:pt x="5313810" y="1190551"/>
                  <a:pt x="5277251" y="1192179"/>
                  <a:pt x="5241228" y="1192408"/>
                </a:cubicBezTo>
                <a:cubicBezTo>
                  <a:pt x="5151316" y="1192775"/>
                  <a:pt x="5061657" y="1192349"/>
                  <a:pt x="4971133" y="1193559"/>
                </a:cubicBezTo>
                <a:cubicBezTo>
                  <a:pt x="4937685" y="1193988"/>
                  <a:pt x="4903114" y="1199299"/>
                  <a:pt x="4869416" y="1200519"/>
                </a:cubicBezTo>
                <a:cubicBezTo>
                  <a:pt x="4830283" y="1201947"/>
                  <a:pt x="4791348" y="1202215"/>
                  <a:pt x="4753274" y="1200850"/>
                </a:cubicBezTo>
                <a:cubicBezTo>
                  <a:pt x="4705682" y="1199144"/>
                  <a:pt x="4659172" y="1194829"/>
                  <a:pt x="4611883" y="1192701"/>
                </a:cubicBezTo>
                <a:cubicBezTo>
                  <a:pt x="4533819" y="1189298"/>
                  <a:pt x="4455420" y="1186135"/>
                  <a:pt x="4376825" y="1184131"/>
                </a:cubicBezTo>
                <a:cubicBezTo>
                  <a:pt x="4347226" y="1183446"/>
                  <a:pt x="4315374" y="1187423"/>
                  <a:pt x="4285471" y="1187158"/>
                </a:cubicBezTo>
                <a:cubicBezTo>
                  <a:pt x="4145774" y="1185753"/>
                  <a:pt x="4006046" y="1184162"/>
                  <a:pt x="3866543" y="1181596"/>
                </a:cubicBezTo>
                <a:cubicBezTo>
                  <a:pt x="3794230" y="1180207"/>
                  <a:pt x="3723633" y="1175551"/>
                  <a:pt x="3651342" y="1174348"/>
                </a:cubicBezTo>
                <a:cubicBezTo>
                  <a:pt x="3607885" y="1173562"/>
                  <a:pt x="3561907" y="1178044"/>
                  <a:pt x="3518453" y="1177258"/>
                </a:cubicBezTo>
                <a:cubicBezTo>
                  <a:pt x="3478287" y="1176568"/>
                  <a:pt x="3440399" y="1171400"/>
                  <a:pt x="3400818" y="1169685"/>
                </a:cubicBezTo>
                <a:cubicBezTo>
                  <a:pt x="3279824" y="1164099"/>
                  <a:pt x="3157310" y="1160621"/>
                  <a:pt x="3037154" y="1153217"/>
                </a:cubicBezTo>
                <a:cubicBezTo>
                  <a:pt x="2978373" y="1149708"/>
                  <a:pt x="2922429" y="1140508"/>
                  <a:pt x="2866260" y="1132283"/>
                </a:cubicBezTo>
                <a:cubicBezTo>
                  <a:pt x="2771049" y="1118489"/>
                  <a:pt x="2677107" y="1103380"/>
                  <a:pt x="2582173" y="1088979"/>
                </a:cubicBezTo>
                <a:cubicBezTo>
                  <a:pt x="2511090" y="1078352"/>
                  <a:pt x="2447356" y="1063086"/>
                  <a:pt x="2395406" y="1035945"/>
                </a:cubicBezTo>
                <a:cubicBezTo>
                  <a:pt x="2371411" y="1023508"/>
                  <a:pt x="2331675" y="1015582"/>
                  <a:pt x="2294751" y="1014618"/>
                </a:cubicBezTo>
                <a:cubicBezTo>
                  <a:pt x="2228580" y="1012920"/>
                  <a:pt x="2177384" y="998698"/>
                  <a:pt x="2122944" y="984751"/>
                </a:cubicBezTo>
                <a:cubicBezTo>
                  <a:pt x="2054121" y="967003"/>
                  <a:pt x="1981585" y="951294"/>
                  <a:pt x="1905504" y="941380"/>
                </a:cubicBezTo>
                <a:cubicBezTo>
                  <a:pt x="1830544" y="931682"/>
                  <a:pt x="1747929" y="932141"/>
                  <a:pt x="1671045" y="924228"/>
                </a:cubicBezTo>
                <a:cubicBezTo>
                  <a:pt x="1625936" y="919523"/>
                  <a:pt x="1585613" y="907528"/>
                  <a:pt x="1543856" y="898190"/>
                </a:cubicBezTo>
                <a:cubicBezTo>
                  <a:pt x="1502093" y="888855"/>
                  <a:pt x="1460606" y="878913"/>
                  <a:pt x="1419784" y="868500"/>
                </a:cubicBezTo>
                <a:cubicBezTo>
                  <a:pt x="1397486" y="862806"/>
                  <a:pt x="1378078" y="854435"/>
                  <a:pt x="1355116" y="849214"/>
                </a:cubicBezTo>
                <a:cubicBezTo>
                  <a:pt x="1311848" y="839527"/>
                  <a:pt x="1265353" y="832754"/>
                  <a:pt x="1223713" y="821702"/>
                </a:cubicBezTo>
                <a:cubicBezTo>
                  <a:pt x="1183577" y="811001"/>
                  <a:pt x="1138864" y="809072"/>
                  <a:pt x="1094193" y="804872"/>
                </a:cubicBezTo>
                <a:cubicBezTo>
                  <a:pt x="1060244" y="801784"/>
                  <a:pt x="1034230" y="787936"/>
                  <a:pt x="1001115" y="783030"/>
                </a:cubicBezTo>
                <a:cubicBezTo>
                  <a:pt x="953853" y="775990"/>
                  <a:pt x="916853" y="764276"/>
                  <a:pt x="879548" y="747884"/>
                </a:cubicBezTo>
                <a:cubicBezTo>
                  <a:pt x="837586" y="729513"/>
                  <a:pt x="770061" y="725929"/>
                  <a:pt x="711163" y="719039"/>
                </a:cubicBezTo>
                <a:cubicBezTo>
                  <a:pt x="661152" y="713146"/>
                  <a:pt x="604343" y="715774"/>
                  <a:pt x="557941" y="707101"/>
                </a:cubicBezTo>
                <a:cubicBezTo>
                  <a:pt x="525381" y="700984"/>
                  <a:pt x="499355" y="684493"/>
                  <a:pt x="480347" y="668702"/>
                </a:cubicBezTo>
                <a:cubicBezTo>
                  <a:pt x="437718" y="632865"/>
                  <a:pt x="370204" y="616630"/>
                  <a:pt x="296224" y="603583"/>
                </a:cubicBezTo>
                <a:cubicBezTo>
                  <a:pt x="220741" y="590184"/>
                  <a:pt x="148480" y="573869"/>
                  <a:pt x="72689" y="560892"/>
                </a:cubicBezTo>
                <a:lnTo>
                  <a:pt x="0" y="543486"/>
                </a:lnTo>
                <a:lnTo>
                  <a:pt x="0" y="384357"/>
                </a:lnTo>
                <a:lnTo>
                  <a:pt x="51784" y="393937"/>
                </a:lnTo>
                <a:cubicBezTo>
                  <a:pt x="104770" y="397707"/>
                  <a:pt x="153378" y="409086"/>
                  <a:pt x="205561" y="414859"/>
                </a:cubicBezTo>
                <a:cubicBezTo>
                  <a:pt x="254062" y="420400"/>
                  <a:pt x="305001" y="422574"/>
                  <a:pt x="354391" y="426667"/>
                </a:cubicBezTo>
                <a:cubicBezTo>
                  <a:pt x="386450" y="429269"/>
                  <a:pt x="420771" y="429847"/>
                  <a:pt x="448281" y="436308"/>
                </a:cubicBezTo>
                <a:cubicBezTo>
                  <a:pt x="499904" y="448391"/>
                  <a:pt x="551004" y="446576"/>
                  <a:pt x="611518" y="434166"/>
                </a:cubicBezTo>
                <a:cubicBezTo>
                  <a:pt x="654695" y="425361"/>
                  <a:pt x="702395" y="422710"/>
                  <a:pt x="746076" y="422520"/>
                </a:cubicBezTo>
                <a:cubicBezTo>
                  <a:pt x="798481" y="422218"/>
                  <a:pt x="848400" y="419817"/>
                  <a:pt x="902724" y="409989"/>
                </a:cubicBezTo>
                <a:cubicBezTo>
                  <a:pt x="977291" y="396518"/>
                  <a:pt x="1048428" y="397321"/>
                  <a:pt x="1113854" y="414230"/>
                </a:cubicBezTo>
                <a:cubicBezTo>
                  <a:pt x="1184155" y="432145"/>
                  <a:pt x="1258677" y="446437"/>
                  <a:pt x="1333449" y="459938"/>
                </a:cubicBezTo>
                <a:cubicBezTo>
                  <a:pt x="1354772" y="463883"/>
                  <a:pt x="1385284" y="463304"/>
                  <a:pt x="1408608" y="458278"/>
                </a:cubicBezTo>
                <a:cubicBezTo>
                  <a:pt x="1483492" y="441930"/>
                  <a:pt x="1561495" y="427025"/>
                  <a:pt x="1630191" y="403061"/>
                </a:cubicBezTo>
                <a:cubicBezTo>
                  <a:pt x="1735315" y="366348"/>
                  <a:pt x="1840887" y="337881"/>
                  <a:pt x="1956289" y="332366"/>
                </a:cubicBezTo>
                <a:cubicBezTo>
                  <a:pt x="1986669" y="330865"/>
                  <a:pt x="2019100" y="336056"/>
                  <a:pt x="2042814" y="344002"/>
                </a:cubicBezTo>
                <a:cubicBezTo>
                  <a:pt x="2085261" y="358150"/>
                  <a:pt x="2126350" y="370413"/>
                  <a:pt x="2183420" y="369635"/>
                </a:cubicBezTo>
                <a:cubicBezTo>
                  <a:pt x="2235035" y="368879"/>
                  <a:pt x="2279659" y="405942"/>
                  <a:pt x="2269566" y="439859"/>
                </a:cubicBezTo>
                <a:cubicBezTo>
                  <a:pt x="2258267" y="478101"/>
                  <a:pt x="2277762" y="504964"/>
                  <a:pt x="2331129" y="524163"/>
                </a:cubicBezTo>
                <a:cubicBezTo>
                  <a:pt x="2352980" y="531807"/>
                  <a:pt x="2364861" y="546162"/>
                  <a:pt x="2385112" y="555357"/>
                </a:cubicBezTo>
                <a:cubicBezTo>
                  <a:pt x="2401860" y="562976"/>
                  <a:pt x="2421927" y="570875"/>
                  <a:pt x="2444033" y="572629"/>
                </a:cubicBezTo>
                <a:cubicBezTo>
                  <a:pt x="2483469" y="575878"/>
                  <a:pt x="2509763" y="584022"/>
                  <a:pt x="2525979" y="603233"/>
                </a:cubicBezTo>
                <a:cubicBezTo>
                  <a:pt x="2549282" y="631254"/>
                  <a:pt x="2578520" y="657481"/>
                  <a:pt x="2603911" y="684825"/>
                </a:cubicBezTo>
                <a:cubicBezTo>
                  <a:pt x="2618910" y="700624"/>
                  <a:pt x="2643515" y="707120"/>
                  <a:pt x="2678828" y="706990"/>
                </a:cubicBezTo>
                <a:cubicBezTo>
                  <a:pt x="2699243" y="707100"/>
                  <a:pt x="2725615" y="705603"/>
                  <a:pt x="2738094" y="711376"/>
                </a:cubicBezTo>
                <a:cubicBezTo>
                  <a:pt x="2805960" y="742855"/>
                  <a:pt x="2895980" y="733032"/>
                  <a:pt x="2983806" y="728243"/>
                </a:cubicBezTo>
                <a:cubicBezTo>
                  <a:pt x="2993929" y="727744"/>
                  <a:pt x="3004007" y="726871"/>
                  <a:pt x="3013997" y="725446"/>
                </a:cubicBezTo>
                <a:cubicBezTo>
                  <a:pt x="3136002" y="707474"/>
                  <a:pt x="3250133" y="713470"/>
                  <a:pt x="3364419" y="720577"/>
                </a:cubicBezTo>
                <a:cubicBezTo>
                  <a:pt x="3394563" y="722507"/>
                  <a:pt x="3428050" y="719807"/>
                  <a:pt x="3460521" y="717628"/>
                </a:cubicBezTo>
                <a:cubicBezTo>
                  <a:pt x="3545330" y="712137"/>
                  <a:pt x="3633314" y="698262"/>
                  <a:pt x="3710982" y="714182"/>
                </a:cubicBezTo>
                <a:cubicBezTo>
                  <a:pt x="3772122" y="726607"/>
                  <a:pt x="3825029" y="745116"/>
                  <a:pt x="3850961" y="778802"/>
                </a:cubicBezTo>
                <a:cubicBezTo>
                  <a:pt x="3868395" y="801427"/>
                  <a:pt x="3898481" y="813185"/>
                  <a:pt x="3946286" y="816372"/>
                </a:cubicBezTo>
                <a:cubicBezTo>
                  <a:pt x="3987480" y="819179"/>
                  <a:pt x="4025130" y="827781"/>
                  <a:pt x="4065132" y="832459"/>
                </a:cubicBezTo>
                <a:cubicBezTo>
                  <a:pt x="4086246" y="834922"/>
                  <a:pt x="4110400" y="838274"/>
                  <a:pt x="4132173" y="835167"/>
                </a:cubicBezTo>
                <a:cubicBezTo>
                  <a:pt x="4190358" y="826865"/>
                  <a:pt x="4249453" y="817300"/>
                  <a:pt x="4305858" y="804156"/>
                </a:cubicBezTo>
                <a:cubicBezTo>
                  <a:pt x="4334041" y="797490"/>
                  <a:pt x="4360739" y="782919"/>
                  <a:pt x="4382131" y="769481"/>
                </a:cubicBezTo>
                <a:cubicBezTo>
                  <a:pt x="4404161" y="755388"/>
                  <a:pt x="4425552" y="747047"/>
                  <a:pt x="4453289" y="752531"/>
                </a:cubicBezTo>
                <a:cubicBezTo>
                  <a:pt x="4522267" y="766292"/>
                  <a:pt x="4590589" y="780524"/>
                  <a:pt x="4657971" y="795835"/>
                </a:cubicBezTo>
                <a:cubicBezTo>
                  <a:pt x="4669645" y="798513"/>
                  <a:pt x="4675987" y="807238"/>
                  <a:pt x="4682399" y="813876"/>
                </a:cubicBezTo>
                <a:cubicBezTo>
                  <a:pt x="4712325" y="844914"/>
                  <a:pt x="4739115" y="876968"/>
                  <a:pt x="4771814" y="907046"/>
                </a:cubicBezTo>
                <a:cubicBezTo>
                  <a:pt x="4783117" y="917329"/>
                  <a:pt x="4807945" y="922850"/>
                  <a:pt x="4827520" y="929876"/>
                </a:cubicBezTo>
                <a:cubicBezTo>
                  <a:pt x="4833681" y="932206"/>
                  <a:pt x="4845543" y="931081"/>
                  <a:pt x="4849942" y="933851"/>
                </a:cubicBezTo>
                <a:cubicBezTo>
                  <a:pt x="4888949" y="959631"/>
                  <a:pt x="4951287" y="954890"/>
                  <a:pt x="5009626" y="957896"/>
                </a:cubicBezTo>
                <a:cubicBezTo>
                  <a:pt x="5059523" y="960407"/>
                  <a:pt x="5111928" y="960104"/>
                  <a:pt x="5158711" y="963814"/>
                </a:cubicBezTo>
                <a:cubicBezTo>
                  <a:pt x="5231307" y="969696"/>
                  <a:pt x="5298173" y="973751"/>
                  <a:pt x="5376427" y="963151"/>
                </a:cubicBezTo>
                <a:cubicBezTo>
                  <a:pt x="5408579" y="958754"/>
                  <a:pt x="5448461" y="970245"/>
                  <a:pt x="5475787" y="980508"/>
                </a:cubicBezTo>
                <a:cubicBezTo>
                  <a:pt x="5528518" y="1000363"/>
                  <a:pt x="5584839" y="1001958"/>
                  <a:pt x="5653401" y="987268"/>
                </a:cubicBezTo>
                <a:cubicBezTo>
                  <a:pt x="5676008" y="982341"/>
                  <a:pt x="5702558" y="984595"/>
                  <a:pt x="5726340" y="985357"/>
                </a:cubicBezTo>
                <a:cubicBezTo>
                  <a:pt x="5748643" y="985952"/>
                  <a:pt x="5770110" y="988364"/>
                  <a:pt x="5790563" y="991300"/>
                </a:cubicBezTo>
                <a:cubicBezTo>
                  <a:pt x="5815128" y="994969"/>
                  <a:pt x="5845522" y="996110"/>
                  <a:pt x="5860260" y="1004958"/>
                </a:cubicBezTo>
                <a:cubicBezTo>
                  <a:pt x="5906803" y="1032493"/>
                  <a:pt x="5977069" y="1037385"/>
                  <a:pt x="6042101" y="1036226"/>
                </a:cubicBezTo>
                <a:cubicBezTo>
                  <a:pt x="6128232" y="1034888"/>
                  <a:pt x="6222269" y="1027704"/>
                  <a:pt x="6301998" y="989138"/>
                </a:cubicBezTo>
                <a:cubicBezTo>
                  <a:pt x="6349672" y="965909"/>
                  <a:pt x="6396952" y="955198"/>
                  <a:pt x="6452025" y="968489"/>
                </a:cubicBezTo>
                <a:cubicBezTo>
                  <a:pt x="6489401" y="977695"/>
                  <a:pt x="6558002" y="960731"/>
                  <a:pt x="6589205" y="939474"/>
                </a:cubicBezTo>
                <a:cubicBezTo>
                  <a:pt x="6600499" y="931821"/>
                  <a:pt x="6612148" y="924116"/>
                  <a:pt x="6631069" y="911222"/>
                </a:cubicBezTo>
                <a:cubicBezTo>
                  <a:pt x="6674305" y="951313"/>
                  <a:pt x="6752346" y="944332"/>
                  <a:pt x="6828274" y="942941"/>
                </a:cubicBezTo>
                <a:cubicBezTo>
                  <a:pt x="6874780" y="942157"/>
                  <a:pt x="6889173" y="963896"/>
                  <a:pt x="6900803" y="984140"/>
                </a:cubicBezTo>
                <a:cubicBezTo>
                  <a:pt x="6921316" y="1020676"/>
                  <a:pt x="6959796" y="1032557"/>
                  <a:pt x="7034668" y="1018665"/>
                </a:cubicBezTo>
                <a:cubicBezTo>
                  <a:pt x="7117337" y="1003282"/>
                  <a:pt x="7199637" y="985309"/>
                  <a:pt x="7281067" y="966327"/>
                </a:cubicBezTo>
                <a:cubicBezTo>
                  <a:pt x="7332521" y="954266"/>
                  <a:pt x="7378029" y="936255"/>
                  <a:pt x="7412780" y="909206"/>
                </a:cubicBezTo>
                <a:cubicBezTo>
                  <a:pt x="7446535" y="882864"/>
                  <a:pt x="7455445" y="884046"/>
                  <a:pt x="7500327" y="894826"/>
                </a:cubicBezTo>
                <a:cubicBezTo>
                  <a:pt x="7552743" y="907363"/>
                  <a:pt x="7606735" y="918164"/>
                  <a:pt x="7662324" y="927415"/>
                </a:cubicBezTo>
                <a:cubicBezTo>
                  <a:pt x="7679867" y="930387"/>
                  <a:pt x="7704114" y="926740"/>
                  <a:pt x="7725334" y="924844"/>
                </a:cubicBezTo>
                <a:cubicBezTo>
                  <a:pt x="7761320" y="921787"/>
                  <a:pt x="7798617" y="920242"/>
                  <a:pt x="7833279" y="913031"/>
                </a:cubicBezTo>
                <a:cubicBezTo>
                  <a:pt x="7866516" y="906023"/>
                  <a:pt x="7898634" y="893700"/>
                  <a:pt x="7928605" y="881683"/>
                </a:cubicBezTo>
                <a:cubicBezTo>
                  <a:pt x="8012311" y="848025"/>
                  <a:pt x="8088138" y="810205"/>
                  <a:pt x="8146597" y="762968"/>
                </a:cubicBezTo>
                <a:cubicBezTo>
                  <a:pt x="8154091" y="756800"/>
                  <a:pt x="8170249" y="752606"/>
                  <a:pt x="8183577" y="749005"/>
                </a:cubicBezTo>
                <a:cubicBezTo>
                  <a:pt x="8205312" y="743071"/>
                  <a:pt x="8227788" y="737222"/>
                  <a:pt x="8250224" y="733642"/>
                </a:cubicBezTo>
                <a:cubicBezTo>
                  <a:pt x="8359189" y="716209"/>
                  <a:pt x="8441164" y="678078"/>
                  <a:pt x="8505929" y="626542"/>
                </a:cubicBezTo>
                <a:cubicBezTo>
                  <a:pt x="8524585" y="611796"/>
                  <a:pt x="8540107" y="608259"/>
                  <a:pt x="8564194" y="618796"/>
                </a:cubicBezTo>
                <a:cubicBezTo>
                  <a:pt x="8592162" y="631043"/>
                  <a:pt x="8628032" y="619507"/>
                  <a:pt x="8660705" y="611069"/>
                </a:cubicBezTo>
                <a:cubicBezTo>
                  <a:pt x="8694442" y="602479"/>
                  <a:pt x="8728514" y="593651"/>
                  <a:pt x="8762255" y="585060"/>
                </a:cubicBezTo>
                <a:cubicBezTo>
                  <a:pt x="8787227" y="578855"/>
                  <a:pt x="8811899" y="573069"/>
                  <a:pt x="8836439" y="566358"/>
                </a:cubicBezTo>
                <a:cubicBezTo>
                  <a:pt x="8912856" y="545447"/>
                  <a:pt x="8983243" y="538425"/>
                  <a:pt x="9050728" y="559575"/>
                </a:cubicBezTo>
                <a:cubicBezTo>
                  <a:pt x="9102219" y="575830"/>
                  <a:pt x="9164950" y="573868"/>
                  <a:pt x="9229627" y="557464"/>
                </a:cubicBezTo>
                <a:cubicBezTo>
                  <a:pt x="9237706" y="555368"/>
                  <a:pt x="9247529" y="550190"/>
                  <a:pt x="9253451" y="550855"/>
                </a:cubicBezTo>
                <a:cubicBezTo>
                  <a:pt x="9342568" y="560232"/>
                  <a:pt x="9405310" y="512383"/>
                  <a:pt x="9484214" y="498671"/>
                </a:cubicBezTo>
                <a:cubicBezTo>
                  <a:pt x="9519035" y="492570"/>
                  <a:pt x="9552778" y="473783"/>
                  <a:pt x="9582633" y="458384"/>
                </a:cubicBezTo>
                <a:cubicBezTo>
                  <a:pt x="9623689" y="437231"/>
                  <a:pt x="9660183" y="417297"/>
                  <a:pt x="9719670" y="415607"/>
                </a:cubicBezTo>
                <a:cubicBezTo>
                  <a:pt x="9779189" y="414101"/>
                  <a:pt x="9830940" y="393878"/>
                  <a:pt x="9871784" y="366147"/>
                </a:cubicBezTo>
                <a:cubicBezTo>
                  <a:pt x="9903014" y="345075"/>
                  <a:pt x="9939570" y="338349"/>
                  <a:pt x="9984494" y="336660"/>
                </a:cubicBezTo>
                <a:cubicBezTo>
                  <a:pt x="10040642" y="334503"/>
                  <a:pt x="10098165" y="326674"/>
                  <a:pt x="10154708" y="322193"/>
                </a:cubicBezTo>
                <a:cubicBezTo>
                  <a:pt x="10166953" y="321201"/>
                  <a:pt x="10182669" y="321603"/>
                  <a:pt x="10190446" y="325025"/>
                </a:cubicBezTo>
                <a:cubicBezTo>
                  <a:pt x="10285769" y="367692"/>
                  <a:pt x="10408999" y="350677"/>
                  <a:pt x="10530736" y="335953"/>
                </a:cubicBezTo>
                <a:cubicBezTo>
                  <a:pt x="10604506" y="327127"/>
                  <a:pt x="10678397" y="316584"/>
                  <a:pt x="10752157" y="305117"/>
                </a:cubicBezTo>
                <a:cubicBezTo>
                  <a:pt x="10777120" y="301365"/>
                  <a:pt x="10803110" y="294636"/>
                  <a:pt x="10824452" y="285927"/>
                </a:cubicBezTo>
                <a:cubicBezTo>
                  <a:pt x="10868837" y="267698"/>
                  <a:pt x="10909147" y="246465"/>
                  <a:pt x="10953152" y="228102"/>
                </a:cubicBezTo>
                <a:cubicBezTo>
                  <a:pt x="10969622" y="221030"/>
                  <a:pt x="10991730" y="217688"/>
                  <a:pt x="11011614" y="214096"/>
                </a:cubicBezTo>
                <a:cubicBezTo>
                  <a:pt x="11046743" y="207573"/>
                  <a:pt x="11086641" y="206412"/>
                  <a:pt x="11116031" y="195421"/>
                </a:cubicBezTo>
                <a:cubicBezTo>
                  <a:pt x="11192467" y="166956"/>
                  <a:pt x="11266913" y="160299"/>
                  <a:pt x="11344303" y="166629"/>
                </a:cubicBezTo>
                <a:cubicBezTo>
                  <a:pt x="11452657" y="175527"/>
                  <a:pt x="11551626" y="159519"/>
                  <a:pt x="11639050" y="108526"/>
                </a:cubicBezTo>
                <a:cubicBezTo>
                  <a:pt x="11678385" y="85543"/>
                  <a:pt x="11720243" y="87879"/>
                  <a:pt x="11757532" y="96530"/>
                </a:cubicBezTo>
                <a:cubicBezTo>
                  <a:pt x="11800499" y="106640"/>
                  <a:pt x="11840704" y="105056"/>
                  <a:pt x="11885799" y="86728"/>
                </a:cubicBezTo>
                <a:cubicBezTo>
                  <a:pt x="11895784" y="82659"/>
                  <a:pt x="11910604" y="81867"/>
                  <a:pt x="11922874" y="81060"/>
                </a:cubicBezTo>
                <a:cubicBezTo>
                  <a:pt x="11992783" y="75806"/>
                  <a:pt x="12063500" y="73647"/>
                  <a:pt x="12115331" y="33587"/>
                </a:cubicBezTo>
                <a:cubicBezTo>
                  <a:pt x="12125500" y="25715"/>
                  <a:pt x="12143693" y="20477"/>
                  <a:pt x="12158080" y="1408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26FE60EA-9B57-C655-100E-16EC15066088}"/>
              </a:ext>
            </a:extLst>
          </p:cNvPr>
          <p:cNvSpPr>
            <a:spLocks noGrp="1"/>
          </p:cNvSpPr>
          <p:nvPr>
            <p:ph idx="1"/>
          </p:nvPr>
        </p:nvSpPr>
        <p:spPr>
          <a:xfrm>
            <a:off x="111760" y="2550160"/>
            <a:ext cx="11948160" cy="4307840"/>
          </a:xfrm>
        </p:spPr>
        <p:txBody>
          <a:bodyPr>
            <a:normAutofit lnSpcReduction="10000"/>
          </a:bodyPr>
          <a:lstStyle/>
          <a:p>
            <a:pPr marL="0" indent="0" algn="ctr">
              <a:buNone/>
            </a:pPr>
            <a:r>
              <a:rPr lang="en-JM" b="1" dirty="0">
                <a:highlight>
                  <a:srgbClr val="008080"/>
                </a:highlight>
              </a:rPr>
              <a:t>VS 6</a:t>
            </a:r>
          </a:p>
          <a:p>
            <a:r>
              <a:rPr lang="en-JM" sz="3000" dirty="0">
                <a:solidFill>
                  <a:srgbClr val="FFFF00"/>
                </a:solidFill>
              </a:rPr>
              <a:t>room</a:t>
            </a:r>
            <a:r>
              <a:rPr lang="en-JM" sz="3000" dirty="0"/>
              <a:t> - </a:t>
            </a:r>
            <a:r>
              <a:rPr lang="el-GR" sz="3000" dirty="0"/>
              <a:t>ταμεῖόν</a:t>
            </a:r>
            <a:r>
              <a:rPr lang="en-JM" sz="3000" dirty="0"/>
              <a:t> (tameion) </a:t>
            </a:r>
          </a:p>
          <a:p>
            <a:pPr>
              <a:buFont typeface="Wingdings" panose="05000000000000000000" pitchFamily="2" charset="2"/>
              <a:buChar char="v"/>
            </a:pPr>
            <a:r>
              <a:rPr lang="en-JM" sz="3000" dirty="0"/>
              <a:t>room, closet, storeroom, inner chamber, secret room.</a:t>
            </a:r>
          </a:p>
          <a:p>
            <a:pPr>
              <a:buFont typeface="Wingdings" panose="05000000000000000000" pitchFamily="2" charset="2"/>
              <a:buChar char="ü"/>
            </a:pPr>
            <a:r>
              <a:rPr lang="en-JM" sz="3000" dirty="0"/>
              <a:t> a place of privacy, a spot for retirement, or storage. </a:t>
            </a:r>
          </a:p>
          <a:p>
            <a:r>
              <a:rPr lang="en-JM" sz="3000" dirty="0">
                <a:solidFill>
                  <a:srgbClr val="FFFF00"/>
                </a:solidFill>
              </a:rPr>
              <a:t>shut </a:t>
            </a:r>
            <a:r>
              <a:rPr lang="en-JM" sz="3000" dirty="0"/>
              <a:t>–</a:t>
            </a:r>
            <a:r>
              <a:rPr lang="en-JM" sz="3000" dirty="0">
                <a:solidFill>
                  <a:srgbClr val="FFFF00"/>
                </a:solidFill>
              </a:rPr>
              <a:t> </a:t>
            </a:r>
            <a:r>
              <a:rPr lang="el-GR" sz="3000" dirty="0"/>
              <a:t>κλείω</a:t>
            </a:r>
            <a:r>
              <a:rPr lang="en-JM" sz="3000" dirty="0"/>
              <a:t> (</a:t>
            </a:r>
            <a:r>
              <a:rPr lang="en-JM" sz="3000" dirty="0" err="1"/>
              <a:t>kleio</a:t>
            </a:r>
            <a:r>
              <a:rPr lang="en-JM" sz="3000" dirty="0"/>
              <a:t>)</a:t>
            </a:r>
            <a:endParaRPr lang="en-JM" sz="3000" dirty="0">
              <a:solidFill>
                <a:srgbClr val="FFFF00"/>
              </a:solidFill>
            </a:endParaRPr>
          </a:p>
          <a:p>
            <a:pPr>
              <a:buFont typeface="Wingdings" panose="05000000000000000000" pitchFamily="2" charset="2"/>
              <a:buChar char="v"/>
            </a:pPr>
            <a:r>
              <a:rPr lang="en-JM" sz="3000" dirty="0"/>
              <a:t>to shut, close.</a:t>
            </a:r>
          </a:p>
          <a:p>
            <a:pPr>
              <a:buFont typeface="Wingdings" panose="05000000000000000000" pitchFamily="2" charset="2"/>
              <a:buChar char="ü"/>
            </a:pPr>
            <a:r>
              <a:rPr lang="en-US" sz="3000" dirty="0"/>
              <a:t>It is used in the New Testament to describe the act of closing a door or gate, often with the implication of preventing entry or access.</a:t>
            </a:r>
            <a:endParaRPr lang="en-JM" sz="3000" dirty="0"/>
          </a:p>
          <a:p>
            <a:endParaRPr lang="en-JM" sz="3000" dirty="0"/>
          </a:p>
          <a:p>
            <a:pPr marL="0" indent="0">
              <a:buNone/>
            </a:pPr>
            <a:endParaRPr lang="en-JM" dirty="0"/>
          </a:p>
        </p:txBody>
      </p:sp>
    </p:spTree>
    <p:extLst>
      <p:ext uri="{BB962C8B-B14F-4D97-AF65-F5344CB8AC3E}">
        <p14:creationId xmlns:p14="http://schemas.microsoft.com/office/powerpoint/2010/main" val="394242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105BFE-2CF2-6E5B-5999-B7F8E3603C2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F07E80C-600A-E297-7110-6F7C1FE0A8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FE044B-4F7E-35E5-489A-FC24B6FABBF3}"/>
              </a:ext>
            </a:extLst>
          </p:cNvPr>
          <p:cNvSpPr>
            <a:spLocks noGrp="1"/>
          </p:cNvSpPr>
          <p:nvPr>
            <p:ph type="title"/>
          </p:nvPr>
        </p:nvSpPr>
        <p:spPr>
          <a:xfrm>
            <a:off x="761999" y="1021079"/>
            <a:ext cx="10667999" cy="1086018"/>
          </a:xfrm>
        </p:spPr>
        <p:txBody>
          <a:bodyPr anchor="ctr">
            <a:normAutofit/>
          </a:bodyPr>
          <a:lstStyle/>
          <a:p>
            <a:pPr algn="ctr"/>
            <a:r>
              <a:rPr lang="en-JM" dirty="0"/>
              <a:t>Vain Repetition</a:t>
            </a:r>
          </a:p>
        </p:txBody>
      </p:sp>
      <p:sp>
        <p:nvSpPr>
          <p:cNvPr id="10" name="Freeform: Shape 9">
            <a:extLst>
              <a:ext uri="{FF2B5EF4-FFF2-40B4-BE49-F238E27FC236}">
                <a16:creationId xmlns:a16="http://schemas.microsoft.com/office/drawing/2014/main" id="{0FEF2410-7C25-783B-155C-32E55F8FA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367198"/>
            <a:ext cx="12192000" cy="822960"/>
          </a:xfrm>
          <a:custGeom>
            <a:avLst/>
            <a:gdLst>
              <a:gd name="connsiteX0" fmla="*/ 12192000 w 12192000"/>
              <a:gd name="connsiteY0" fmla="*/ 0 h 1203824"/>
              <a:gd name="connsiteX1" fmla="*/ 12192000 w 12192000"/>
              <a:gd name="connsiteY1" fmla="*/ 463429 h 1203824"/>
              <a:gd name="connsiteX2" fmla="*/ 12190876 w 12192000"/>
              <a:gd name="connsiteY2" fmla="*/ 463512 h 1203824"/>
              <a:gd name="connsiteX3" fmla="*/ 12077245 w 12192000"/>
              <a:gd name="connsiteY3" fmla="*/ 476327 h 1203824"/>
              <a:gd name="connsiteX4" fmla="*/ 11984517 w 12192000"/>
              <a:gd name="connsiteY4" fmla="*/ 479927 h 1203824"/>
              <a:gd name="connsiteX5" fmla="*/ 11951600 w 12192000"/>
              <a:gd name="connsiteY5" fmla="*/ 478957 h 1203824"/>
              <a:gd name="connsiteX6" fmla="*/ 11690904 w 12192000"/>
              <a:gd name="connsiteY6" fmla="*/ 471970 h 1203824"/>
              <a:gd name="connsiteX7" fmla="*/ 11413965 w 12192000"/>
              <a:gd name="connsiteY7" fmla="*/ 476172 h 1203824"/>
              <a:gd name="connsiteX8" fmla="*/ 11240739 w 12192000"/>
              <a:gd name="connsiteY8" fmla="*/ 523169 h 1203824"/>
              <a:gd name="connsiteX9" fmla="*/ 11175005 w 12192000"/>
              <a:gd name="connsiteY9" fmla="*/ 532169 h 1203824"/>
              <a:gd name="connsiteX10" fmla="*/ 10873726 w 12192000"/>
              <a:gd name="connsiteY10" fmla="*/ 580253 h 1203824"/>
              <a:gd name="connsiteX11" fmla="*/ 10821306 w 12192000"/>
              <a:gd name="connsiteY11" fmla="*/ 593207 h 1203824"/>
              <a:gd name="connsiteX12" fmla="*/ 10530811 w 12192000"/>
              <a:gd name="connsiteY12" fmla="*/ 612184 h 1203824"/>
              <a:gd name="connsiteX13" fmla="*/ 10426049 w 12192000"/>
              <a:gd name="connsiteY13" fmla="*/ 623354 h 1203824"/>
              <a:gd name="connsiteX14" fmla="*/ 10329156 w 12192000"/>
              <a:gd name="connsiteY14" fmla="*/ 630948 h 1203824"/>
              <a:gd name="connsiteX15" fmla="*/ 10194727 w 12192000"/>
              <a:gd name="connsiteY15" fmla="*/ 648617 h 1203824"/>
              <a:gd name="connsiteX16" fmla="*/ 10055906 w 12192000"/>
              <a:gd name="connsiteY16" fmla="*/ 671256 h 1203824"/>
              <a:gd name="connsiteX17" fmla="*/ 9900551 w 12192000"/>
              <a:gd name="connsiteY17" fmla="*/ 692855 h 1203824"/>
              <a:gd name="connsiteX18" fmla="*/ 9838464 w 12192000"/>
              <a:gd name="connsiteY18" fmla="*/ 696804 h 1203824"/>
              <a:gd name="connsiteX19" fmla="*/ 9672957 w 12192000"/>
              <a:gd name="connsiteY19" fmla="*/ 723816 h 1203824"/>
              <a:gd name="connsiteX20" fmla="*/ 9585066 w 12192000"/>
              <a:gd name="connsiteY20" fmla="*/ 730692 h 1203824"/>
              <a:gd name="connsiteX21" fmla="*/ 9441407 w 12192000"/>
              <a:gd name="connsiteY21" fmla="*/ 750055 h 1203824"/>
              <a:gd name="connsiteX22" fmla="*/ 9394459 w 12192000"/>
              <a:gd name="connsiteY22" fmla="*/ 755431 h 1203824"/>
              <a:gd name="connsiteX23" fmla="*/ 9352590 w 12192000"/>
              <a:gd name="connsiteY23" fmla="*/ 760650 h 1203824"/>
              <a:gd name="connsiteX24" fmla="*/ 9211614 w 12192000"/>
              <a:gd name="connsiteY24" fmla="*/ 796248 h 1203824"/>
              <a:gd name="connsiteX25" fmla="*/ 9084667 w 12192000"/>
              <a:gd name="connsiteY25" fmla="*/ 815303 h 1203824"/>
              <a:gd name="connsiteX26" fmla="*/ 8863666 w 12192000"/>
              <a:gd name="connsiteY26" fmla="*/ 859298 h 1203824"/>
              <a:gd name="connsiteX27" fmla="*/ 8813796 w 12192000"/>
              <a:gd name="connsiteY27" fmla="*/ 862070 h 1203824"/>
              <a:gd name="connsiteX28" fmla="*/ 8659351 w 12192000"/>
              <a:gd name="connsiteY28" fmla="*/ 882406 h 1203824"/>
              <a:gd name="connsiteX29" fmla="*/ 8571352 w 12192000"/>
              <a:gd name="connsiteY29" fmla="*/ 893639 h 1203824"/>
              <a:gd name="connsiteX30" fmla="*/ 8464106 w 12192000"/>
              <a:gd name="connsiteY30" fmla="*/ 918004 h 1203824"/>
              <a:gd name="connsiteX31" fmla="*/ 8278324 w 12192000"/>
              <a:gd name="connsiteY31" fmla="*/ 963769 h 1203824"/>
              <a:gd name="connsiteX32" fmla="*/ 8229128 w 12192000"/>
              <a:gd name="connsiteY32" fmla="*/ 973810 h 1203824"/>
              <a:gd name="connsiteX33" fmla="*/ 8139751 w 12192000"/>
              <a:gd name="connsiteY33" fmla="*/ 995815 h 1203824"/>
              <a:gd name="connsiteX34" fmla="*/ 8123571 w 12192000"/>
              <a:gd name="connsiteY34" fmla="*/ 999822 h 1203824"/>
              <a:gd name="connsiteX35" fmla="*/ 7988699 w 12192000"/>
              <a:gd name="connsiteY35" fmla="*/ 1042479 h 1203824"/>
              <a:gd name="connsiteX36" fmla="*/ 7917214 w 12192000"/>
              <a:gd name="connsiteY36" fmla="*/ 1054565 h 1203824"/>
              <a:gd name="connsiteX37" fmla="*/ 7710915 w 12192000"/>
              <a:gd name="connsiteY37" fmla="*/ 1084190 h 1203824"/>
              <a:gd name="connsiteX38" fmla="*/ 7622959 w 12192000"/>
              <a:gd name="connsiteY38" fmla="*/ 1093150 h 1203824"/>
              <a:gd name="connsiteX39" fmla="*/ 7410782 w 12192000"/>
              <a:gd name="connsiteY39" fmla="*/ 1109640 h 1203824"/>
              <a:gd name="connsiteX40" fmla="*/ 7277754 w 12192000"/>
              <a:gd name="connsiteY40" fmla="*/ 1121822 h 1203824"/>
              <a:gd name="connsiteX41" fmla="*/ 7124540 w 12192000"/>
              <a:gd name="connsiteY41" fmla="*/ 1132918 h 1203824"/>
              <a:gd name="connsiteX42" fmla="*/ 6949752 w 12192000"/>
              <a:gd name="connsiteY42" fmla="*/ 1151058 h 1203824"/>
              <a:gd name="connsiteX43" fmla="*/ 6630249 w 12192000"/>
              <a:gd name="connsiteY43" fmla="*/ 1176063 h 1203824"/>
              <a:gd name="connsiteX44" fmla="*/ 6320634 w 12192000"/>
              <a:gd name="connsiteY44" fmla="*/ 1198901 h 1203824"/>
              <a:gd name="connsiteX45" fmla="*/ 6192343 w 12192000"/>
              <a:gd name="connsiteY45" fmla="*/ 1198323 h 1203824"/>
              <a:gd name="connsiteX46" fmla="*/ 5966562 w 12192000"/>
              <a:gd name="connsiteY46" fmla="*/ 1203723 h 1203824"/>
              <a:gd name="connsiteX47" fmla="*/ 5867227 w 12192000"/>
              <a:gd name="connsiteY47" fmla="*/ 1201847 h 1203824"/>
              <a:gd name="connsiteX48" fmla="*/ 5630172 w 12192000"/>
              <a:gd name="connsiteY48" fmla="*/ 1202248 h 1203824"/>
              <a:gd name="connsiteX49" fmla="*/ 5348949 w 12192000"/>
              <a:gd name="connsiteY49" fmla="*/ 1191768 h 1203824"/>
              <a:gd name="connsiteX50" fmla="*/ 5241228 w 12192000"/>
              <a:gd name="connsiteY50" fmla="*/ 1192408 h 1203824"/>
              <a:gd name="connsiteX51" fmla="*/ 4971133 w 12192000"/>
              <a:gd name="connsiteY51" fmla="*/ 1193559 h 1203824"/>
              <a:gd name="connsiteX52" fmla="*/ 4869416 w 12192000"/>
              <a:gd name="connsiteY52" fmla="*/ 1200519 h 1203824"/>
              <a:gd name="connsiteX53" fmla="*/ 4753274 w 12192000"/>
              <a:gd name="connsiteY53" fmla="*/ 1200850 h 1203824"/>
              <a:gd name="connsiteX54" fmla="*/ 4611883 w 12192000"/>
              <a:gd name="connsiteY54" fmla="*/ 1192701 h 1203824"/>
              <a:gd name="connsiteX55" fmla="*/ 4376825 w 12192000"/>
              <a:gd name="connsiteY55" fmla="*/ 1184131 h 1203824"/>
              <a:gd name="connsiteX56" fmla="*/ 4285471 w 12192000"/>
              <a:gd name="connsiteY56" fmla="*/ 1187158 h 1203824"/>
              <a:gd name="connsiteX57" fmla="*/ 3866543 w 12192000"/>
              <a:gd name="connsiteY57" fmla="*/ 1181596 h 1203824"/>
              <a:gd name="connsiteX58" fmla="*/ 3651342 w 12192000"/>
              <a:gd name="connsiteY58" fmla="*/ 1174348 h 1203824"/>
              <a:gd name="connsiteX59" fmla="*/ 3518453 w 12192000"/>
              <a:gd name="connsiteY59" fmla="*/ 1177258 h 1203824"/>
              <a:gd name="connsiteX60" fmla="*/ 3400818 w 12192000"/>
              <a:gd name="connsiteY60" fmla="*/ 1169685 h 1203824"/>
              <a:gd name="connsiteX61" fmla="*/ 3037154 w 12192000"/>
              <a:gd name="connsiteY61" fmla="*/ 1153217 h 1203824"/>
              <a:gd name="connsiteX62" fmla="*/ 2866260 w 12192000"/>
              <a:gd name="connsiteY62" fmla="*/ 1132283 h 1203824"/>
              <a:gd name="connsiteX63" fmla="*/ 2582173 w 12192000"/>
              <a:gd name="connsiteY63" fmla="*/ 1088979 h 1203824"/>
              <a:gd name="connsiteX64" fmla="*/ 2395406 w 12192000"/>
              <a:gd name="connsiteY64" fmla="*/ 1035945 h 1203824"/>
              <a:gd name="connsiteX65" fmla="*/ 2294751 w 12192000"/>
              <a:gd name="connsiteY65" fmla="*/ 1014618 h 1203824"/>
              <a:gd name="connsiteX66" fmla="*/ 2122944 w 12192000"/>
              <a:gd name="connsiteY66" fmla="*/ 984751 h 1203824"/>
              <a:gd name="connsiteX67" fmla="*/ 1905504 w 12192000"/>
              <a:gd name="connsiteY67" fmla="*/ 941380 h 1203824"/>
              <a:gd name="connsiteX68" fmla="*/ 1671045 w 12192000"/>
              <a:gd name="connsiteY68" fmla="*/ 924228 h 1203824"/>
              <a:gd name="connsiteX69" fmla="*/ 1543856 w 12192000"/>
              <a:gd name="connsiteY69" fmla="*/ 898190 h 1203824"/>
              <a:gd name="connsiteX70" fmla="*/ 1419784 w 12192000"/>
              <a:gd name="connsiteY70" fmla="*/ 868500 h 1203824"/>
              <a:gd name="connsiteX71" fmla="*/ 1355116 w 12192000"/>
              <a:gd name="connsiteY71" fmla="*/ 849214 h 1203824"/>
              <a:gd name="connsiteX72" fmla="*/ 1223713 w 12192000"/>
              <a:gd name="connsiteY72" fmla="*/ 821702 h 1203824"/>
              <a:gd name="connsiteX73" fmla="*/ 1094193 w 12192000"/>
              <a:gd name="connsiteY73" fmla="*/ 804872 h 1203824"/>
              <a:gd name="connsiteX74" fmla="*/ 1001115 w 12192000"/>
              <a:gd name="connsiteY74" fmla="*/ 783030 h 1203824"/>
              <a:gd name="connsiteX75" fmla="*/ 879548 w 12192000"/>
              <a:gd name="connsiteY75" fmla="*/ 747884 h 1203824"/>
              <a:gd name="connsiteX76" fmla="*/ 711163 w 12192000"/>
              <a:gd name="connsiteY76" fmla="*/ 719039 h 1203824"/>
              <a:gd name="connsiteX77" fmla="*/ 557941 w 12192000"/>
              <a:gd name="connsiteY77" fmla="*/ 707101 h 1203824"/>
              <a:gd name="connsiteX78" fmla="*/ 480347 w 12192000"/>
              <a:gd name="connsiteY78" fmla="*/ 668702 h 1203824"/>
              <a:gd name="connsiteX79" fmla="*/ 296224 w 12192000"/>
              <a:gd name="connsiteY79" fmla="*/ 603583 h 1203824"/>
              <a:gd name="connsiteX80" fmla="*/ 72689 w 12192000"/>
              <a:gd name="connsiteY80" fmla="*/ 560892 h 1203824"/>
              <a:gd name="connsiteX81" fmla="*/ 0 w 12192000"/>
              <a:gd name="connsiteY81" fmla="*/ 543486 h 1203824"/>
              <a:gd name="connsiteX82" fmla="*/ 0 w 12192000"/>
              <a:gd name="connsiteY82" fmla="*/ 384357 h 1203824"/>
              <a:gd name="connsiteX83" fmla="*/ 51784 w 12192000"/>
              <a:gd name="connsiteY83" fmla="*/ 393937 h 1203824"/>
              <a:gd name="connsiteX84" fmla="*/ 205561 w 12192000"/>
              <a:gd name="connsiteY84" fmla="*/ 414859 h 1203824"/>
              <a:gd name="connsiteX85" fmla="*/ 354391 w 12192000"/>
              <a:gd name="connsiteY85" fmla="*/ 426667 h 1203824"/>
              <a:gd name="connsiteX86" fmla="*/ 448281 w 12192000"/>
              <a:gd name="connsiteY86" fmla="*/ 436308 h 1203824"/>
              <a:gd name="connsiteX87" fmla="*/ 611518 w 12192000"/>
              <a:gd name="connsiteY87" fmla="*/ 434166 h 1203824"/>
              <a:gd name="connsiteX88" fmla="*/ 746076 w 12192000"/>
              <a:gd name="connsiteY88" fmla="*/ 422520 h 1203824"/>
              <a:gd name="connsiteX89" fmla="*/ 902724 w 12192000"/>
              <a:gd name="connsiteY89" fmla="*/ 409989 h 1203824"/>
              <a:gd name="connsiteX90" fmla="*/ 1113854 w 12192000"/>
              <a:gd name="connsiteY90" fmla="*/ 414230 h 1203824"/>
              <a:gd name="connsiteX91" fmla="*/ 1333449 w 12192000"/>
              <a:gd name="connsiteY91" fmla="*/ 459938 h 1203824"/>
              <a:gd name="connsiteX92" fmla="*/ 1408608 w 12192000"/>
              <a:gd name="connsiteY92" fmla="*/ 458278 h 1203824"/>
              <a:gd name="connsiteX93" fmla="*/ 1630191 w 12192000"/>
              <a:gd name="connsiteY93" fmla="*/ 403061 h 1203824"/>
              <a:gd name="connsiteX94" fmla="*/ 1956289 w 12192000"/>
              <a:gd name="connsiteY94" fmla="*/ 332366 h 1203824"/>
              <a:gd name="connsiteX95" fmla="*/ 2042814 w 12192000"/>
              <a:gd name="connsiteY95" fmla="*/ 344002 h 1203824"/>
              <a:gd name="connsiteX96" fmla="*/ 2183420 w 12192000"/>
              <a:gd name="connsiteY96" fmla="*/ 369635 h 1203824"/>
              <a:gd name="connsiteX97" fmla="*/ 2269566 w 12192000"/>
              <a:gd name="connsiteY97" fmla="*/ 439859 h 1203824"/>
              <a:gd name="connsiteX98" fmla="*/ 2331129 w 12192000"/>
              <a:gd name="connsiteY98" fmla="*/ 524163 h 1203824"/>
              <a:gd name="connsiteX99" fmla="*/ 2385112 w 12192000"/>
              <a:gd name="connsiteY99" fmla="*/ 555357 h 1203824"/>
              <a:gd name="connsiteX100" fmla="*/ 2444033 w 12192000"/>
              <a:gd name="connsiteY100" fmla="*/ 572629 h 1203824"/>
              <a:gd name="connsiteX101" fmla="*/ 2525979 w 12192000"/>
              <a:gd name="connsiteY101" fmla="*/ 603233 h 1203824"/>
              <a:gd name="connsiteX102" fmla="*/ 2603911 w 12192000"/>
              <a:gd name="connsiteY102" fmla="*/ 684825 h 1203824"/>
              <a:gd name="connsiteX103" fmla="*/ 2678828 w 12192000"/>
              <a:gd name="connsiteY103" fmla="*/ 706990 h 1203824"/>
              <a:gd name="connsiteX104" fmla="*/ 2738094 w 12192000"/>
              <a:gd name="connsiteY104" fmla="*/ 711376 h 1203824"/>
              <a:gd name="connsiteX105" fmla="*/ 2983806 w 12192000"/>
              <a:gd name="connsiteY105" fmla="*/ 728243 h 1203824"/>
              <a:gd name="connsiteX106" fmla="*/ 3013997 w 12192000"/>
              <a:gd name="connsiteY106" fmla="*/ 725446 h 1203824"/>
              <a:gd name="connsiteX107" fmla="*/ 3364419 w 12192000"/>
              <a:gd name="connsiteY107" fmla="*/ 720577 h 1203824"/>
              <a:gd name="connsiteX108" fmla="*/ 3460521 w 12192000"/>
              <a:gd name="connsiteY108" fmla="*/ 717628 h 1203824"/>
              <a:gd name="connsiteX109" fmla="*/ 3710982 w 12192000"/>
              <a:gd name="connsiteY109" fmla="*/ 714182 h 1203824"/>
              <a:gd name="connsiteX110" fmla="*/ 3850961 w 12192000"/>
              <a:gd name="connsiteY110" fmla="*/ 778802 h 1203824"/>
              <a:gd name="connsiteX111" fmla="*/ 3946286 w 12192000"/>
              <a:gd name="connsiteY111" fmla="*/ 816372 h 1203824"/>
              <a:gd name="connsiteX112" fmla="*/ 4065132 w 12192000"/>
              <a:gd name="connsiteY112" fmla="*/ 832459 h 1203824"/>
              <a:gd name="connsiteX113" fmla="*/ 4132173 w 12192000"/>
              <a:gd name="connsiteY113" fmla="*/ 835167 h 1203824"/>
              <a:gd name="connsiteX114" fmla="*/ 4305858 w 12192000"/>
              <a:gd name="connsiteY114" fmla="*/ 804156 h 1203824"/>
              <a:gd name="connsiteX115" fmla="*/ 4382131 w 12192000"/>
              <a:gd name="connsiteY115" fmla="*/ 769481 h 1203824"/>
              <a:gd name="connsiteX116" fmla="*/ 4453289 w 12192000"/>
              <a:gd name="connsiteY116" fmla="*/ 752531 h 1203824"/>
              <a:gd name="connsiteX117" fmla="*/ 4657971 w 12192000"/>
              <a:gd name="connsiteY117" fmla="*/ 795835 h 1203824"/>
              <a:gd name="connsiteX118" fmla="*/ 4682399 w 12192000"/>
              <a:gd name="connsiteY118" fmla="*/ 813876 h 1203824"/>
              <a:gd name="connsiteX119" fmla="*/ 4771814 w 12192000"/>
              <a:gd name="connsiteY119" fmla="*/ 907046 h 1203824"/>
              <a:gd name="connsiteX120" fmla="*/ 4827520 w 12192000"/>
              <a:gd name="connsiteY120" fmla="*/ 929876 h 1203824"/>
              <a:gd name="connsiteX121" fmla="*/ 4849942 w 12192000"/>
              <a:gd name="connsiteY121" fmla="*/ 933851 h 1203824"/>
              <a:gd name="connsiteX122" fmla="*/ 5009626 w 12192000"/>
              <a:gd name="connsiteY122" fmla="*/ 957896 h 1203824"/>
              <a:gd name="connsiteX123" fmla="*/ 5158711 w 12192000"/>
              <a:gd name="connsiteY123" fmla="*/ 963814 h 1203824"/>
              <a:gd name="connsiteX124" fmla="*/ 5376427 w 12192000"/>
              <a:gd name="connsiteY124" fmla="*/ 963151 h 1203824"/>
              <a:gd name="connsiteX125" fmla="*/ 5475787 w 12192000"/>
              <a:gd name="connsiteY125" fmla="*/ 980508 h 1203824"/>
              <a:gd name="connsiteX126" fmla="*/ 5653401 w 12192000"/>
              <a:gd name="connsiteY126" fmla="*/ 987268 h 1203824"/>
              <a:gd name="connsiteX127" fmla="*/ 5726340 w 12192000"/>
              <a:gd name="connsiteY127" fmla="*/ 985357 h 1203824"/>
              <a:gd name="connsiteX128" fmla="*/ 5790563 w 12192000"/>
              <a:gd name="connsiteY128" fmla="*/ 991300 h 1203824"/>
              <a:gd name="connsiteX129" fmla="*/ 5860260 w 12192000"/>
              <a:gd name="connsiteY129" fmla="*/ 1004958 h 1203824"/>
              <a:gd name="connsiteX130" fmla="*/ 6042101 w 12192000"/>
              <a:gd name="connsiteY130" fmla="*/ 1036226 h 1203824"/>
              <a:gd name="connsiteX131" fmla="*/ 6301998 w 12192000"/>
              <a:gd name="connsiteY131" fmla="*/ 989138 h 1203824"/>
              <a:gd name="connsiteX132" fmla="*/ 6452025 w 12192000"/>
              <a:gd name="connsiteY132" fmla="*/ 968489 h 1203824"/>
              <a:gd name="connsiteX133" fmla="*/ 6589205 w 12192000"/>
              <a:gd name="connsiteY133" fmla="*/ 939474 h 1203824"/>
              <a:gd name="connsiteX134" fmla="*/ 6631069 w 12192000"/>
              <a:gd name="connsiteY134" fmla="*/ 911222 h 1203824"/>
              <a:gd name="connsiteX135" fmla="*/ 6828274 w 12192000"/>
              <a:gd name="connsiteY135" fmla="*/ 942941 h 1203824"/>
              <a:gd name="connsiteX136" fmla="*/ 6900803 w 12192000"/>
              <a:gd name="connsiteY136" fmla="*/ 984140 h 1203824"/>
              <a:gd name="connsiteX137" fmla="*/ 7034668 w 12192000"/>
              <a:gd name="connsiteY137" fmla="*/ 1018665 h 1203824"/>
              <a:gd name="connsiteX138" fmla="*/ 7281067 w 12192000"/>
              <a:gd name="connsiteY138" fmla="*/ 966327 h 1203824"/>
              <a:gd name="connsiteX139" fmla="*/ 7412780 w 12192000"/>
              <a:gd name="connsiteY139" fmla="*/ 909206 h 1203824"/>
              <a:gd name="connsiteX140" fmla="*/ 7500327 w 12192000"/>
              <a:gd name="connsiteY140" fmla="*/ 894826 h 1203824"/>
              <a:gd name="connsiteX141" fmla="*/ 7662324 w 12192000"/>
              <a:gd name="connsiteY141" fmla="*/ 927415 h 1203824"/>
              <a:gd name="connsiteX142" fmla="*/ 7725334 w 12192000"/>
              <a:gd name="connsiteY142" fmla="*/ 924844 h 1203824"/>
              <a:gd name="connsiteX143" fmla="*/ 7833279 w 12192000"/>
              <a:gd name="connsiteY143" fmla="*/ 913031 h 1203824"/>
              <a:gd name="connsiteX144" fmla="*/ 7928605 w 12192000"/>
              <a:gd name="connsiteY144" fmla="*/ 881683 h 1203824"/>
              <a:gd name="connsiteX145" fmla="*/ 8146597 w 12192000"/>
              <a:gd name="connsiteY145" fmla="*/ 762968 h 1203824"/>
              <a:gd name="connsiteX146" fmla="*/ 8183577 w 12192000"/>
              <a:gd name="connsiteY146" fmla="*/ 749005 h 1203824"/>
              <a:gd name="connsiteX147" fmla="*/ 8250224 w 12192000"/>
              <a:gd name="connsiteY147" fmla="*/ 733642 h 1203824"/>
              <a:gd name="connsiteX148" fmla="*/ 8505929 w 12192000"/>
              <a:gd name="connsiteY148" fmla="*/ 626542 h 1203824"/>
              <a:gd name="connsiteX149" fmla="*/ 8564194 w 12192000"/>
              <a:gd name="connsiteY149" fmla="*/ 618796 h 1203824"/>
              <a:gd name="connsiteX150" fmla="*/ 8660705 w 12192000"/>
              <a:gd name="connsiteY150" fmla="*/ 611069 h 1203824"/>
              <a:gd name="connsiteX151" fmla="*/ 8762255 w 12192000"/>
              <a:gd name="connsiteY151" fmla="*/ 585060 h 1203824"/>
              <a:gd name="connsiteX152" fmla="*/ 8836439 w 12192000"/>
              <a:gd name="connsiteY152" fmla="*/ 566358 h 1203824"/>
              <a:gd name="connsiteX153" fmla="*/ 9050728 w 12192000"/>
              <a:gd name="connsiteY153" fmla="*/ 559575 h 1203824"/>
              <a:gd name="connsiteX154" fmla="*/ 9229627 w 12192000"/>
              <a:gd name="connsiteY154" fmla="*/ 557464 h 1203824"/>
              <a:gd name="connsiteX155" fmla="*/ 9253451 w 12192000"/>
              <a:gd name="connsiteY155" fmla="*/ 550855 h 1203824"/>
              <a:gd name="connsiteX156" fmla="*/ 9484214 w 12192000"/>
              <a:gd name="connsiteY156" fmla="*/ 498671 h 1203824"/>
              <a:gd name="connsiteX157" fmla="*/ 9582633 w 12192000"/>
              <a:gd name="connsiteY157" fmla="*/ 458384 h 1203824"/>
              <a:gd name="connsiteX158" fmla="*/ 9719670 w 12192000"/>
              <a:gd name="connsiteY158" fmla="*/ 415607 h 1203824"/>
              <a:gd name="connsiteX159" fmla="*/ 9871784 w 12192000"/>
              <a:gd name="connsiteY159" fmla="*/ 366147 h 1203824"/>
              <a:gd name="connsiteX160" fmla="*/ 9984494 w 12192000"/>
              <a:gd name="connsiteY160" fmla="*/ 336660 h 1203824"/>
              <a:gd name="connsiteX161" fmla="*/ 10154708 w 12192000"/>
              <a:gd name="connsiteY161" fmla="*/ 322193 h 1203824"/>
              <a:gd name="connsiteX162" fmla="*/ 10190446 w 12192000"/>
              <a:gd name="connsiteY162" fmla="*/ 325025 h 1203824"/>
              <a:gd name="connsiteX163" fmla="*/ 10530736 w 12192000"/>
              <a:gd name="connsiteY163" fmla="*/ 335953 h 1203824"/>
              <a:gd name="connsiteX164" fmla="*/ 10752157 w 12192000"/>
              <a:gd name="connsiteY164" fmla="*/ 305117 h 1203824"/>
              <a:gd name="connsiteX165" fmla="*/ 10824452 w 12192000"/>
              <a:gd name="connsiteY165" fmla="*/ 285927 h 1203824"/>
              <a:gd name="connsiteX166" fmla="*/ 10953152 w 12192000"/>
              <a:gd name="connsiteY166" fmla="*/ 228102 h 1203824"/>
              <a:gd name="connsiteX167" fmla="*/ 11011614 w 12192000"/>
              <a:gd name="connsiteY167" fmla="*/ 214096 h 1203824"/>
              <a:gd name="connsiteX168" fmla="*/ 11116031 w 12192000"/>
              <a:gd name="connsiteY168" fmla="*/ 195421 h 1203824"/>
              <a:gd name="connsiteX169" fmla="*/ 11344303 w 12192000"/>
              <a:gd name="connsiteY169" fmla="*/ 166629 h 1203824"/>
              <a:gd name="connsiteX170" fmla="*/ 11639050 w 12192000"/>
              <a:gd name="connsiteY170" fmla="*/ 108526 h 1203824"/>
              <a:gd name="connsiteX171" fmla="*/ 11757532 w 12192000"/>
              <a:gd name="connsiteY171" fmla="*/ 96530 h 1203824"/>
              <a:gd name="connsiteX172" fmla="*/ 11885799 w 12192000"/>
              <a:gd name="connsiteY172" fmla="*/ 86728 h 1203824"/>
              <a:gd name="connsiteX173" fmla="*/ 11922874 w 12192000"/>
              <a:gd name="connsiteY173" fmla="*/ 81060 h 1203824"/>
              <a:gd name="connsiteX174" fmla="*/ 12115331 w 12192000"/>
              <a:gd name="connsiteY174" fmla="*/ 33587 h 1203824"/>
              <a:gd name="connsiteX175" fmla="*/ 12158080 w 12192000"/>
              <a:gd name="connsiteY175" fmla="*/ 14081 h 120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1203824">
                <a:moveTo>
                  <a:pt x="12192000" y="0"/>
                </a:moveTo>
                <a:lnTo>
                  <a:pt x="12192000" y="463429"/>
                </a:lnTo>
                <a:lnTo>
                  <a:pt x="12190876" y="463512"/>
                </a:lnTo>
                <a:cubicBezTo>
                  <a:pt x="12153133" y="467010"/>
                  <a:pt x="12115042" y="473200"/>
                  <a:pt x="12077245" y="476327"/>
                </a:cubicBezTo>
                <a:cubicBezTo>
                  <a:pt x="12046307" y="479040"/>
                  <a:pt x="12015359" y="479114"/>
                  <a:pt x="11984517" y="479927"/>
                </a:cubicBezTo>
                <a:cubicBezTo>
                  <a:pt x="11973265" y="480210"/>
                  <a:pt x="11961485" y="476792"/>
                  <a:pt x="11951600" y="478957"/>
                </a:cubicBezTo>
                <a:cubicBezTo>
                  <a:pt x="11853497" y="501074"/>
                  <a:pt x="11777036" y="475730"/>
                  <a:pt x="11690904" y="471970"/>
                </a:cubicBezTo>
                <a:cubicBezTo>
                  <a:pt x="11600358" y="467893"/>
                  <a:pt x="11511400" y="454530"/>
                  <a:pt x="11413965" y="476172"/>
                </a:cubicBezTo>
                <a:cubicBezTo>
                  <a:pt x="11355010" y="489304"/>
                  <a:pt x="11299073" y="508237"/>
                  <a:pt x="11240739" y="523169"/>
                </a:cubicBezTo>
                <a:cubicBezTo>
                  <a:pt x="11219994" y="528395"/>
                  <a:pt x="11196384" y="531385"/>
                  <a:pt x="11175005" y="532169"/>
                </a:cubicBezTo>
                <a:cubicBezTo>
                  <a:pt x="11071819" y="536506"/>
                  <a:pt x="10971303" y="549336"/>
                  <a:pt x="10873726" y="580253"/>
                </a:cubicBezTo>
                <a:cubicBezTo>
                  <a:pt x="10856992" y="585473"/>
                  <a:pt x="10839156" y="590660"/>
                  <a:pt x="10821306" y="593207"/>
                </a:cubicBezTo>
                <a:cubicBezTo>
                  <a:pt x="10723500" y="607162"/>
                  <a:pt x="10626924" y="616976"/>
                  <a:pt x="10530811" y="612184"/>
                </a:cubicBezTo>
                <a:cubicBezTo>
                  <a:pt x="10498527" y="610559"/>
                  <a:pt x="10460885" y="619895"/>
                  <a:pt x="10426049" y="623354"/>
                </a:cubicBezTo>
                <a:cubicBezTo>
                  <a:pt x="10393740" y="626644"/>
                  <a:pt x="10360820" y="630774"/>
                  <a:pt x="10329156" y="630948"/>
                </a:cubicBezTo>
                <a:cubicBezTo>
                  <a:pt x="10282924" y="631125"/>
                  <a:pt x="10240698" y="636395"/>
                  <a:pt x="10194727" y="648617"/>
                </a:cubicBezTo>
                <a:cubicBezTo>
                  <a:pt x="10150847" y="660165"/>
                  <a:pt x="10102287" y="664450"/>
                  <a:pt x="10055906" y="671256"/>
                </a:cubicBezTo>
                <a:cubicBezTo>
                  <a:pt x="10004174" y="678826"/>
                  <a:pt x="9952442" y="686395"/>
                  <a:pt x="9900551" y="692855"/>
                </a:cubicBezTo>
                <a:cubicBezTo>
                  <a:pt x="9879793" y="695439"/>
                  <a:pt x="9855180" y="691398"/>
                  <a:pt x="9838464" y="696804"/>
                </a:cubicBezTo>
                <a:cubicBezTo>
                  <a:pt x="9784563" y="714690"/>
                  <a:pt x="9727517" y="710557"/>
                  <a:pt x="9672957" y="723816"/>
                </a:cubicBezTo>
                <a:cubicBezTo>
                  <a:pt x="9646220" y="730464"/>
                  <a:pt x="9614440" y="727257"/>
                  <a:pt x="9585066" y="730692"/>
                </a:cubicBezTo>
                <a:cubicBezTo>
                  <a:pt x="9537047" y="736221"/>
                  <a:pt x="9489294" y="743601"/>
                  <a:pt x="9441407" y="750055"/>
                </a:cubicBezTo>
                <a:cubicBezTo>
                  <a:pt x="9425674" y="752111"/>
                  <a:pt x="9410218" y="753561"/>
                  <a:pt x="9394459" y="755431"/>
                </a:cubicBezTo>
                <a:cubicBezTo>
                  <a:pt x="9380484" y="757048"/>
                  <a:pt x="9365611" y="757472"/>
                  <a:pt x="9352590" y="760650"/>
                </a:cubicBezTo>
                <a:cubicBezTo>
                  <a:pt x="9305415" y="772102"/>
                  <a:pt x="9259379" y="786411"/>
                  <a:pt x="9211614" y="796248"/>
                </a:cubicBezTo>
                <a:cubicBezTo>
                  <a:pt x="9170220" y="804796"/>
                  <a:pt x="9126523" y="807444"/>
                  <a:pt x="9084667" y="815303"/>
                </a:cubicBezTo>
                <a:cubicBezTo>
                  <a:pt x="9010868" y="829042"/>
                  <a:pt x="8937412" y="845188"/>
                  <a:pt x="8863666" y="859298"/>
                </a:cubicBezTo>
                <a:cubicBezTo>
                  <a:pt x="8847706" y="862330"/>
                  <a:pt x="8830271" y="860096"/>
                  <a:pt x="8813796" y="862070"/>
                </a:cubicBezTo>
                <a:cubicBezTo>
                  <a:pt x="8762262" y="868479"/>
                  <a:pt x="8710833" y="875626"/>
                  <a:pt x="8659351" y="882406"/>
                </a:cubicBezTo>
                <a:cubicBezTo>
                  <a:pt x="8630055" y="886396"/>
                  <a:pt x="8600505" y="891179"/>
                  <a:pt x="8571352" y="893639"/>
                </a:cubicBezTo>
                <a:cubicBezTo>
                  <a:pt x="8532843" y="896868"/>
                  <a:pt x="8497743" y="898476"/>
                  <a:pt x="8464106" y="918004"/>
                </a:cubicBezTo>
                <a:cubicBezTo>
                  <a:pt x="8412327" y="948238"/>
                  <a:pt x="8341122" y="949523"/>
                  <a:pt x="8278324" y="963769"/>
                </a:cubicBezTo>
                <a:cubicBezTo>
                  <a:pt x="8262086" y="967408"/>
                  <a:pt x="8245335" y="969987"/>
                  <a:pt x="8229128" y="973810"/>
                </a:cubicBezTo>
                <a:cubicBezTo>
                  <a:pt x="8199180" y="980915"/>
                  <a:pt x="8169646" y="988338"/>
                  <a:pt x="8139751" y="995815"/>
                </a:cubicBezTo>
                <a:cubicBezTo>
                  <a:pt x="8134478" y="997132"/>
                  <a:pt x="8128438" y="998185"/>
                  <a:pt x="8123571" y="999822"/>
                </a:cubicBezTo>
                <a:cubicBezTo>
                  <a:pt x="8078628" y="1014164"/>
                  <a:pt x="8034565" y="1029514"/>
                  <a:pt x="7988699" y="1042479"/>
                </a:cubicBezTo>
                <a:cubicBezTo>
                  <a:pt x="7966302" y="1048884"/>
                  <a:pt x="7941011" y="1052871"/>
                  <a:pt x="7917214" y="1054565"/>
                </a:cubicBezTo>
                <a:cubicBezTo>
                  <a:pt x="7847636" y="1059584"/>
                  <a:pt x="7779165" y="1067276"/>
                  <a:pt x="7710915" y="1084190"/>
                </a:cubicBezTo>
                <a:cubicBezTo>
                  <a:pt x="7683826" y="1090885"/>
                  <a:pt x="7652466" y="1090640"/>
                  <a:pt x="7622959" y="1093150"/>
                </a:cubicBezTo>
                <a:cubicBezTo>
                  <a:pt x="7552361" y="1098691"/>
                  <a:pt x="7481710" y="1103861"/>
                  <a:pt x="7410782" y="1109640"/>
                </a:cubicBezTo>
                <a:cubicBezTo>
                  <a:pt x="7366505" y="1113312"/>
                  <a:pt x="7322030" y="1118147"/>
                  <a:pt x="7277754" y="1121822"/>
                </a:cubicBezTo>
                <a:cubicBezTo>
                  <a:pt x="7226619" y="1125906"/>
                  <a:pt x="7175601" y="1128277"/>
                  <a:pt x="7124540" y="1132918"/>
                </a:cubicBezTo>
                <a:cubicBezTo>
                  <a:pt x="7066293" y="1138207"/>
                  <a:pt x="7008028" y="1145955"/>
                  <a:pt x="6949752" y="1151058"/>
                </a:cubicBezTo>
                <a:cubicBezTo>
                  <a:pt x="6843217" y="1160027"/>
                  <a:pt x="6736882" y="1167834"/>
                  <a:pt x="6630249" y="1176063"/>
                </a:cubicBezTo>
                <a:cubicBezTo>
                  <a:pt x="6526849" y="1184018"/>
                  <a:pt x="6423556" y="1192713"/>
                  <a:pt x="6320634" y="1198901"/>
                </a:cubicBezTo>
                <a:cubicBezTo>
                  <a:pt x="6277297" y="1201496"/>
                  <a:pt x="6235232" y="1197679"/>
                  <a:pt x="6192343" y="1198323"/>
                </a:cubicBezTo>
                <a:cubicBezTo>
                  <a:pt x="6117131" y="1199612"/>
                  <a:pt x="6041418" y="1202485"/>
                  <a:pt x="5966562" y="1203723"/>
                </a:cubicBezTo>
                <a:cubicBezTo>
                  <a:pt x="5933144" y="1204338"/>
                  <a:pt x="5900754" y="1201974"/>
                  <a:pt x="5867227" y="1201847"/>
                </a:cubicBezTo>
                <a:cubicBezTo>
                  <a:pt x="5788180" y="1201796"/>
                  <a:pt x="5708354" y="1203933"/>
                  <a:pt x="5630172" y="1202248"/>
                </a:cubicBezTo>
                <a:cubicBezTo>
                  <a:pt x="5535908" y="1200213"/>
                  <a:pt x="5442984" y="1194779"/>
                  <a:pt x="5348949" y="1191768"/>
                </a:cubicBezTo>
                <a:cubicBezTo>
                  <a:pt x="5313810" y="1190551"/>
                  <a:pt x="5277251" y="1192179"/>
                  <a:pt x="5241228" y="1192408"/>
                </a:cubicBezTo>
                <a:cubicBezTo>
                  <a:pt x="5151316" y="1192775"/>
                  <a:pt x="5061657" y="1192349"/>
                  <a:pt x="4971133" y="1193559"/>
                </a:cubicBezTo>
                <a:cubicBezTo>
                  <a:pt x="4937685" y="1193988"/>
                  <a:pt x="4903114" y="1199299"/>
                  <a:pt x="4869416" y="1200519"/>
                </a:cubicBezTo>
                <a:cubicBezTo>
                  <a:pt x="4830283" y="1201947"/>
                  <a:pt x="4791348" y="1202215"/>
                  <a:pt x="4753274" y="1200850"/>
                </a:cubicBezTo>
                <a:cubicBezTo>
                  <a:pt x="4705682" y="1199144"/>
                  <a:pt x="4659172" y="1194829"/>
                  <a:pt x="4611883" y="1192701"/>
                </a:cubicBezTo>
                <a:cubicBezTo>
                  <a:pt x="4533819" y="1189298"/>
                  <a:pt x="4455420" y="1186135"/>
                  <a:pt x="4376825" y="1184131"/>
                </a:cubicBezTo>
                <a:cubicBezTo>
                  <a:pt x="4347226" y="1183446"/>
                  <a:pt x="4315374" y="1187423"/>
                  <a:pt x="4285471" y="1187158"/>
                </a:cubicBezTo>
                <a:cubicBezTo>
                  <a:pt x="4145774" y="1185753"/>
                  <a:pt x="4006046" y="1184162"/>
                  <a:pt x="3866543" y="1181596"/>
                </a:cubicBezTo>
                <a:cubicBezTo>
                  <a:pt x="3794230" y="1180207"/>
                  <a:pt x="3723633" y="1175551"/>
                  <a:pt x="3651342" y="1174348"/>
                </a:cubicBezTo>
                <a:cubicBezTo>
                  <a:pt x="3607885" y="1173562"/>
                  <a:pt x="3561907" y="1178044"/>
                  <a:pt x="3518453" y="1177258"/>
                </a:cubicBezTo>
                <a:cubicBezTo>
                  <a:pt x="3478287" y="1176568"/>
                  <a:pt x="3440399" y="1171400"/>
                  <a:pt x="3400818" y="1169685"/>
                </a:cubicBezTo>
                <a:cubicBezTo>
                  <a:pt x="3279824" y="1164099"/>
                  <a:pt x="3157310" y="1160621"/>
                  <a:pt x="3037154" y="1153217"/>
                </a:cubicBezTo>
                <a:cubicBezTo>
                  <a:pt x="2978373" y="1149708"/>
                  <a:pt x="2922429" y="1140508"/>
                  <a:pt x="2866260" y="1132283"/>
                </a:cubicBezTo>
                <a:cubicBezTo>
                  <a:pt x="2771049" y="1118489"/>
                  <a:pt x="2677107" y="1103380"/>
                  <a:pt x="2582173" y="1088979"/>
                </a:cubicBezTo>
                <a:cubicBezTo>
                  <a:pt x="2511090" y="1078352"/>
                  <a:pt x="2447356" y="1063086"/>
                  <a:pt x="2395406" y="1035945"/>
                </a:cubicBezTo>
                <a:cubicBezTo>
                  <a:pt x="2371411" y="1023508"/>
                  <a:pt x="2331675" y="1015582"/>
                  <a:pt x="2294751" y="1014618"/>
                </a:cubicBezTo>
                <a:cubicBezTo>
                  <a:pt x="2228580" y="1012920"/>
                  <a:pt x="2177384" y="998698"/>
                  <a:pt x="2122944" y="984751"/>
                </a:cubicBezTo>
                <a:cubicBezTo>
                  <a:pt x="2054121" y="967003"/>
                  <a:pt x="1981585" y="951294"/>
                  <a:pt x="1905504" y="941380"/>
                </a:cubicBezTo>
                <a:cubicBezTo>
                  <a:pt x="1830544" y="931682"/>
                  <a:pt x="1747929" y="932141"/>
                  <a:pt x="1671045" y="924228"/>
                </a:cubicBezTo>
                <a:cubicBezTo>
                  <a:pt x="1625936" y="919523"/>
                  <a:pt x="1585613" y="907528"/>
                  <a:pt x="1543856" y="898190"/>
                </a:cubicBezTo>
                <a:cubicBezTo>
                  <a:pt x="1502093" y="888855"/>
                  <a:pt x="1460606" y="878913"/>
                  <a:pt x="1419784" y="868500"/>
                </a:cubicBezTo>
                <a:cubicBezTo>
                  <a:pt x="1397486" y="862806"/>
                  <a:pt x="1378078" y="854435"/>
                  <a:pt x="1355116" y="849214"/>
                </a:cubicBezTo>
                <a:cubicBezTo>
                  <a:pt x="1311848" y="839527"/>
                  <a:pt x="1265353" y="832754"/>
                  <a:pt x="1223713" y="821702"/>
                </a:cubicBezTo>
                <a:cubicBezTo>
                  <a:pt x="1183577" y="811001"/>
                  <a:pt x="1138864" y="809072"/>
                  <a:pt x="1094193" y="804872"/>
                </a:cubicBezTo>
                <a:cubicBezTo>
                  <a:pt x="1060244" y="801784"/>
                  <a:pt x="1034230" y="787936"/>
                  <a:pt x="1001115" y="783030"/>
                </a:cubicBezTo>
                <a:cubicBezTo>
                  <a:pt x="953853" y="775990"/>
                  <a:pt x="916853" y="764276"/>
                  <a:pt x="879548" y="747884"/>
                </a:cubicBezTo>
                <a:cubicBezTo>
                  <a:pt x="837586" y="729513"/>
                  <a:pt x="770061" y="725929"/>
                  <a:pt x="711163" y="719039"/>
                </a:cubicBezTo>
                <a:cubicBezTo>
                  <a:pt x="661152" y="713146"/>
                  <a:pt x="604343" y="715774"/>
                  <a:pt x="557941" y="707101"/>
                </a:cubicBezTo>
                <a:cubicBezTo>
                  <a:pt x="525381" y="700984"/>
                  <a:pt x="499355" y="684493"/>
                  <a:pt x="480347" y="668702"/>
                </a:cubicBezTo>
                <a:cubicBezTo>
                  <a:pt x="437718" y="632865"/>
                  <a:pt x="370204" y="616630"/>
                  <a:pt x="296224" y="603583"/>
                </a:cubicBezTo>
                <a:cubicBezTo>
                  <a:pt x="220741" y="590184"/>
                  <a:pt x="148480" y="573869"/>
                  <a:pt x="72689" y="560892"/>
                </a:cubicBezTo>
                <a:lnTo>
                  <a:pt x="0" y="543486"/>
                </a:lnTo>
                <a:lnTo>
                  <a:pt x="0" y="384357"/>
                </a:lnTo>
                <a:lnTo>
                  <a:pt x="51784" y="393937"/>
                </a:lnTo>
                <a:cubicBezTo>
                  <a:pt x="104770" y="397707"/>
                  <a:pt x="153378" y="409086"/>
                  <a:pt x="205561" y="414859"/>
                </a:cubicBezTo>
                <a:cubicBezTo>
                  <a:pt x="254062" y="420400"/>
                  <a:pt x="305001" y="422574"/>
                  <a:pt x="354391" y="426667"/>
                </a:cubicBezTo>
                <a:cubicBezTo>
                  <a:pt x="386450" y="429269"/>
                  <a:pt x="420771" y="429847"/>
                  <a:pt x="448281" y="436308"/>
                </a:cubicBezTo>
                <a:cubicBezTo>
                  <a:pt x="499904" y="448391"/>
                  <a:pt x="551004" y="446576"/>
                  <a:pt x="611518" y="434166"/>
                </a:cubicBezTo>
                <a:cubicBezTo>
                  <a:pt x="654695" y="425361"/>
                  <a:pt x="702395" y="422710"/>
                  <a:pt x="746076" y="422520"/>
                </a:cubicBezTo>
                <a:cubicBezTo>
                  <a:pt x="798481" y="422218"/>
                  <a:pt x="848400" y="419817"/>
                  <a:pt x="902724" y="409989"/>
                </a:cubicBezTo>
                <a:cubicBezTo>
                  <a:pt x="977291" y="396518"/>
                  <a:pt x="1048428" y="397321"/>
                  <a:pt x="1113854" y="414230"/>
                </a:cubicBezTo>
                <a:cubicBezTo>
                  <a:pt x="1184155" y="432145"/>
                  <a:pt x="1258677" y="446437"/>
                  <a:pt x="1333449" y="459938"/>
                </a:cubicBezTo>
                <a:cubicBezTo>
                  <a:pt x="1354772" y="463883"/>
                  <a:pt x="1385284" y="463304"/>
                  <a:pt x="1408608" y="458278"/>
                </a:cubicBezTo>
                <a:cubicBezTo>
                  <a:pt x="1483492" y="441930"/>
                  <a:pt x="1561495" y="427025"/>
                  <a:pt x="1630191" y="403061"/>
                </a:cubicBezTo>
                <a:cubicBezTo>
                  <a:pt x="1735315" y="366348"/>
                  <a:pt x="1840887" y="337881"/>
                  <a:pt x="1956289" y="332366"/>
                </a:cubicBezTo>
                <a:cubicBezTo>
                  <a:pt x="1986669" y="330865"/>
                  <a:pt x="2019100" y="336056"/>
                  <a:pt x="2042814" y="344002"/>
                </a:cubicBezTo>
                <a:cubicBezTo>
                  <a:pt x="2085261" y="358150"/>
                  <a:pt x="2126350" y="370413"/>
                  <a:pt x="2183420" y="369635"/>
                </a:cubicBezTo>
                <a:cubicBezTo>
                  <a:pt x="2235035" y="368879"/>
                  <a:pt x="2279659" y="405942"/>
                  <a:pt x="2269566" y="439859"/>
                </a:cubicBezTo>
                <a:cubicBezTo>
                  <a:pt x="2258267" y="478101"/>
                  <a:pt x="2277762" y="504964"/>
                  <a:pt x="2331129" y="524163"/>
                </a:cubicBezTo>
                <a:cubicBezTo>
                  <a:pt x="2352980" y="531807"/>
                  <a:pt x="2364861" y="546162"/>
                  <a:pt x="2385112" y="555357"/>
                </a:cubicBezTo>
                <a:cubicBezTo>
                  <a:pt x="2401860" y="562976"/>
                  <a:pt x="2421927" y="570875"/>
                  <a:pt x="2444033" y="572629"/>
                </a:cubicBezTo>
                <a:cubicBezTo>
                  <a:pt x="2483469" y="575878"/>
                  <a:pt x="2509763" y="584022"/>
                  <a:pt x="2525979" y="603233"/>
                </a:cubicBezTo>
                <a:cubicBezTo>
                  <a:pt x="2549282" y="631254"/>
                  <a:pt x="2578520" y="657481"/>
                  <a:pt x="2603911" y="684825"/>
                </a:cubicBezTo>
                <a:cubicBezTo>
                  <a:pt x="2618910" y="700624"/>
                  <a:pt x="2643515" y="707120"/>
                  <a:pt x="2678828" y="706990"/>
                </a:cubicBezTo>
                <a:cubicBezTo>
                  <a:pt x="2699243" y="707100"/>
                  <a:pt x="2725615" y="705603"/>
                  <a:pt x="2738094" y="711376"/>
                </a:cubicBezTo>
                <a:cubicBezTo>
                  <a:pt x="2805960" y="742855"/>
                  <a:pt x="2895980" y="733032"/>
                  <a:pt x="2983806" y="728243"/>
                </a:cubicBezTo>
                <a:cubicBezTo>
                  <a:pt x="2993929" y="727744"/>
                  <a:pt x="3004007" y="726871"/>
                  <a:pt x="3013997" y="725446"/>
                </a:cubicBezTo>
                <a:cubicBezTo>
                  <a:pt x="3136002" y="707474"/>
                  <a:pt x="3250133" y="713470"/>
                  <a:pt x="3364419" y="720577"/>
                </a:cubicBezTo>
                <a:cubicBezTo>
                  <a:pt x="3394563" y="722507"/>
                  <a:pt x="3428050" y="719807"/>
                  <a:pt x="3460521" y="717628"/>
                </a:cubicBezTo>
                <a:cubicBezTo>
                  <a:pt x="3545330" y="712137"/>
                  <a:pt x="3633314" y="698262"/>
                  <a:pt x="3710982" y="714182"/>
                </a:cubicBezTo>
                <a:cubicBezTo>
                  <a:pt x="3772122" y="726607"/>
                  <a:pt x="3825029" y="745116"/>
                  <a:pt x="3850961" y="778802"/>
                </a:cubicBezTo>
                <a:cubicBezTo>
                  <a:pt x="3868395" y="801427"/>
                  <a:pt x="3898481" y="813185"/>
                  <a:pt x="3946286" y="816372"/>
                </a:cubicBezTo>
                <a:cubicBezTo>
                  <a:pt x="3987480" y="819179"/>
                  <a:pt x="4025130" y="827781"/>
                  <a:pt x="4065132" y="832459"/>
                </a:cubicBezTo>
                <a:cubicBezTo>
                  <a:pt x="4086246" y="834922"/>
                  <a:pt x="4110400" y="838274"/>
                  <a:pt x="4132173" y="835167"/>
                </a:cubicBezTo>
                <a:cubicBezTo>
                  <a:pt x="4190358" y="826865"/>
                  <a:pt x="4249453" y="817300"/>
                  <a:pt x="4305858" y="804156"/>
                </a:cubicBezTo>
                <a:cubicBezTo>
                  <a:pt x="4334041" y="797490"/>
                  <a:pt x="4360739" y="782919"/>
                  <a:pt x="4382131" y="769481"/>
                </a:cubicBezTo>
                <a:cubicBezTo>
                  <a:pt x="4404161" y="755388"/>
                  <a:pt x="4425552" y="747047"/>
                  <a:pt x="4453289" y="752531"/>
                </a:cubicBezTo>
                <a:cubicBezTo>
                  <a:pt x="4522267" y="766292"/>
                  <a:pt x="4590589" y="780524"/>
                  <a:pt x="4657971" y="795835"/>
                </a:cubicBezTo>
                <a:cubicBezTo>
                  <a:pt x="4669645" y="798513"/>
                  <a:pt x="4675987" y="807238"/>
                  <a:pt x="4682399" y="813876"/>
                </a:cubicBezTo>
                <a:cubicBezTo>
                  <a:pt x="4712325" y="844914"/>
                  <a:pt x="4739115" y="876968"/>
                  <a:pt x="4771814" y="907046"/>
                </a:cubicBezTo>
                <a:cubicBezTo>
                  <a:pt x="4783117" y="917329"/>
                  <a:pt x="4807945" y="922850"/>
                  <a:pt x="4827520" y="929876"/>
                </a:cubicBezTo>
                <a:cubicBezTo>
                  <a:pt x="4833681" y="932206"/>
                  <a:pt x="4845543" y="931081"/>
                  <a:pt x="4849942" y="933851"/>
                </a:cubicBezTo>
                <a:cubicBezTo>
                  <a:pt x="4888949" y="959631"/>
                  <a:pt x="4951287" y="954890"/>
                  <a:pt x="5009626" y="957896"/>
                </a:cubicBezTo>
                <a:cubicBezTo>
                  <a:pt x="5059523" y="960407"/>
                  <a:pt x="5111928" y="960104"/>
                  <a:pt x="5158711" y="963814"/>
                </a:cubicBezTo>
                <a:cubicBezTo>
                  <a:pt x="5231307" y="969696"/>
                  <a:pt x="5298173" y="973751"/>
                  <a:pt x="5376427" y="963151"/>
                </a:cubicBezTo>
                <a:cubicBezTo>
                  <a:pt x="5408579" y="958754"/>
                  <a:pt x="5448461" y="970245"/>
                  <a:pt x="5475787" y="980508"/>
                </a:cubicBezTo>
                <a:cubicBezTo>
                  <a:pt x="5528518" y="1000363"/>
                  <a:pt x="5584839" y="1001958"/>
                  <a:pt x="5653401" y="987268"/>
                </a:cubicBezTo>
                <a:cubicBezTo>
                  <a:pt x="5676008" y="982341"/>
                  <a:pt x="5702558" y="984595"/>
                  <a:pt x="5726340" y="985357"/>
                </a:cubicBezTo>
                <a:cubicBezTo>
                  <a:pt x="5748643" y="985952"/>
                  <a:pt x="5770110" y="988364"/>
                  <a:pt x="5790563" y="991300"/>
                </a:cubicBezTo>
                <a:cubicBezTo>
                  <a:pt x="5815128" y="994969"/>
                  <a:pt x="5845522" y="996110"/>
                  <a:pt x="5860260" y="1004958"/>
                </a:cubicBezTo>
                <a:cubicBezTo>
                  <a:pt x="5906803" y="1032493"/>
                  <a:pt x="5977069" y="1037385"/>
                  <a:pt x="6042101" y="1036226"/>
                </a:cubicBezTo>
                <a:cubicBezTo>
                  <a:pt x="6128232" y="1034888"/>
                  <a:pt x="6222269" y="1027704"/>
                  <a:pt x="6301998" y="989138"/>
                </a:cubicBezTo>
                <a:cubicBezTo>
                  <a:pt x="6349672" y="965909"/>
                  <a:pt x="6396952" y="955198"/>
                  <a:pt x="6452025" y="968489"/>
                </a:cubicBezTo>
                <a:cubicBezTo>
                  <a:pt x="6489401" y="977695"/>
                  <a:pt x="6558002" y="960731"/>
                  <a:pt x="6589205" y="939474"/>
                </a:cubicBezTo>
                <a:cubicBezTo>
                  <a:pt x="6600499" y="931821"/>
                  <a:pt x="6612148" y="924116"/>
                  <a:pt x="6631069" y="911222"/>
                </a:cubicBezTo>
                <a:cubicBezTo>
                  <a:pt x="6674305" y="951313"/>
                  <a:pt x="6752346" y="944332"/>
                  <a:pt x="6828274" y="942941"/>
                </a:cubicBezTo>
                <a:cubicBezTo>
                  <a:pt x="6874780" y="942157"/>
                  <a:pt x="6889173" y="963896"/>
                  <a:pt x="6900803" y="984140"/>
                </a:cubicBezTo>
                <a:cubicBezTo>
                  <a:pt x="6921316" y="1020676"/>
                  <a:pt x="6959796" y="1032557"/>
                  <a:pt x="7034668" y="1018665"/>
                </a:cubicBezTo>
                <a:cubicBezTo>
                  <a:pt x="7117337" y="1003282"/>
                  <a:pt x="7199637" y="985309"/>
                  <a:pt x="7281067" y="966327"/>
                </a:cubicBezTo>
                <a:cubicBezTo>
                  <a:pt x="7332521" y="954266"/>
                  <a:pt x="7378029" y="936255"/>
                  <a:pt x="7412780" y="909206"/>
                </a:cubicBezTo>
                <a:cubicBezTo>
                  <a:pt x="7446535" y="882864"/>
                  <a:pt x="7455445" y="884046"/>
                  <a:pt x="7500327" y="894826"/>
                </a:cubicBezTo>
                <a:cubicBezTo>
                  <a:pt x="7552743" y="907363"/>
                  <a:pt x="7606735" y="918164"/>
                  <a:pt x="7662324" y="927415"/>
                </a:cubicBezTo>
                <a:cubicBezTo>
                  <a:pt x="7679867" y="930387"/>
                  <a:pt x="7704114" y="926740"/>
                  <a:pt x="7725334" y="924844"/>
                </a:cubicBezTo>
                <a:cubicBezTo>
                  <a:pt x="7761320" y="921787"/>
                  <a:pt x="7798617" y="920242"/>
                  <a:pt x="7833279" y="913031"/>
                </a:cubicBezTo>
                <a:cubicBezTo>
                  <a:pt x="7866516" y="906023"/>
                  <a:pt x="7898634" y="893700"/>
                  <a:pt x="7928605" y="881683"/>
                </a:cubicBezTo>
                <a:cubicBezTo>
                  <a:pt x="8012311" y="848025"/>
                  <a:pt x="8088138" y="810205"/>
                  <a:pt x="8146597" y="762968"/>
                </a:cubicBezTo>
                <a:cubicBezTo>
                  <a:pt x="8154091" y="756800"/>
                  <a:pt x="8170249" y="752606"/>
                  <a:pt x="8183577" y="749005"/>
                </a:cubicBezTo>
                <a:cubicBezTo>
                  <a:pt x="8205312" y="743071"/>
                  <a:pt x="8227788" y="737222"/>
                  <a:pt x="8250224" y="733642"/>
                </a:cubicBezTo>
                <a:cubicBezTo>
                  <a:pt x="8359189" y="716209"/>
                  <a:pt x="8441164" y="678078"/>
                  <a:pt x="8505929" y="626542"/>
                </a:cubicBezTo>
                <a:cubicBezTo>
                  <a:pt x="8524585" y="611796"/>
                  <a:pt x="8540107" y="608259"/>
                  <a:pt x="8564194" y="618796"/>
                </a:cubicBezTo>
                <a:cubicBezTo>
                  <a:pt x="8592162" y="631043"/>
                  <a:pt x="8628032" y="619507"/>
                  <a:pt x="8660705" y="611069"/>
                </a:cubicBezTo>
                <a:cubicBezTo>
                  <a:pt x="8694442" y="602479"/>
                  <a:pt x="8728514" y="593651"/>
                  <a:pt x="8762255" y="585060"/>
                </a:cubicBezTo>
                <a:cubicBezTo>
                  <a:pt x="8787227" y="578855"/>
                  <a:pt x="8811899" y="573069"/>
                  <a:pt x="8836439" y="566358"/>
                </a:cubicBezTo>
                <a:cubicBezTo>
                  <a:pt x="8912856" y="545447"/>
                  <a:pt x="8983243" y="538425"/>
                  <a:pt x="9050728" y="559575"/>
                </a:cubicBezTo>
                <a:cubicBezTo>
                  <a:pt x="9102219" y="575830"/>
                  <a:pt x="9164950" y="573868"/>
                  <a:pt x="9229627" y="557464"/>
                </a:cubicBezTo>
                <a:cubicBezTo>
                  <a:pt x="9237706" y="555368"/>
                  <a:pt x="9247529" y="550190"/>
                  <a:pt x="9253451" y="550855"/>
                </a:cubicBezTo>
                <a:cubicBezTo>
                  <a:pt x="9342568" y="560232"/>
                  <a:pt x="9405310" y="512383"/>
                  <a:pt x="9484214" y="498671"/>
                </a:cubicBezTo>
                <a:cubicBezTo>
                  <a:pt x="9519035" y="492570"/>
                  <a:pt x="9552778" y="473783"/>
                  <a:pt x="9582633" y="458384"/>
                </a:cubicBezTo>
                <a:cubicBezTo>
                  <a:pt x="9623689" y="437231"/>
                  <a:pt x="9660183" y="417297"/>
                  <a:pt x="9719670" y="415607"/>
                </a:cubicBezTo>
                <a:cubicBezTo>
                  <a:pt x="9779189" y="414101"/>
                  <a:pt x="9830940" y="393878"/>
                  <a:pt x="9871784" y="366147"/>
                </a:cubicBezTo>
                <a:cubicBezTo>
                  <a:pt x="9903014" y="345075"/>
                  <a:pt x="9939570" y="338349"/>
                  <a:pt x="9984494" y="336660"/>
                </a:cubicBezTo>
                <a:cubicBezTo>
                  <a:pt x="10040642" y="334503"/>
                  <a:pt x="10098165" y="326674"/>
                  <a:pt x="10154708" y="322193"/>
                </a:cubicBezTo>
                <a:cubicBezTo>
                  <a:pt x="10166953" y="321201"/>
                  <a:pt x="10182669" y="321603"/>
                  <a:pt x="10190446" y="325025"/>
                </a:cubicBezTo>
                <a:cubicBezTo>
                  <a:pt x="10285769" y="367692"/>
                  <a:pt x="10408999" y="350677"/>
                  <a:pt x="10530736" y="335953"/>
                </a:cubicBezTo>
                <a:cubicBezTo>
                  <a:pt x="10604506" y="327127"/>
                  <a:pt x="10678397" y="316584"/>
                  <a:pt x="10752157" y="305117"/>
                </a:cubicBezTo>
                <a:cubicBezTo>
                  <a:pt x="10777120" y="301365"/>
                  <a:pt x="10803110" y="294636"/>
                  <a:pt x="10824452" y="285927"/>
                </a:cubicBezTo>
                <a:cubicBezTo>
                  <a:pt x="10868837" y="267698"/>
                  <a:pt x="10909147" y="246465"/>
                  <a:pt x="10953152" y="228102"/>
                </a:cubicBezTo>
                <a:cubicBezTo>
                  <a:pt x="10969622" y="221030"/>
                  <a:pt x="10991730" y="217688"/>
                  <a:pt x="11011614" y="214096"/>
                </a:cubicBezTo>
                <a:cubicBezTo>
                  <a:pt x="11046743" y="207573"/>
                  <a:pt x="11086641" y="206412"/>
                  <a:pt x="11116031" y="195421"/>
                </a:cubicBezTo>
                <a:cubicBezTo>
                  <a:pt x="11192467" y="166956"/>
                  <a:pt x="11266913" y="160299"/>
                  <a:pt x="11344303" y="166629"/>
                </a:cubicBezTo>
                <a:cubicBezTo>
                  <a:pt x="11452657" y="175527"/>
                  <a:pt x="11551626" y="159519"/>
                  <a:pt x="11639050" y="108526"/>
                </a:cubicBezTo>
                <a:cubicBezTo>
                  <a:pt x="11678385" y="85543"/>
                  <a:pt x="11720243" y="87879"/>
                  <a:pt x="11757532" y="96530"/>
                </a:cubicBezTo>
                <a:cubicBezTo>
                  <a:pt x="11800499" y="106640"/>
                  <a:pt x="11840704" y="105056"/>
                  <a:pt x="11885799" y="86728"/>
                </a:cubicBezTo>
                <a:cubicBezTo>
                  <a:pt x="11895784" y="82659"/>
                  <a:pt x="11910604" y="81867"/>
                  <a:pt x="11922874" y="81060"/>
                </a:cubicBezTo>
                <a:cubicBezTo>
                  <a:pt x="11992783" y="75806"/>
                  <a:pt x="12063500" y="73647"/>
                  <a:pt x="12115331" y="33587"/>
                </a:cubicBezTo>
                <a:cubicBezTo>
                  <a:pt x="12125500" y="25715"/>
                  <a:pt x="12143693" y="20477"/>
                  <a:pt x="12158080" y="14081"/>
                </a:cubicBez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74CCE57A-9512-E128-E365-09CB27F67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367198"/>
            <a:ext cx="12192000" cy="822960"/>
          </a:xfrm>
          <a:custGeom>
            <a:avLst/>
            <a:gdLst>
              <a:gd name="connsiteX0" fmla="*/ 12192000 w 12192000"/>
              <a:gd name="connsiteY0" fmla="*/ 0 h 1203824"/>
              <a:gd name="connsiteX1" fmla="*/ 12192000 w 12192000"/>
              <a:gd name="connsiteY1" fmla="*/ 463429 h 1203824"/>
              <a:gd name="connsiteX2" fmla="*/ 12190876 w 12192000"/>
              <a:gd name="connsiteY2" fmla="*/ 463512 h 1203824"/>
              <a:gd name="connsiteX3" fmla="*/ 12077245 w 12192000"/>
              <a:gd name="connsiteY3" fmla="*/ 476327 h 1203824"/>
              <a:gd name="connsiteX4" fmla="*/ 11984517 w 12192000"/>
              <a:gd name="connsiteY4" fmla="*/ 479927 h 1203824"/>
              <a:gd name="connsiteX5" fmla="*/ 11951600 w 12192000"/>
              <a:gd name="connsiteY5" fmla="*/ 478957 h 1203824"/>
              <a:gd name="connsiteX6" fmla="*/ 11690904 w 12192000"/>
              <a:gd name="connsiteY6" fmla="*/ 471970 h 1203824"/>
              <a:gd name="connsiteX7" fmla="*/ 11413965 w 12192000"/>
              <a:gd name="connsiteY7" fmla="*/ 476172 h 1203824"/>
              <a:gd name="connsiteX8" fmla="*/ 11240739 w 12192000"/>
              <a:gd name="connsiteY8" fmla="*/ 523169 h 1203824"/>
              <a:gd name="connsiteX9" fmla="*/ 11175005 w 12192000"/>
              <a:gd name="connsiteY9" fmla="*/ 532169 h 1203824"/>
              <a:gd name="connsiteX10" fmla="*/ 10873726 w 12192000"/>
              <a:gd name="connsiteY10" fmla="*/ 580253 h 1203824"/>
              <a:gd name="connsiteX11" fmla="*/ 10821306 w 12192000"/>
              <a:gd name="connsiteY11" fmla="*/ 593207 h 1203824"/>
              <a:gd name="connsiteX12" fmla="*/ 10530811 w 12192000"/>
              <a:gd name="connsiteY12" fmla="*/ 612184 h 1203824"/>
              <a:gd name="connsiteX13" fmla="*/ 10426049 w 12192000"/>
              <a:gd name="connsiteY13" fmla="*/ 623354 h 1203824"/>
              <a:gd name="connsiteX14" fmla="*/ 10329156 w 12192000"/>
              <a:gd name="connsiteY14" fmla="*/ 630948 h 1203824"/>
              <a:gd name="connsiteX15" fmla="*/ 10194727 w 12192000"/>
              <a:gd name="connsiteY15" fmla="*/ 648617 h 1203824"/>
              <a:gd name="connsiteX16" fmla="*/ 10055906 w 12192000"/>
              <a:gd name="connsiteY16" fmla="*/ 671256 h 1203824"/>
              <a:gd name="connsiteX17" fmla="*/ 9900551 w 12192000"/>
              <a:gd name="connsiteY17" fmla="*/ 692855 h 1203824"/>
              <a:gd name="connsiteX18" fmla="*/ 9838464 w 12192000"/>
              <a:gd name="connsiteY18" fmla="*/ 696804 h 1203824"/>
              <a:gd name="connsiteX19" fmla="*/ 9672957 w 12192000"/>
              <a:gd name="connsiteY19" fmla="*/ 723816 h 1203824"/>
              <a:gd name="connsiteX20" fmla="*/ 9585066 w 12192000"/>
              <a:gd name="connsiteY20" fmla="*/ 730692 h 1203824"/>
              <a:gd name="connsiteX21" fmla="*/ 9441407 w 12192000"/>
              <a:gd name="connsiteY21" fmla="*/ 750055 h 1203824"/>
              <a:gd name="connsiteX22" fmla="*/ 9394459 w 12192000"/>
              <a:gd name="connsiteY22" fmla="*/ 755431 h 1203824"/>
              <a:gd name="connsiteX23" fmla="*/ 9352590 w 12192000"/>
              <a:gd name="connsiteY23" fmla="*/ 760650 h 1203824"/>
              <a:gd name="connsiteX24" fmla="*/ 9211614 w 12192000"/>
              <a:gd name="connsiteY24" fmla="*/ 796248 h 1203824"/>
              <a:gd name="connsiteX25" fmla="*/ 9084667 w 12192000"/>
              <a:gd name="connsiteY25" fmla="*/ 815303 h 1203824"/>
              <a:gd name="connsiteX26" fmla="*/ 8863666 w 12192000"/>
              <a:gd name="connsiteY26" fmla="*/ 859298 h 1203824"/>
              <a:gd name="connsiteX27" fmla="*/ 8813796 w 12192000"/>
              <a:gd name="connsiteY27" fmla="*/ 862070 h 1203824"/>
              <a:gd name="connsiteX28" fmla="*/ 8659351 w 12192000"/>
              <a:gd name="connsiteY28" fmla="*/ 882406 h 1203824"/>
              <a:gd name="connsiteX29" fmla="*/ 8571352 w 12192000"/>
              <a:gd name="connsiteY29" fmla="*/ 893639 h 1203824"/>
              <a:gd name="connsiteX30" fmla="*/ 8464106 w 12192000"/>
              <a:gd name="connsiteY30" fmla="*/ 918004 h 1203824"/>
              <a:gd name="connsiteX31" fmla="*/ 8278324 w 12192000"/>
              <a:gd name="connsiteY31" fmla="*/ 963769 h 1203824"/>
              <a:gd name="connsiteX32" fmla="*/ 8229128 w 12192000"/>
              <a:gd name="connsiteY32" fmla="*/ 973810 h 1203824"/>
              <a:gd name="connsiteX33" fmla="*/ 8139751 w 12192000"/>
              <a:gd name="connsiteY33" fmla="*/ 995815 h 1203824"/>
              <a:gd name="connsiteX34" fmla="*/ 8123571 w 12192000"/>
              <a:gd name="connsiteY34" fmla="*/ 999822 h 1203824"/>
              <a:gd name="connsiteX35" fmla="*/ 7988699 w 12192000"/>
              <a:gd name="connsiteY35" fmla="*/ 1042479 h 1203824"/>
              <a:gd name="connsiteX36" fmla="*/ 7917214 w 12192000"/>
              <a:gd name="connsiteY36" fmla="*/ 1054565 h 1203824"/>
              <a:gd name="connsiteX37" fmla="*/ 7710915 w 12192000"/>
              <a:gd name="connsiteY37" fmla="*/ 1084190 h 1203824"/>
              <a:gd name="connsiteX38" fmla="*/ 7622959 w 12192000"/>
              <a:gd name="connsiteY38" fmla="*/ 1093150 h 1203824"/>
              <a:gd name="connsiteX39" fmla="*/ 7410782 w 12192000"/>
              <a:gd name="connsiteY39" fmla="*/ 1109640 h 1203824"/>
              <a:gd name="connsiteX40" fmla="*/ 7277754 w 12192000"/>
              <a:gd name="connsiteY40" fmla="*/ 1121822 h 1203824"/>
              <a:gd name="connsiteX41" fmla="*/ 7124540 w 12192000"/>
              <a:gd name="connsiteY41" fmla="*/ 1132918 h 1203824"/>
              <a:gd name="connsiteX42" fmla="*/ 6949752 w 12192000"/>
              <a:gd name="connsiteY42" fmla="*/ 1151058 h 1203824"/>
              <a:gd name="connsiteX43" fmla="*/ 6630249 w 12192000"/>
              <a:gd name="connsiteY43" fmla="*/ 1176063 h 1203824"/>
              <a:gd name="connsiteX44" fmla="*/ 6320634 w 12192000"/>
              <a:gd name="connsiteY44" fmla="*/ 1198901 h 1203824"/>
              <a:gd name="connsiteX45" fmla="*/ 6192343 w 12192000"/>
              <a:gd name="connsiteY45" fmla="*/ 1198323 h 1203824"/>
              <a:gd name="connsiteX46" fmla="*/ 5966562 w 12192000"/>
              <a:gd name="connsiteY46" fmla="*/ 1203723 h 1203824"/>
              <a:gd name="connsiteX47" fmla="*/ 5867227 w 12192000"/>
              <a:gd name="connsiteY47" fmla="*/ 1201847 h 1203824"/>
              <a:gd name="connsiteX48" fmla="*/ 5630172 w 12192000"/>
              <a:gd name="connsiteY48" fmla="*/ 1202248 h 1203824"/>
              <a:gd name="connsiteX49" fmla="*/ 5348949 w 12192000"/>
              <a:gd name="connsiteY49" fmla="*/ 1191768 h 1203824"/>
              <a:gd name="connsiteX50" fmla="*/ 5241228 w 12192000"/>
              <a:gd name="connsiteY50" fmla="*/ 1192408 h 1203824"/>
              <a:gd name="connsiteX51" fmla="*/ 4971133 w 12192000"/>
              <a:gd name="connsiteY51" fmla="*/ 1193559 h 1203824"/>
              <a:gd name="connsiteX52" fmla="*/ 4869416 w 12192000"/>
              <a:gd name="connsiteY52" fmla="*/ 1200519 h 1203824"/>
              <a:gd name="connsiteX53" fmla="*/ 4753274 w 12192000"/>
              <a:gd name="connsiteY53" fmla="*/ 1200850 h 1203824"/>
              <a:gd name="connsiteX54" fmla="*/ 4611883 w 12192000"/>
              <a:gd name="connsiteY54" fmla="*/ 1192701 h 1203824"/>
              <a:gd name="connsiteX55" fmla="*/ 4376825 w 12192000"/>
              <a:gd name="connsiteY55" fmla="*/ 1184131 h 1203824"/>
              <a:gd name="connsiteX56" fmla="*/ 4285471 w 12192000"/>
              <a:gd name="connsiteY56" fmla="*/ 1187158 h 1203824"/>
              <a:gd name="connsiteX57" fmla="*/ 3866543 w 12192000"/>
              <a:gd name="connsiteY57" fmla="*/ 1181596 h 1203824"/>
              <a:gd name="connsiteX58" fmla="*/ 3651342 w 12192000"/>
              <a:gd name="connsiteY58" fmla="*/ 1174348 h 1203824"/>
              <a:gd name="connsiteX59" fmla="*/ 3518453 w 12192000"/>
              <a:gd name="connsiteY59" fmla="*/ 1177258 h 1203824"/>
              <a:gd name="connsiteX60" fmla="*/ 3400818 w 12192000"/>
              <a:gd name="connsiteY60" fmla="*/ 1169685 h 1203824"/>
              <a:gd name="connsiteX61" fmla="*/ 3037154 w 12192000"/>
              <a:gd name="connsiteY61" fmla="*/ 1153217 h 1203824"/>
              <a:gd name="connsiteX62" fmla="*/ 2866260 w 12192000"/>
              <a:gd name="connsiteY62" fmla="*/ 1132283 h 1203824"/>
              <a:gd name="connsiteX63" fmla="*/ 2582173 w 12192000"/>
              <a:gd name="connsiteY63" fmla="*/ 1088979 h 1203824"/>
              <a:gd name="connsiteX64" fmla="*/ 2395406 w 12192000"/>
              <a:gd name="connsiteY64" fmla="*/ 1035945 h 1203824"/>
              <a:gd name="connsiteX65" fmla="*/ 2294751 w 12192000"/>
              <a:gd name="connsiteY65" fmla="*/ 1014618 h 1203824"/>
              <a:gd name="connsiteX66" fmla="*/ 2122944 w 12192000"/>
              <a:gd name="connsiteY66" fmla="*/ 984751 h 1203824"/>
              <a:gd name="connsiteX67" fmla="*/ 1905504 w 12192000"/>
              <a:gd name="connsiteY67" fmla="*/ 941380 h 1203824"/>
              <a:gd name="connsiteX68" fmla="*/ 1671045 w 12192000"/>
              <a:gd name="connsiteY68" fmla="*/ 924228 h 1203824"/>
              <a:gd name="connsiteX69" fmla="*/ 1543856 w 12192000"/>
              <a:gd name="connsiteY69" fmla="*/ 898190 h 1203824"/>
              <a:gd name="connsiteX70" fmla="*/ 1419784 w 12192000"/>
              <a:gd name="connsiteY70" fmla="*/ 868500 h 1203824"/>
              <a:gd name="connsiteX71" fmla="*/ 1355116 w 12192000"/>
              <a:gd name="connsiteY71" fmla="*/ 849214 h 1203824"/>
              <a:gd name="connsiteX72" fmla="*/ 1223713 w 12192000"/>
              <a:gd name="connsiteY72" fmla="*/ 821702 h 1203824"/>
              <a:gd name="connsiteX73" fmla="*/ 1094193 w 12192000"/>
              <a:gd name="connsiteY73" fmla="*/ 804872 h 1203824"/>
              <a:gd name="connsiteX74" fmla="*/ 1001115 w 12192000"/>
              <a:gd name="connsiteY74" fmla="*/ 783030 h 1203824"/>
              <a:gd name="connsiteX75" fmla="*/ 879548 w 12192000"/>
              <a:gd name="connsiteY75" fmla="*/ 747884 h 1203824"/>
              <a:gd name="connsiteX76" fmla="*/ 711163 w 12192000"/>
              <a:gd name="connsiteY76" fmla="*/ 719039 h 1203824"/>
              <a:gd name="connsiteX77" fmla="*/ 557941 w 12192000"/>
              <a:gd name="connsiteY77" fmla="*/ 707101 h 1203824"/>
              <a:gd name="connsiteX78" fmla="*/ 480347 w 12192000"/>
              <a:gd name="connsiteY78" fmla="*/ 668702 h 1203824"/>
              <a:gd name="connsiteX79" fmla="*/ 296224 w 12192000"/>
              <a:gd name="connsiteY79" fmla="*/ 603583 h 1203824"/>
              <a:gd name="connsiteX80" fmla="*/ 72689 w 12192000"/>
              <a:gd name="connsiteY80" fmla="*/ 560892 h 1203824"/>
              <a:gd name="connsiteX81" fmla="*/ 0 w 12192000"/>
              <a:gd name="connsiteY81" fmla="*/ 543486 h 1203824"/>
              <a:gd name="connsiteX82" fmla="*/ 0 w 12192000"/>
              <a:gd name="connsiteY82" fmla="*/ 384357 h 1203824"/>
              <a:gd name="connsiteX83" fmla="*/ 51784 w 12192000"/>
              <a:gd name="connsiteY83" fmla="*/ 393937 h 1203824"/>
              <a:gd name="connsiteX84" fmla="*/ 205561 w 12192000"/>
              <a:gd name="connsiteY84" fmla="*/ 414859 h 1203824"/>
              <a:gd name="connsiteX85" fmla="*/ 354391 w 12192000"/>
              <a:gd name="connsiteY85" fmla="*/ 426667 h 1203824"/>
              <a:gd name="connsiteX86" fmla="*/ 448281 w 12192000"/>
              <a:gd name="connsiteY86" fmla="*/ 436308 h 1203824"/>
              <a:gd name="connsiteX87" fmla="*/ 611518 w 12192000"/>
              <a:gd name="connsiteY87" fmla="*/ 434166 h 1203824"/>
              <a:gd name="connsiteX88" fmla="*/ 746076 w 12192000"/>
              <a:gd name="connsiteY88" fmla="*/ 422520 h 1203824"/>
              <a:gd name="connsiteX89" fmla="*/ 902724 w 12192000"/>
              <a:gd name="connsiteY89" fmla="*/ 409989 h 1203824"/>
              <a:gd name="connsiteX90" fmla="*/ 1113854 w 12192000"/>
              <a:gd name="connsiteY90" fmla="*/ 414230 h 1203824"/>
              <a:gd name="connsiteX91" fmla="*/ 1333449 w 12192000"/>
              <a:gd name="connsiteY91" fmla="*/ 459938 h 1203824"/>
              <a:gd name="connsiteX92" fmla="*/ 1408608 w 12192000"/>
              <a:gd name="connsiteY92" fmla="*/ 458278 h 1203824"/>
              <a:gd name="connsiteX93" fmla="*/ 1630191 w 12192000"/>
              <a:gd name="connsiteY93" fmla="*/ 403061 h 1203824"/>
              <a:gd name="connsiteX94" fmla="*/ 1956289 w 12192000"/>
              <a:gd name="connsiteY94" fmla="*/ 332366 h 1203824"/>
              <a:gd name="connsiteX95" fmla="*/ 2042814 w 12192000"/>
              <a:gd name="connsiteY95" fmla="*/ 344002 h 1203824"/>
              <a:gd name="connsiteX96" fmla="*/ 2183420 w 12192000"/>
              <a:gd name="connsiteY96" fmla="*/ 369635 h 1203824"/>
              <a:gd name="connsiteX97" fmla="*/ 2269566 w 12192000"/>
              <a:gd name="connsiteY97" fmla="*/ 439859 h 1203824"/>
              <a:gd name="connsiteX98" fmla="*/ 2331129 w 12192000"/>
              <a:gd name="connsiteY98" fmla="*/ 524163 h 1203824"/>
              <a:gd name="connsiteX99" fmla="*/ 2385112 w 12192000"/>
              <a:gd name="connsiteY99" fmla="*/ 555357 h 1203824"/>
              <a:gd name="connsiteX100" fmla="*/ 2444033 w 12192000"/>
              <a:gd name="connsiteY100" fmla="*/ 572629 h 1203824"/>
              <a:gd name="connsiteX101" fmla="*/ 2525979 w 12192000"/>
              <a:gd name="connsiteY101" fmla="*/ 603233 h 1203824"/>
              <a:gd name="connsiteX102" fmla="*/ 2603911 w 12192000"/>
              <a:gd name="connsiteY102" fmla="*/ 684825 h 1203824"/>
              <a:gd name="connsiteX103" fmla="*/ 2678828 w 12192000"/>
              <a:gd name="connsiteY103" fmla="*/ 706990 h 1203824"/>
              <a:gd name="connsiteX104" fmla="*/ 2738094 w 12192000"/>
              <a:gd name="connsiteY104" fmla="*/ 711376 h 1203824"/>
              <a:gd name="connsiteX105" fmla="*/ 2983806 w 12192000"/>
              <a:gd name="connsiteY105" fmla="*/ 728243 h 1203824"/>
              <a:gd name="connsiteX106" fmla="*/ 3013997 w 12192000"/>
              <a:gd name="connsiteY106" fmla="*/ 725446 h 1203824"/>
              <a:gd name="connsiteX107" fmla="*/ 3364419 w 12192000"/>
              <a:gd name="connsiteY107" fmla="*/ 720577 h 1203824"/>
              <a:gd name="connsiteX108" fmla="*/ 3460521 w 12192000"/>
              <a:gd name="connsiteY108" fmla="*/ 717628 h 1203824"/>
              <a:gd name="connsiteX109" fmla="*/ 3710982 w 12192000"/>
              <a:gd name="connsiteY109" fmla="*/ 714182 h 1203824"/>
              <a:gd name="connsiteX110" fmla="*/ 3850961 w 12192000"/>
              <a:gd name="connsiteY110" fmla="*/ 778802 h 1203824"/>
              <a:gd name="connsiteX111" fmla="*/ 3946286 w 12192000"/>
              <a:gd name="connsiteY111" fmla="*/ 816372 h 1203824"/>
              <a:gd name="connsiteX112" fmla="*/ 4065132 w 12192000"/>
              <a:gd name="connsiteY112" fmla="*/ 832459 h 1203824"/>
              <a:gd name="connsiteX113" fmla="*/ 4132173 w 12192000"/>
              <a:gd name="connsiteY113" fmla="*/ 835167 h 1203824"/>
              <a:gd name="connsiteX114" fmla="*/ 4305858 w 12192000"/>
              <a:gd name="connsiteY114" fmla="*/ 804156 h 1203824"/>
              <a:gd name="connsiteX115" fmla="*/ 4382131 w 12192000"/>
              <a:gd name="connsiteY115" fmla="*/ 769481 h 1203824"/>
              <a:gd name="connsiteX116" fmla="*/ 4453289 w 12192000"/>
              <a:gd name="connsiteY116" fmla="*/ 752531 h 1203824"/>
              <a:gd name="connsiteX117" fmla="*/ 4657971 w 12192000"/>
              <a:gd name="connsiteY117" fmla="*/ 795835 h 1203824"/>
              <a:gd name="connsiteX118" fmla="*/ 4682399 w 12192000"/>
              <a:gd name="connsiteY118" fmla="*/ 813876 h 1203824"/>
              <a:gd name="connsiteX119" fmla="*/ 4771814 w 12192000"/>
              <a:gd name="connsiteY119" fmla="*/ 907046 h 1203824"/>
              <a:gd name="connsiteX120" fmla="*/ 4827520 w 12192000"/>
              <a:gd name="connsiteY120" fmla="*/ 929876 h 1203824"/>
              <a:gd name="connsiteX121" fmla="*/ 4849942 w 12192000"/>
              <a:gd name="connsiteY121" fmla="*/ 933851 h 1203824"/>
              <a:gd name="connsiteX122" fmla="*/ 5009626 w 12192000"/>
              <a:gd name="connsiteY122" fmla="*/ 957896 h 1203824"/>
              <a:gd name="connsiteX123" fmla="*/ 5158711 w 12192000"/>
              <a:gd name="connsiteY123" fmla="*/ 963814 h 1203824"/>
              <a:gd name="connsiteX124" fmla="*/ 5376427 w 12192000"/>
              <a:gd name="connsiteY124" fmla="*/ 963151 h 1203824"/>
              <a:gd name="connsiteX125" fmla="*/ 5475787 w 12192000"/>
              <a:gd name="connsiteY125" fmla="*/ 980508 h 1203824"/>
              <a:gd name="connsiteX126" fmla="*/ 5653401 w 12192000"/>
              <a:gd name="connsiteY126" fmla="*/ 987268 h 1203824"/>
              <a:gd name="connsiteX127" fmla="*/ 5726340 w 12192000"/>
              <a:gd name="connsiteY127" fmla="*/ 985357 h 1203824"/>
              <a:gd name="connsiteX128" fmla="*/ 5790563 w 12192000"/>
              <a:gd name="connsiteY128" fmla="*/ 991300 h 1203824"/>
              <a:gd name="connsiteX129" fmla="*/ 5860260 w 12192000"/>
              <a:gd name="connsiteY129" fmla="*/ 1004958 h 1203824"/>
              <a:gd name="connsiteX130" fmla="*/ 6042101 w 12192000"/>
              <a:gd name="connsiteY130" fmla="*/ 1036226 h 1203824"/>
              <a:gd name="connsiteX131" fmla="*/ 6301998 w 12192000"/>
              <a:gd name="connsiteY131" fmla="*/ 989138 h 1203824"/>
              <a:gd name="connsiteX132" fmla="*/ 6452025 w 12192000"/>
              <a:gd name="connsiteY132" fmla="*/ 968489 h 1203824"/>
              <a:gd name="connsiteX133" fmla="*/ 6589205 w 12192000"/>
              <a:gd name="connsiteY133" fmla="*/ 939474 h 1203824"/>
              <a:gd name="connsiteX134" fmla="*/ 6631069 w 12192000"/>
              <a:gd name="connsiteY134" fmla="*/ 911222 h 1203824"/>
              <a:gd name="connsiteX135" fmla="*/ 6828274 w 12192000"/>
              <a:gd name="connsiteY135" fmla="*/ 942941 h 1203824"/>
              <a:gd name="connsiteX136" fmla="*/ 6900803 w 12192000"/>
              <a:gd name="connsiteY136" fmla="*/ 984140 h 1203824"/>
              <a:gd name="connsiteX137" fmla="*/ 7034668 w 12192000"/>
              <a:gd name="connsiteY137" fmla="*/ 1018665 h 1203824"/>
              <a:gd name="connsiteX138" fmla="*/ 7281067 w 12192000"/>
              <a:gd name="connsiteY138" fmla="*/ 966327 h 1203824"/>
              <a:gd name="connsiteX139" fmla="*/ 7412780 w 12192000"/>
              <a:gd name="connsiteY139" fmla="*/ 909206 h 1203824"/>
              <a:gd name="connsiteX140" fmla="*/ 7500327 w 12192000"/>
              <a:gd name="connsiteY140" fmla="*/ 894826 h 1203824"/>
              <a:gd name="connsiteX141" fmla="*/ 7662324 w 12192000"/>
              <a:gd name="connsiteY141" fmla="*/ 927415 h 1203824"/>
              <a:gd name="connsiteX142" fmla="*/ 7725334 w 12192000"/>
              <a:gd name="connsiteY142" fmla="*/ 924844 h 1203824"/>
              <a:gd name="connsiteX143" fmla="*/ 7833279 w 12192000"/>
              <a:gd name="connsiteY143" fmla="*/ 913031 h 1203824"/>
              <a:gd name="connsiteX144" fmla="*/ 7928605 w 12192000"/>
              <a:gd name="connsiteY144" fmla="*/ 881683 h 1203824"/>
              <a:gd name="connsiteX145" fmla="*/ 8146597 w 12192000"/>
              <a:gd name="connsiteY145" fmla="*/ 762968 h 1203824"/>
              <a:gd name="connsiteX146" fmla="*/ 8183577 w 12192000"/>
              <a:gd name="connsiteY146" fmla="*/ 749005 h 1203824"/>
              <a:gd name="connsiteX147" fmla="*/ 8250224 w 12192000"/>
              <a:gd name="connsiteY147" fmla="*/ 733642 h 1203824"/>
              <a:gd name="connsiteX148" fmla="*/ 8505929 w 12192000"/>
              <a:gd name="connsiteY148" fmla="*/ 626542 h 1203824"/>
              <a:gd name="connsiteX149" fmla="*/ 8564194 w 12192000"/>
              <a:gd name="connsiteY149" fmla="*/ 618796 h 1203824"/>
              <a:gd name="connsiteX150" fmla="*/ 8660705 w 12192000"/>
              <a:gd name="connsiteY150" fmla="*/ 611069 h 1203824"/>
              <a:gd name="connsiteX151" fmla="*/ 8762255 w 12192000"/>
              <a:gd name="connsiteY151" fmla="*/ 585060 h 1203824"/>
              <a:gd name="connsiteX152" fmla="*/ 8836439 w 12192000"/>
              <a:gd name="connsiteY152" fmla="*/ 566358 h 1203824"/>
              <a:gd name="connsiteX153" fmla="*/ 9050728 w 12192000"/>
              <a:gd name="connsiteY153" fmla="*/ 559575 h 1203824"/>
              <a:gd name="connsiteX154" fmla="*/ 9229627 w 12192000"/>
              <a:gd name="connsiteY154" fmla="*/ 557464 h 1203824"/>
              <a:gd name="connsiteX155" fmla="*/ 9253451 w 12192000"/>
              <a:gd name="connsiteY155" fmla="*/ 550855 h 1203824"/>
              <a:gd name="connsiteX156" fmla="*/ 9484214 w 12192000"/>
              <a:gd name="connsiteY156" fmla="*/ 498671 h 1203824"/>
              <a:gd name="connsiteX157" fmla="*/ 9582633 w 12192000"/>
              <a:gd name="connsiteY157" fmla="*/ 458384 h 1203824"/>
              <a:gd name="connsiteX158" fmla="*/ 9719670 w 12192000"/>
              <a:gd name="connsiteY158" fmla="*/ 415607 h 1203824"/>
              <a:gd name="connsiteX159" fmla="*/ 9871784 w 12192000"/>
              <a:gd name="connsiteY159" fmla="*/ 366147 h 1203824"/>
              <a:gd name="connsiteX160" fmla="*/ 9984494 w 12192000"/>
              <a:gd name="connsiteY160" fmla="*/ 336660 h 1203824"/>
              <a:gd name="connsiteX161" fmla="*/ 10154708 w 12192000"/>
              <a:gd name="connsiteY161" fmla="*/ 322193 h 1203824"/>
              <a:gd name="connsiteX162" fmla="*/ 10190446 w 12192000"/>
              <a:gd name="connsiteY162" fmla="*/ 325025 h 1203824"/>
              <a:gd name="connsiteX163" fmla="*/ 10530736 w 12192000"/>
              <a:gd name="connsiteY163" fmla="*/ 335953 h 1203824"/>
              <a:gd name="connsiteX164" fmla="*/ 10752157 w 12192000"/>
              <a:gd name="connsiteY164" fmla="*/ 305117 h 1203824"/>
              <a:gd name="connsiteX165" fmla="*/ 10824452 w 12192000"/>
              <a:gd name="connsiteY165" fmla="*/ 285927 h 1203824"/>
              <a:gd name="connsiteX166" fmla="*/ 10953152 w 12192000"/>
              <a:gd name="connsiteY166" fmla="*/ 228102 h 1203824"/>
              <a:gd name="connsiteX167" fmla="*/ 11011614 w 12192000"/>
              <a:gd name="connsiteY167" fmla="*/ 214096 h 1203824"/>
              <a:gd name="connsiteX168" fmla="*/ 11116031 w 12192000"/>
              <a:gd name="connsiteY168" fmla="*/ 195421 h 1203824"/>
              <a:gd name="connsiteX169" fmla="*/ 11344303 w 12192000"/>
              <a:gd name="connsiteY169" fmla="*/ 166629 h 1203824"/>
              <a:gd name="connsiteX170" fmla="*/ 11639050 w 12192000"/>
              <a:gd name="connsiteY170" fmla="*/ 108526 h 1203824"/>
              <a:gd name="connsiteX171" fmla="*/ 11757532 w 12192000"/>
              <a:gd name="connsiteY171" fmla="*/ 96530 h 1203824"/>
              <a:gd name="connsiteX172" fmla="*/ 11885799 w 12192000"/>
              <a:gd name="connsiteY172" fmla="*/ 86728 h 1203824"/>
              <a:gd name="connsiteX173" fmla="*/ 11922874 w 12192000"/>
              <a:gd name="connsiteY173" fmla="*/ 81060 h 1203824"/>
              <a:gd name="connsiteX174" fmla="*/ 12115331 w 12192000"/>
              <a:gd name="connsiteY174" fmla="*/ 33587 h 1203824"/>
              <a:gd name="connsiteX175" fmla="*/ 12158080 w 12192000"/>
              <a:gd name="connsiteY175" fmla="*/ 14081 h 120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1203824">
                <a:moveTo>
                  <a:pt x="12192000" y="0"/>
                </a:moveTo>
                <a:lnTo>
                  <a:pt x="12192000" y="463429"/>
                </a:lnTo>
                <a:lnTo>
                  <a:pt x="12190876" y="463512"/>
                </a:lnTo>
                <a:cubicBezTo>
                  <a:pt x="12153133" y="467010"/>
                  <a:pt x="12115042" y="473200"/>
                  <a:pt x="12077245" y="476327"/>
                </a:cubicBezTo>
                <a:cubicBezTo>
                  <a:pt x="12046307" y="479040"/>
                  <a:pt x="12015359" y="479114"/>
                  <a:pt x="11984517" y="479927"/>
                </a:cubicBezTo>
                <a:cubicBezTo>
                  <a:pt x="11973265" y="480210"/>
                  <a:pt x="11961485" y="476792"/>
                  <a:pt x="11951600" y="478957"/>
                </a:cubicBezTo>
                <a:cubicBezTo>
                  <a:pt x="11853497" y="501074"/>
                  <a:pt x="11777036" y="475730"/>
                  <a:pt x="11690904" y="471970"/>
                </a:cubicBezTo>
                <a:cubicBezTo>
                  <a:pt x="11600358" y="467893"/>
                  <a:pt x="11511400" y="454530"/>
                  <a:pt x="11413965" y="476172"/>
                </a:cubicBezTo>
                <a:cubicBezTo>
                  <a:pt x="11355010" y="489304"/>
                  <a:pt x="11299073" y="508237"/>
                  <a:pt x="11240739" y="523169"/>
                </a:cubicBezTo>
                <a:cubicBezTo>
                  <a:pt x="11219994" y="528395"/>
                  <a:pt x="11196384" y="531385"/>
                  <a:pt x="11175005" y="532169"/>
                </a:cubicBezTo>
                <a:cubicBezTo>
                  <a:pt x="11071819" y="536506"/>
                  <a:pt x="10971303" y="549336"/>
                  <a:pt x="10873726" y="580253"/>
                </a:cubicBezTo>
                <a:cubicBezTo>
                  <a:pt x="10856992" y="585473"/>
                  <a:pt x="10839156" y="590660"/>
                  <a:pt x="10821306" y="593207"/>
                </a:cubicBezTo>
                <a:cubicBezTo>
                  <a:pt x="10723500" y="607162"/>
                  <a:pt x="10626924" y="616976"/>
                  <a:pt x="10530811" y="612184"/>
                </a:cubicBezTo>
                <a:cubicBezTo>
                  <a:pt x="10498527" y="610559"/>
                  <a:pt x="10460885" y="619895"/>
                  <a:pt x="10426049" y="623354"/>
                </a:cubicBezTo>
                <a:cubicBezTo>
                  <a:pt x="10393740" y="626644"/>
                  <a:pt x="10360820" y="630774"/>
                  <a:pt x="10329156" y="630948"/>
                </a:cubicBezTo>
                <a:cubicBezTo>
                  <a:pt x="10282924" y="631125"/>
                  <a:pt x="10240698" y="636395"/>
                  <a:pt x="10194727" y="648617"/>
                </a:cubicBezTo>
                <a:cubicBezTo>
                  <a:pt x="10150847" y="660165"/>
                  <a:pt x="10102287" y="664450"/>
                  <a:pt x="10055906" y="671256"/>
                </a:cubicBezTo>
                <a:cubicBezTo>
                  <a:pt x="10004174" y="678826"/>
                  <a:pt x="9952442" y="686395"/>
                  <a:pt x="9900551" y="692855"/>
                </a:cubicBezTo>
                <a:cubicBezTo>
                  <a:pt x="9879793" y="695439"/>
                  <a:pt x="9855180" y="691398"/>
                  <a:pt x="9838464" y="696804"/>
                </a:cubicBezTo>
                <a:cubicBezTo>
                  <a:pt x="9784563" y="714690"/>
                  <a:pt x="9727517" y="710557"/>
                  <a:pt x="9672957" y="723816"/>
                </a:cubicBezTo>
                <a:cubicBezTo>
                  <a:pt x="9646220" y="730464"/>
                  <a:pt x="9614440" y="727257"/>
                  <a:pt x="9585066" y="730692"/>
                </a:cubicBezTo>
                <a:cubicBezTo>
                  <a:pt x="9537047" y="736221"/>
                  <a:pt x="9489294" y="743601"/>
                  <a:pt x="9441407" y="750055"/>
                </a:cubicBezTo>
                <a:cubicBezTo>
                  <a:pt x="9425674" y="752111"/>
                  <a:pt x="9410218" y="753561"/>
                  <a:pt x="9394459" y="755431"/>
                </a:cubicBezTo>
                <a:cubicBezTo>
                  <a:pt x="9380484" y="757048"/>
                  <a:pt x="9365611" y="757472"/>
                  <a:pt x="9352590" y="760650"/>
                </a:cubicBezTo>
                <a:cubicBezTo>
                  <a:pt x="9305415" y="772102"/>
                  <a:pt x="9259379" y="786411"/>
                  <a:pt x="9211614" y="796248"/>
                </a:cubicBezTo>
                <a:cubicBezTo>
                  <a:pt x="9170220" y="804796"/>
                  <a:pt x="9126523" y="807444"/>
                  <a:pt x="9084667" y="815303"/>
                </a:cubicBezTo>
                <a:cubicBezTo>
                  <a:pt x="9010868" y="829042"/>
                  <a:pt x="8937412" y="845188"/>
                  <a:pt x="8863666" y="859298"/>
                </a:cubicBezTo>
                <a:cubicBezTo>
                  <a:pt x="8847706" y="862330"/>
                  <a:pt x="8830271" y="860096"/>
                  <a:pt x="8813796" y="862070"/>
                </a:cubicBezTo>
                <a:cubicBezTo>
                  <a:pt x="8762262" y="868479"/>
                  <a:pt x="8710833" y="875626"/>
                  <a:pt x="8659351" y="882406"/>
                </a:cubicBezTo>
                <a:cubicBezTo>
                  <a:pt x="8630055" y="886396"/>
                  <a:pt x="8600505" y="891179"/>
                  <a:pt x="8571352" y="893639"/>
                </a:cubicBezTo>
                <a:cubicBezTo>
                  <a:pt x="8532843" y="896868"/>
                  <a:pt x="8497743" y="898476"/>
                  <a:pt x="8464106" y="918004"/>
                </a:cubicBezTo>
                <a:cubicBezTo>
                  <a:pt x="8412327" y="948238"/>
                  <a:pt x="8341122" y="949523"/>
                  <a:pt x="8278324" y="963769"/>
                </a:cubicBezTo>
                <a:cubicBezTo>
                  <a:pt x="8262086" y="967408"/>
                  <a:pt x="8245335" y="969987"/>
                  <a:pt x="8229128" y="973810"/>
                </a:cubicBezTo>
                <a:cubicBezTo>
                  <a:pt x="8199180" y="980915"/>
                  <a:pt x="8169646" y="988338"/>
                  <a:pt x="8139751" y="995815"/>
                </a:cubicBezTo>
                <a:cubicBezTo>
                  <a:pt x="8134478" y="997132"/>
                  <a:pt x="8128438" y="998185"/>
                  <a:pt x="8123571" y="999822"/>
                </a:cubicBezTo>
                <a:cubicBezTo>
                  <a:pt x="8078628" y="1014164"/>
                  <a:pt x="8034565" y="1029514"/>
                  <a:pt x="7988699" y="1042479"/>
                </a:cubicBezTo>
                <a:cubicBezTo>
                  <a:pt x="7966302" y="1048884"/>
                  <a:pt x="7941011" y="1052871"/>
                  <a:pt x="7917214" y="1054565"/>
                </a:cubicBezTo>
                <a:cubicBezTo>
                  <a:pt x="7847636" y="1059584"/>
                  <a:pt x="7779165" y="1067276"/>
                  <a:pt x="7710915" y="1084190"/>
                </a:cubicBezTo>
                <a:cubicBezTo>
                  <a:pt x="7683826" y="1090885"/>
                  <a:pt x="7652466" y="1090640"/>
                  <a:pt x="7622959" y="1093150"/>
                </a:cubicBezTo>
                <a:cubicBezTo>
                  <a:pt x="7552361" y="1098691"/>
                  <a:pt x="7481710" y="1103861"/>
                  <a:pt x="7410782" y="1109640"/>
                </a:cubicBezTo>
                <a:cubicBezTo>
                  <a:pt x="7366505" y="1113312"/>
                  <a:pt x="7322030" y="1118147"/>
                  <a:pt x="7277754" y="1121822"/>
                </a:cubicBezTo>
                <a:cubicBezTo>
                  <a:pt x="7226619" y="1125906"/>
                  <a:pt x="7175601" y="1128277"/>
                  <a:pt x="7124540" y="1132918"/>
                </a:cubicBezTo>
                <a:cubicBezTo>
                  <a:pt x="7066293" y="1138207"/>
                  <a:pt x="7008028" y="1145955"/>
                  <a:pt x="6949752" y="1151058"/>
                </a:cubicBezTo>
                <a:cubicBezTo>
                  <a:pt x="6843217" y="1160027"/>
                  <a:pt x="6736882" y="1167834"/>
                  <a:pt x="6630249" y="1176063"/>
                </a:cubicBezTo>
                <a:cubicBezTo>
                  <a:pt x="6526849" y="1184018"/>
                  <a:pt x="6423556" y="1192713"/>
                  <a:pt x="6320634" y="1198901"/>
                </a:cubicBezTo>
                <a:cubicBezTo>
                  <a:pt x="6277297" y="1201496"/>
                  <a:pt x="6235232" y="1197679"/>
                  <a:pt x="6192343" y="1198323"/>
                </a:cubicBezTo>
                <a:cubicBezTo>
                  <a:pt x="6117131" y="1199612"/>
                  <a:pt x="6041418" y="1202485"/>
                  <a:pt x="5966562" y="1203723"/>
                </a:cubicBezTo>
                <a:cubicBezTo>
                  <a:pt x="5933144" y="1204338"/>
                  <a:pt x="5900754" y="1201974"/>
                  <a:pt x="5867227" y="1201847"/>
                </a:cubicBezTo>
                <a:cubicBezTo>
                  <a:pt x="5788180" y="1201796"/>
                  <a:pt x="5708354" y="1203933"/>
                  <a:pt x="5630172" y="1202248"/>
                </a:cubicBezTo>
                <a:cubicBezTo>
                  <a:pt x="5535908" y="1200213"/>
                  <a:pt x="5442984" y="1194779"/>
                  <a:pt x="5348949" y="1191768"/>
                </a:cubicBezTo>
                <a:cubicBezTo>
                  <a:pt x="5313810" y="1190551"/>
                  <a:pt x="5277251" y="1192179"/>
                  <a:pt x="5241228" y="1192408"/>
                </a:cubicBezTo>
                <a:cubicBezTo>
                  <a:pt x="5151316" y="1192775"/>
                  <a:pt x="5061657" y="1192349"/>
                  <a:pt x="4971133" y="1193559"/>
                </a:cubicBezTo>
                <a:cubicBezTo>
                  <a:pt x="4937685" y="1193988"/>
                  <a:pt x="4903114" y="1199299"/>
                  <a:pt x="4869416" y="1200519"/>
                </a:cubicBezTo>
                <a:cubicBezTo>
                  <a:pt x="4830283" y="1201947"/>
                  <a:pt x="4791348" y="1202215"/>
                  <a:pt x="4753274" y="1200850"/>
                </a:cubicBezTo>
                <a:cubicBezTo>
                  <a:pt x="4705682" y="1199144"/>
                  <a:pt x="4659172" y="1194829"/>
                  <a:pt x="4611883" y="1192701"/>
                </a:cubicBezTo>
                <a:cubicBezTo>
                  <a:pt x="4533819" y="1189298"/>
                  <a:pt x="4455420" y="1186135"/>
                  <a:pt x="4376825" y="1184131"/>
                </a:cubicBezTo>
                <a:cubicBezTo>
                  <a:pt x="4347226" y="1183446"/>
                  <a:pt x="4315374" y="1187423"/>
                  <a:pt x="4285471" y="1187158"/>
                </a:cubicBezTo>
                <a:cubicBezTo>
                  <a:pt x="4145774" y="1185753"/>
                  <a:pt x="4006046" y="1184162"/>
                  <a:pt x="3866543" y="1181596"/>
                </a:cubicBezTo>
                <a:cubicBezTo>
                  <a:pt x="3794230" y="1180207"/>
                  <a:pt x="3723633" y="1175551"/>
                  <a:pt x="3651342" y="1174348"/>
                </a:cubicBezTo>
                <a:cubicBezTo>
                  <a:pt x="3607885" y="1173562"/>
                  <a:pt x="3561907" y="1178044"/>
                  <a:pt x="3518453" y="1177258"/>
                </a:cubicBezTo>
                <a:cubicBezTo>
                  <a:pt x="3478287" y="1176568"/>
                  <a:pt x="3440399" y="1171400"/>
                  <a:pt x="3400818" y="1169685"/>
                </a:cubicBezTo>
                <a:cubicBezTo>
                  <a:pt x="3279824" y="1164099"/>
                  <a:pt x="3157310" y="1160621"/>
                  <a:pt x="3037154" y="1153217"/>
                </a:cubicBezTo>
                <a:cubicBezTo>
                  <a:pt x="2978373" y="1149708"/>
                  <a:pt x="2922429" y="1140508"/>
                  <a:pt x="2866260" y="1132283"/>
                </a:cubicBezTo>
                <a:cubicBezTo>
                  <a:pt x="2771049" y="1118489"/>
                  <a:pt x="2677107" y="1103380"/>
                  <a:pt x="2582173" y="1088979"/>
                </a:cubicBezTo>
                <a:cubicBezTo>
                  <a:pt x="2511090" y="1078352"/>
                  <a:pt x="2447356" y="1063086"/>
                  <a:pt x="2395406" y="1035945"/>
                </a:cubicBezTo>
                <a:cubicBezTo>
                  <a:pt x="2371411" y="1023508"/>
                  <a:pt x="2331675" y="1015582"/>
                  <a:pt x="2294751" y="1014618"/>
                </a:cubicBezTo>
                <a:cubicBezTo>
                  <a:pt x="2228580" y="1012920"/>
                  <a:pt x="2177384" y="998698"/>
                  <a:pt x="2122944" y="984751"/>
                </a:cubicBezTo>
                <a:cubicBezTo>
                  <a:pt x="2054121" y="967003"/>
                  <a:pt x="1981585" y="951294"/>
                  <a:pt x="1905504" y="941380"/>
                </a:cubicBezTo>
                <a:cubicBezTo>
                  <a:pt x="1830544" y="931682"/>
                  <a:pt x="1747929" y="932141"/>
                  <a:pt x="1671045" y="924228"/>
                </a:cubicBezTo>
                <a:cubicBezTo>
                  <a:pt x="1625936" y="919523"/>
                  <a:pt x="1585613" y="907528"/>
                  <a:pt x="1543856" y="898190"/>
                </a:cubicBezTo>
                <a:cubicBezTo>
                  <a:pt x="1502093" y="888855"/>
                  <a:pt x="1460606" y="878913"/>
                  <a:pt x="1419784" y="868500"/>
                </a:cubicBezTo>
                <a:cubicBezTo>
                  <a:pt x="1397486" y="862806"/>
                  <a:pt x="1378078" y="854435"/>
                  <a:pt x="1355116" y="849214"/>
                </a:cubicBezTo>
                <a:cubicBezTo>
                  <a:pt x="1311848" y="839527"/>
                  <a:pt x="1265353" y="832754"/>
                  <a:pt x="1223713" y="821702"/>
                </a:cubicBezTo>
                <a:cubicBezTo>
                  <a:pt x="1183577" y="811001"/>
                  <a:pt x="1138864" y="809072"/>
                  <a:pt x="1094193" y="804872"/>
                </a:cubicBezTo>
                <a:cubicBezTo>
                  <a:pt x="1060244" y="801784"/>
                  <a:pt x="1034230" y="787936"/>
                  <a:pt x="1001115" y="783030"/>
                </a:cubicBezTo>
                <a:cubicBezTo>
                  <a:pt x="953853" y="775990"/>
                  <a:pt x="916853" y="764276"/>
                  <a:pt x="879548" y="747884"/>
                </a:cubicBezTo>
                <a:cubicBezTo>
                  <a:pt x="837586" y="729513"/>
                  <a:pt x="770061" y="725929"/>
                  <a:pt x="711163" y="719039"/>
                </a:cubicBezTo>
                <a:cubicBezTo>
                  <a:pt x="661152" y="713146"/>
                  <a:pt x="604343" y="715774"/>
                  <a:pt x="557941" y="707101"/>
                </a:cubicBezTo>
                <a:cubicBezTo>
                  <a:pt x="525381" y="700984"/>
                  <a:pt x="499355" y="684493"/>
                  <a:pt x="480347" y="668702"/>
                </a:cubicBezTo>
                <a:cubicBezTo>
                  <a:pt x="437718" y="632865"/>
                  <a:pt x="370204" y="616630"/>
                  <a:pt x="296224" y="603583"/>
                </a:cubicBezTo>
                <a:cubicBezTo>
                  <a:pt x="220741" y="590184"/>
                  <a:pt x="148480" y="573869"/>
                  <a:pt x="72689" y="560892"/>
                </a:cubicBezTo>
                <a:lnTo>
                  <a:pt x="0" y="543486"/>
                </a:lnTo>
                <a:lnTo>
                  <a:pt x="0" y="384357"/>
                </a:lnTo>
                <a:lnTo>
                  <a:pt x="51784" y="393937"/>
                </a:lnTo>
                <a:cubicBezTo>
                  <a:pt x="104770" y="397707"/>
                  <a:pt x="153378" y="409086"/>
                  <a:pt x="205561" y="414859"/>
                </a:cubicBezTo>
                <a:cubicBezTo>
                  <a:pt x="254062" y="420400"/>
                  <a:pt x="305001" y="422574"/>
                  <a:pt x="354391" y="426667"/>
                </a:cubicBezTo>
                <a:cubicBezTo>
                  <a:pt x="386450" y="429269"/>
                  <a:pt x="420771" y="429847"/>
                  <a:pt x="448281" y="436308"/>
                </a:cubicBezTo>
                <a:cubicBezTo>
                  <a:pt x="499904" y="448391"/>
                  <a:pt x="551004" y="446576"/>
                  <a:pt x="611518" y="434166"/>
                </a:cubicBezTo>
                <a:cubicBezTo>
                  <a:pt x="654695" y="425361"/>
                  <a:pt x="702395" y="422710"/>
                  <a:pt x="746076" y="422520"/>
                </a:cubicBezTo>
                <a:cubicBezTo>
                  <a:pt x="798481" y="422218"/>
                  <a:pt x="848400" y="419817"/>
                  <a:pt x="902724" y="409989"/>
                </a:cubicBezTo>
                <a:cubicBezTo>
                  <a:pt x="977291" y="396518"/>
                  <a:pt x="1048428" y="397321"/>
                  <a:pt x="1113854" y="414230"/>
                </a:cubicBezTo>
                <a:cubicBezTo>
                  <a:pt x="1184155" y="432145"/>
                  <a:pt x="1258677" y="446437"/>
                  <a:pt x="1333449" y="459938"/>
                </a:cubicBezTo>
                <a:cubicBezTo>
                  <a:pt x="1354772" y="463883"/>
                  <a:pt x="1385284" y="463304"/>
                  <a:pt x="1408608" y="458278"/>
                </a:cubicBezTo>
                <a:cubicBezTo>
                  <a:pt x="1483492" y="441930"/>
                  <a:pt x="1561495" y="427025"/>
                  <a:pt x="1630191" y="403061"/>
                </a:cubicBezTo>
                <a:cubicBezTo>
                  <a:pt x="1735315" y="366348"/>
                  <a:pt x="1840887" y="337881"/>
                  <a:pt x="1956289" y="332366"/>
                </a:cubicBezTo>
                <a:cubicBezTo>
                  <a:pt x="1986669" y="330865"/>
                  <a:pt x="2019100" y="336056"/>
                  <a:pt x="2042814" y="344002"/>
                </a:cubicBezTo>
                <a:cubicBezTo>
                  <a:pt x="2085261" y="358150"/>
                  <a:pt x="2126350" y="370413"/>
                  <a:pt x="2183420" y="369635"/>
                </a:cubicBezTo>
                <a:cubicBezTo>
                  <a:pt x="2235035" y="368879"/>
                  <a:pt x="2279659" y="405942"/>
                  <a:pt x="2269566" y="439859"/>
                </a:cubicBezTo>
                <a:cubicBezTo>
                  <a:pt x="2258267" y="478101"/>
                  <a:pt x="2277762" y="504964"/>
                  <a:pt x="2331129" y="524163"/>
                </a:cubicBezTo>
                <a:cubicBezTo>
                  <a:pt x="2352980" y="531807"/>
                  <a:pt x="2364861" y="546162"/>
                  <a:pt x="2385112" y="555357"/>
                </a:cubicBezTo>
                <a:cubicBezTo>
                  <a:pt x="2401860" y="562976"/>
                  <a:pt x="2421927" y="570875"/>
                  <a:pt x="2444033" y="572629"/>
                </a:cubicBezTo>
                <a:cubicBezTo>
                  <a:pt x="2483469" y="575878"/>
                  <a:pt x="2509763" y="584022"/>
                  <a:pt x="2525979" y="603233"/>
                </a:cubicBezTo>
                <a:cubicBezTo>
                  <a:pt x="2549282" y="631254"/>
                  <a:pt x="2578520" y="657481"/>
                  <a:pt x="2603911" y="684825"/>
                </a:cubicBezTo>
                <a:cubicBezTo>
                  <a:pt x="2618910" y="700624"/>
                  <a:pt x="2643515" y="707120"/>
                  <a:pt x="2678828" y="706990"/>
                </a:cubicBezTo>
                <a:cubicBezTo>
                  <a:pt x="2699243" y="707100"/>
                  <a:pt x="2725615" y="705603"/>
                  <a:pt x="2738094" y="711376"/>
                </a:cubicBezTo>
                <a:cubicBezTo>
                  <a:pt x="2805960" y="742855"/>
                  <a:pt x="2895980" y="733032"/>
                  <a:pt x="2983806" y="728243"/>
                </a:cubicBezTo>
                <a:cubicBezTo>
                  <a:pt x="2993929" y="727744"/>
                  <a:pt x="3004007" y="726871"/>
                  <a:pt x="3013997" y="725446"/>
                </a:cubicBezTo>
                <a:cubicBezTo>
                  <a:pt x="3136002" y="707474"/>
                  <a:pt x="3250133" y="713470"/>
                  <a:pt x="3364419" y="720577"/>
                </a:cubicBezTo>
                <a:cubicBezTo>
                  <a:pt x="3394563" y="722507"/>
                  <a:pt x="3428050" y="719807"/>
                  <a:pt x="3460521" y="717628"/>
                </a:cubicBezTo>
                <a:cubicBezTo>
                  <a:pt x="3545330" y="712137"/>
                  <a:pt x="3633314" y="698262"/>
                  <a:pt x="3710982" y="714182"/>
                </a:cubicBezTo>
                <a:cubicBezTo>
                  <a:pt x="3772122" y="726607"/>
                  <a:pt x="3825029" y="745116"/>
                  <a:pt x="3850961" y="778802"/>
                </a:cubicBezTo>
                <a:cubicBezTo>
                  <a:pt x="3868395" y="801427"/>
                  <a:pt x="3898481" y="813185"/>
                  <a:pt x="3946286" y="816372"/>
                </a:cubicBezTo>
                <a:cubicBezTo>
                  <a:pt x="3987480" y="819179"/>
                  <a:pt x="4025130" y="827781"/>
                  <a:pt x="4065132" y="832459"/>
                </a:cubicBezTo>
                <a:cubicBezTo>
                  <a:pt x="4086246" y="834922"/>
                  <a:pt x="4110400" y="838274"/>
                  <a:pt x="4132173" y="835167"/>
                </a:cubicBezTo>
                <a:cubicBezTo>
                  <a:pt x="4190358" y="826865"/>
                  <a:pt x="4249453" y="817300"/>
                  <a:pt x="4305858" y="804156"/>
                </a:cubicBezTo>
                <a:cubicBezTo>
                  <a:pt x="4334041" y="797490"/>
                  <a:pt x="4360739" y="782919"/>
                  <a:pt x="4382131" y="769481"/>
                </a:cubicBezTo>
                <a:cubicBezTo>
                  <a:pt x="4404161" y="755388"/>
                  <a:pt x="4425552" y="747047"/>
                  <a:pt x="4453289" y="752531"/>
                </a:cubicBezTo>
                <a:cubicBezTo>
                  <a:pt x="4522267" y="766292"/>
                  <a:pt x="4590589" y="780524"/>
                  <a:pt x="4657971" y="795835"/>
                </a:cubicBezTo>
                <a:cubicBezTo>
                  <a:pt x="4669645" y="798513"/>
                  <a:pt x="4675987" y="807238"/>
                  <a:pt x="4682399" y="813876"/>
                </a:cubicBezTo>
                <a:cubicBezTo>
                  <a:pt x="4712325" y="844914"/>
                  <a:pt x="4739115" y="876968"/>
                  <a:pt x="4771814" y="907046"/>
                </a:cubicBezTo>
                <a:cubicBezTo>
                  <a:pt x="4783117" y="917329"/>
                  <a:pt x="4807945" y="922850"/>
                  <a:pt x="4827520" y="929876"/>
                </a:cubicBezTo>
                <a:cubicBezTo>
                  <a:pt x="4833681" y="932206"/>
                  <a:pt x="4845543" y="931081"/>
                  <a:pt x="4849942" y="933851"/>
                </a:cubicBezTo>
                <a:cubicBezTo>
                  <a:pt x="4888949" y="959631"/>
                  <a:pt x="4951287" y="954890"/>
                  <a:pt x="5009626" y="957896"/>
                </a:cubicBezTo>
                <a:cubicBezTo>
                  <a:pt x="5059523" y="960407"/>
                  <a:pt x="5111928" y="960104"/>
                  <a:pt x="5158711" y="963814"/>
                </a:cubicBezTo>
                <a:cubicBezTo>
                  <a:pt x="5231307" y="969696"/>
                  <a:pt x="5298173" y="973751"/>
                  <a:pt x="5376427" y="963151"/>
                </a:cubicBezTo>
                <a:cubicBezTo>
                  <a:pt x="5408579" y="958754"/>
                  <a:pt x="5448461" y="970245"/>
                  <a:pt x="5475787" y="980508"/>
                </a:cubicBezTo>
                <a:cubicBezTo>
                  <a:pt x="5528518" y="1000363"/>
                  <a:pt x="5584839" y="1001958"/>
                  <a:pt x="5653401" y="987268"/>
                </a:cubicBezTo>
                <a:cubicBezTo>
                  <a:pt x="5676008" y="982341"/>
                  <a:pt x="5702558" y="984595"/>
                  <a:pt x="5726340" y="985357"/>
                </a:cubicBezTo>
                <a:cubicBezTo>
                  <a:pt x="5748643" y="985952"/>
                  <a:pt x="5770110" y="988364"/>
                  <a:pt x="5790563" y="991300"/>
                </a:cubicBezTo>
                <a:cubicBezTo>
                  <a:pt x="5815128" y="994969"/>
                  <a:pt x="5845522" y="996110"/>
                  <a:pt x="5860260" y="1004958"/>
                </a:cubicBezTo>
                <a:cubicBezTo>
                  <a:pt x="5906803" y="1032493"/>
                  <a:pt x="5977069" y="1037385"/>
                  <a:pt x="6042101" y="1036226"/>
                </a:cubicBezTo>
                <a:cubicBezTo>
                  <a:pt x="6128232" y="1034888"/>
                  <a:pt x="6222269" y="1027704"/>
                  <a:pt x="6301998" y="989138"/>
                </a:cubicBezTo>
                <a:cubicBezTo>
                  <a:pt x="6349672" y="965909"/>
                  <a:pt x="6396952" y="955198"/>
                  <a:pt x="6452025" y="968489"/>
                </a:cubicBezTo>
                <a:cubicBezTo>
                  <a:pt x="6489401" y="977695"/>
                  <a:pt x="6558002" y="960731"/>
                  <a:pt x="6589205" y="939474"/>
                </a:cubicBezTo>
                <a:cubicBezTo>
                  <a:pt x="6600499" y="931821"/>
                  <a:pt x="6612148" y="924116"/>
                  <a:pt x="6631069" y="911222"/>
                </a:cubicBezTo>
                <a:cubicBezTo>
                  <a:pt x="6674305" y="951313"/>
                  <a:pt x="6752346" y="944332"/>
                  <a:pt x="6828274" y="942941"/>
                </a:cubicBezTo>
                <a:cubicBezTo>
                  <a:pt x="6874780" y="942157"/>
                  <a:pt x="6889173" y="963896"/>
                  <a:pt x="6900803" y="984140"/>
                </a:cubicBezTo>
                <a:cubicBezTo>
                  <a:pt x="6921316" y="1020676"/>
                  <a:pt x="6959796" y="1032557"/>
                  <a:pt x="7034668" y="1018665"/>
                </a:cubicBezTo>
                <a:cubicBezTo>
                  <a:pt x="7117337" y="1003282"/>
                  <a:pt x="7199637" y="985309"/>
                  <a:pt x="7281067" y="966327"/>
                </a:cubicBezTo>
                <a:cubicBezTo>
                  <a:pt x="7332521" y="954266"/>
                  <a:pt x="7378029" y="936255"/>
                  <a:pt x="7412780" y="909206"/>
                </a:cubicBezTo>
                <a:cubicBezTo>
                  <a:pt x="7446535" y="882864"/>
                  <a:pt x="7455445" y="884046"/>
                  <a:pt x="7500327" y="894826"/>
                </a:cubicBezTo>
                <a:cubicBezTo>
                  <a:pt x="7552743" y="907363"/>
                  <a:pt x="7606735" y="918164"/>
                  <a:pt x="7662324" y="927415"/>
                </a:cubicBezTo>
                <a:cubicBezTo>
                  <a:pt x="7679867" y="930387"/>
                  <a:pt x="7704114" y="926740"/>
                  <a:pt x="7725334" y="924844"/>
                </a:cubicBezTo>
                <a:cubicBezTo>
                  <a:pt x="7761320" y="921787"/>
                  <a:pt x="7798617" y="920242"/>
                  <a:pt x="7833279" y="913031"/>
                </a:cubicBezTo>
                <a:cubicBezTo>
                  <a:pt x="7866516" y="906023"/>
                  <a:pt x="7898634" y="893700"/>
                  <a:pt x="7928605" y="881683"/>
                </a:cubicBezTo>
                <a:cubicBezTo>
                  <a:pt x="8012311" y="848025"/>
                  <a:pt x="8088138" y="810205"/>
                  <a:pt x="8146597" y="762968"/>
                </a:cubicBezTo>
                <a:cubicBezTo>
                  <a:pt x="8154091" y="756800"/>
                  <a:pt x="8170249" y="752606"/>
                  <a:pt x="8183577" y="749005"/>
                </a:cubicBezTo>
                <a:cubicBezTo>
                  <a:pt x="8205312" y="743071"/>
                  <a:pt x="8227788" y="737222"/>
                  <a:pt x="8250224" y="733642"/>
                </a:cubicBezTo>
                <a:cubicBezTo>
                  <a:pt x="8359189" y="716209"/>
                  <a:pt x="8441164" y="678078"/>
                  <a:pt x="8505929" y="626542"/>
                </a:cubicBezTo>
                <a:cubicBezTo>
                  <a:pt x="8524585" y="611796"/>
                  <a:pt x="8540107" y="608259"/>
                  <a:pt x="8564194" y="618796"/>
                </a:cubicBezTo>
                <a:cubicBezTo>
                  <a:pt x="8592162" y="631043"/>
                  <a:pt x="8628032" y="619507"/>
                  <a:pt x="8660705" y="611069"/>
                </a:cubicBezTo>
                <a:cubicBezTo>
                  <a:pt x="8694442" y="602479"/>
                  <a:pt x="8728514" y="593651"/>
                  <a:pt x="8762255" y="585060"/>
                </a:cubicBezTo>
                <a:cubicBezTo>
                  <a:pt x="8787227" y="578855"/>
                  <a:pt x="8811899" y="573069"/>
                  <a:pt x="8836439" y="566358"/>
                </a:cubicBezTo>
                <a:cubicBezTo>
                  <a:pt x="8912856" y="545447"/>
                  <a:pt x="8983243" y="538425"/>
                  <a:pt x="9050728" y="559575"/>
                </a:cubicBezTo>
                <a:cubicBezTo>
                  <a:pt x="9102219" y="575830"/>
                  <a:pt x="9164950" y="573868"/>
                  <a:pt x="9229627" y="557464"/>
                </a:cubicBezTo>
                <a:cubicBezTo>
                  <a:pt x="9237706" y="555368"/>
                  <a:pt x="9247529" y="550190"/>
                  <a:pt x="9253451" y="550855"/>
                </a:cubicBezTo>
                <a:cubicBezTo>
                  <a:pt x="9342568" y="560232"/>
                  <a:pt x="9405310" y="512383"/>
                  <a:pt x="9484214" y="498671"/>
                </a:cubicBezTo>
                <a:cubicBezTo>
                  <a:pt x="9519035" y="492570"/>
                  <a:pt x="9552778" y="473783"/>
                  <a:pt x="9582633" y="458384"/>
                </a:cubicBezTo>
                <a:cubicBezTo>
                  <a:pt x="9623689" y="437231"/>
                  <a:pt x="9660183" y="417297"/>
                  <a:pt x="9719670" y="415607"/>
                </a:cubicBezTo>
                <a:cubicBezTo>
                  <a:pt x="9779189" y="414101"/>
                  <a:pt x="9830940" y="393878"/>
                  <a:pt x="9871784" y="366147"/>
                </a:cubicBezTo>
                <a:cubicBezTo>
                  <a:pt x="9903014" y="345075"/>
                  <a:pt x="9939570" y="338349"/>
                  <a:pt x="9984494" y="336660"/>
                </a:cubicBezTo>
                <a:cubicBezTo>
                  <a:pt x="10040642" y="334503"/>
                  <a:pt x="10098165" y="326674"/>
                  <a:pt x="10154708" y="322193"/>
                </a:cubicBezTo>
                <a:cubicBezTo>
                  <a:pt x="10166953" y="321201"/>
                  <a:pt x="10182669" y="321603"/>
                  <a:pt x="10190446" y="325025"/>
                </a:cubicBezTo>
                <a:cubicBezTo>
                  <a:pt x="10285769" y="367692"/>
                  <a:pt x="10408999" y="350677"/>
                  <a:pt x="10530736" y="335953"/>
                </a:cubicBezTo>
                <a:cubicBezTo>
                  <a:pt x="10604506" y="327127"/>
                  <a:pt x="10678397" y="316584"/>
                  <a:pt x="10752157" y="305117"/>
                </a:cubicBezTo>
                <a:cubicBezTo>
                  <a:pt x="10777120" y="301365"/>
                  <a:pt x="10803110" y="294636"/>
                  <a:pt x="10824452" y="285927"/>
                </a:cubicBezTo>
                <a:cubicBezTo>
                  <a:pt x="10868837" y="267698"/>
                  <a:pt x="10909147" y="246465"/>
                  <a:pt x="10953152" y="228102"/>
                </a:cubicBezTo>
                <a:cubicBezTo>
                  <a:pt x="10969622" y="221030"/>
                  <a:pt x="10991730" y="217688"/>
                  <a:pt x="11011614" y="214096"/>
                </a:cubicBezTo>
                <a:cubicBezTo>
                  <a:pt x="11046743" y="207573"/>
                  <a:pt x="11086641" y="206412"/>
                  <a:pt x="11116031" y="195421"/>
                </a:cubicBezTo>
                <a:cubicBezTo>
                  <a:pt x="11192467" y="166956"/>
                  <a:pt x="11266913" y="160299"/>
                  <a:pt x="11344303" y="166629"/>
                </a:cubicBezTo>
                <a:cubicBezTo>
                  <a:pt x="11452657" y="175527"/>
                  <a:pt x="11551626" y="159519"/>
                  <a:pt x="11639050" y="108526"/>
                </a:cubicBezTo>
                <a:cubicBezTo>
                  <a:pt x="11678385" y="85543"/>
                  <a:pt x="11720243" y="87879"/>
                  <a:pt x="11757532" y="96530"/>
                </a:cubicBezTo>
                <a:cubicBezTo>
                  <a:pt x="11800499" y="106640"/>
                  <a:pt x="11840704" y="105056"/>
                  <a:pt x="11885799" y="86728"/>
                </a:cubicBezTo>
                <a:cubicBezTo>
                  <a:pt x="11895784" y="82659"/>
                  <a:pt x="11910604" y="81867"/>
                  <a:pt x="11922874" y="81060"/>
                </a:cubicBezTo>
                <a:cubicBezTo>
                  <a:pt x="11992783" y="75806"/>
                  <a:pt x="12063500" y="73647"/>
                  <a:pt x="12115331" y="33587"/>
                </a:cubicBezTo>
                <a:cubicBezTo>
                  <a:pt x="12125500" y="25715"/>
                  <a:pt x="12143693" y="20477"/>
                  <a:pt x="12158080" y="1408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30AAB717-F027-0012-2DD1-6E731A23F116}"/>
              </a:ext>
            </a:extLst>
          </p:cNvPr>
          <p:cNvSpPr>
            <a:spLocks noGrp="1"/>
          </p:cNvSpPr>
          <p:nvPr>
            <p:ph idx="1"/>
          </p:nvPr>
        </p:nvSpPr>
        <p:spPr>
          <a:xfrm>
            <a:off x="111760" y="3128176"/>
            <a:ext cx="11948160" cy="3729824"/>
          </a:xfrm>
        </p:spPr>
        <p:txBody>
          <a:bodyPr>
            <a:normAutofit/>
          </a:bodyPr>
          <a:lstStyle/>
          <a:p>
            <a:pPr marL="0" indent="0" algn="ctr">
              <a:buNone/>
            </a:pPr>
            <a:r>
              <a:rPr lang="en-JM" b="1" dirty="0">
                <a:highlight>
                  <a:srgbClr val="008080"/>
                </a:highlight>
              </a:rPr>
              <a:t>VS 6</a:t>
            </a:r>
          </a:p>
          <a:p>
            <a:r>
              <a:rPr lang="en-JM" sz="3000" dirty="0">
                <a:solidFill>
                  <a:srgbClr val="FFFF00"/>
                </a:solidFill>
              </a:rPr>
              <a:t>secret - </a:t>
            </a:r>
            <a:r>
              <a:rPr lang="el-GR" sz="3000" dirty="0">
                <a:solidFill>
                  <a:srgbClr val="FFFF00"/>
                </a:solidFill>
              </a:rPr>
              <a:t>κρυπτῷ</a:t>
            </a:r>
            <a:endParaRPr lang="en-JM" sz="3000" dirty="0">
              <a:solidFill>
                <a:srgbClr val="FFFF00"/>
              </a:solidFill>
            </a:endParaRPr>
          </a:p>
          <a:p>
            <a:pPr>
              <a:buFont typeface="Wingdings" panose="05000000000000000000" pitchFamily="2" charset="2"/>
              <a:buChar char="v"/>
            </a:pPr>
            <a:r>
              <a:rPr lang="en-JM" sz="3000" dirty="0"/>
              <a:t>hidden, concealed, secret.</a:t>
            </a:r>
          </a:p>
          <a:p>
            <a:pPr>
              <a:buFont typeface="Wingdings" panose="05000000000000000000" pitchFamily="2" charset="2"/>
              <a:buChar char="ü"/>
            </a:pPr>
            <a:r>
              <a:rPr lang="en-JM" sz="3000" dirty="0"/>
              <a:t>That which is, private:- hid (-den), inward [-</a:t>
            </a:r>
            <a:r>
              <a:rPr lang="en-JM" sz="3000" dirty="0" err="1"/>
              <a:t>ly</a:t>
            </a:r>
            <a:r>
              <a:rPr lang="en-JM" sz="3000" dirty="0"/>
              <a:t>], secret.</a:t>
            </a:r>
            <a:endParaRPr lang="el-GR" sz="3000" dirty="0"/>
          </a:p>
          <a:p>
            <a:pPr marL="0" indent="0">
              <a:buNone/>
            </a:pPr>
            <a:endParaRPr lang="en-JM" sz="3000" dirty="0">
              <a:solidFill>
                <a:srgbClr val="FFFF00"/>
              </a:solidFill>
            </a:endParaRPr>
          </a:p>
          <a:p>
            <a:endParaRPr lang="en-JM" sz="3000" dirty="0"/>
          </a:p>
          <a:p>
            <a:pPr marL="0" indent="0">
              <a:buNone/>
            </a:pPr>
            <a:endParaRPr lang="en-JM" dirty="0"/>
          </a:p>
        </p:txBody>
      </p:sp>
    </p:spTree>
    <p:extLst>
      <p:ext uri="{BB962C8B-B14F-4D97-AF65-F5344CB8AC3E}">
        <p14:creationId xmlns:p14="http://schemas.microsoft.com/office/powerpoint/2010/main" val="390892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761193-2757-7454-CD46-406C243E884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EBC1929-A105-4F11-C9ED-1A97AC83B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1F23D0-5D45-76E6-AE39-A01F1A4F0889}"/>
              </a:ext>
            </a:extLst>
          </p:cNvPr>
          <p:cNvSpPr>
            <a:spLocks noGrp="1"/>
          </p:cNvSpPr>
          <p:nvPr>
            <p:ph type="title"/>
          </p:nvPr>
        </p:nvSpPr>
        <p:spPr>
          <a:xfrm>
            <a:off x="761999" y="1021079"/>
            <a:ext cx="10667999" cy="1086018"/>
          </a:xfrm>
        </p:spPr>
        <p:txBody>
          <a:bodyPr anchor="ctr">
            <a:normAutofit/>
          </a:bodyPr>
          <a:lstStyle/>
          <a:p>
            <a:pPr algn="ctr"/>
            <a:r>
              <a:rPr lang="en-JM" dirty="0"/>
              <a:t>Vain Repetition</a:t>
            </a:r>
          </a:p>
        </p:txBody>
      </p:sp>
      <p:sp>
        <p:nvSpPr>
          <p:cNvPr id="10" name="Freeform: Shape 9">
            <a:extLst>
              <a:ext uri="{FF2B5EF4-FFF2-40B4-BE49-F238E27FC236}">
                <a16:creationId xmlns:a16="http://schemas.microsoft.com/office/drawing/2014/main" id="{3357617D-C698-6733-96D8-0E18315E3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367198"/>
            <a:ext cx="12192000" cy="822960"/>
          </a:xfrm>
          <a:custGeom>
            <a:avLst/>
            <a:gdLst>
              <a:gd name="connsiteX0" fmla="*/ 12192000 w 12192000"/>
              <a:gd name="connsiteY0" fmla="*/ 0 h 1203824"/>
              <a:gd name="connsiteX1" fmla="*/ 12192000 w 12192000"/>
              <a:gd name="connsiteY1" fmla="*/ 463429 h 1203824"/>
              <a:gd name="connsiteX2" fmla="*/ 12190876 w 12192000"/>
              <a:gd name="connsiteY2" fmla="*/ 463512 h 1203824"/>
              <a:gd name="connsiteX3" fmla="*/ 12077245 w 12192000"/>
              <a:gd name="connsiteY3" fmla="*/ 476327 h 1203824"/>
              <a:gd name="connsiteX4" fmla="*/ 11984517 w 12192000"/>
              <a:gd name="connsiteY4" fmla="*/ 479927 h 1203824"/>
              <a:gd name="connsiteX5" fmla="*/ 11951600 w 12192000"/>
              <a:gd name="connsiteY5" fmla="*/ 478957 h 1203824"/>
              <a:gd name="connsiteX6" fmla="*/ 11690904 w 12192000"/>
              <a:gd name="connsiteY6" fmla="*/ 471970 h 1203824"/>
              <a:gd name="connsiteX7" fmla="*/ 11413965 w 12192000"/>
              <a:gd name="connsiteY7" fmla="*/ 476172 h 1203824"/>
              <a:gd name="connsiteX8" fmla="*/ 11240739 w 12192000"/>
              <a:gd name="connsiteY8" fmla="*/ 523169 h 1203824"/>
              <a:gd name="connsiteX9" fmla="*/ 11175005 w 12192000"/>
              <a:gd name="connsiteY9" fmla="*/ 532169 h 1203824"/>
              <a:gd name="connsiteX10" fmla="*/ 10873726 w 12192000"/>
              <a:gd name="connsiteY10" fmla="*/ 580253 h 1203824"/>
              <a:gd name="connsiteX11" fmla="*/ 10821306 w 12192000"/>
              <a:gd name="connsiteY11" fmla="*/ 593207 h 1203824"/>
              <a:gd name="connsiteX12" fmla="*/ 10530811 w 12192000"/>
              <a:gd name="connsiteY12" fmla="*/ 612184 h 1203824"/>
              <a:gd name="connsiteX13" fmla="*/ 10426049 w 12192000"/>
              <a:gd name="connsiteY13" fmla="*/ 623354 h 1203824"/>
              <a:gd name="connsiteX14" fmla="*/ 10329156 w 12192000"/>
              <a:gd name="connsiteY14" fmla="*/ 630948 h 1203824"/>
              <a:gd name="connsiteX15" fmla="*/ 10194727 w 12192000"/>
              <a:gd name="connsiteY15" fmla="*/ 648617 h 1203824"/>
              <a:gd name="connsiteX16" fmla="*/ 10055906 w 12192000"/>
              <a:gd name="connsiteY16" fmla="*/ 671256 h 1203824"/>
              <a:gd name="connsiteX17" fmla="*/ 9900551 w 12192000"/>
              <a:gd name="connsiteY17" fmla="*/ 692855 h 1203824"/>
              <a:gd name="connsiteX18" fmla="*/ 9838464 w 12192000"/>
              <a:gd name="connsiteY18" fmla="*/ 696804 h 1203824"/>
              <a:gd name="connsiteX19" fmla="*/ 9672957 w 12192000"/>
              <a:gd name="connsiteY19" fmla="*/ 723816 h 1203824"/>
              <a:gd name="connsiteX20" fmla="*/ 9585066 w 12192000"/>
              <a:gd name="connsiteY20" fmla="*/ 730692 h 1203824"/>
              <a:gd name="connsiteX21" fmla="*/ 9441407 w 12192000"/>
              <a:gd name="connsiteY21" fmla="*/ 750055 h 1203824"/>
              <a:gd name="connsiteX22" fmla="*/ 9394459 w 12192000"/>
              <a:gd name="connsiteY22" fmla="*/ 755431 h 1203824"/>
              <a:gd name="connsiteX23" fmla="*/ 9352590 w 12192000"/>
              <a:gd name="connsiteY23" fmla="*/ 760650 h 1203824"/>
              <a:gd name="connsiteX24" fmla="*/ 9211614 w 12192000"/>
              <a:gd name="connsiteY24" fmla="*/ 796248 h 1203824"/>
              <a:gd name="connsiteX25" fmla="*/ 9084667 w 12192000"/>
              <a:gd name="connsiteY25" fmla="*/ 815303 h 1203824"/>
              <a:gd name="connsiteX26" fmla="*/ 8863666 w 12192000"/>
              <a:gd name="connsiteY26" fmla="*/ 859298 h 1203824"/>
              <a:gd name="connsiteX27" fmla="*/ 8813796 w 12192000"/>
              <a:gd name="connsiteY27" fmla="*/ 862070 h 1203824"/>
              <a:gd name="connsiteX28" fmla="*/ 8659351 w 12192000"/>
              <a:gd name="connsiteY28" fmla="*/ 882406 h 1203824"/>
              <a:gd name="connsiteX29" fmla="*/ 8571352 w 12192000"/>
              <a:gd name="connsiteY29" fmla="*/ 893639 h 1203824"/>
              <a:gd name="connsiteX30" fmla="*/ 8464106 w 12192000"/>
              <a:gd name="connsiteY30" fmla="*/ 918004 h 1203824"/>
              <a:gd name="connsiteX31" fmla="*/ 8278324 w 12192000"/>
              <a:gd name="connsiteY31" fmla="*/ 963769 h 1203824"/>
              <a:gd name="connsiteX32" fmla="*/ 8229128 w 12192000"/>
              <a:gd name="connsiteY32" fmla="*/ 973810 h 1203824"/>
              <a:gd name="connsiteX33" fmla="*/ 8139751 w 12192000"/>
              <a:gd name="connsiteY33" fmla="*/ 995815 h 1203824"/>
              <a:gd name="connsiteX34" fmla="*/ 8123571 w 12192000"/>
              <a:gd name="connsiteY34" fmla="*/ 999822 h 1203824"/>
              <a:gd name="connsiteX35" fmla="*/ 7988699 w 12192000"/>
              <a:gd name="connsiteY35" fmla="*/ 1042479 h 1203824"/>
              <a:gd name="connsiteX36" fmla="*/ 7917214 w 12192000"/>
              <a:gd name="connsiteY36" fmla="*/ 1054565 h 1203824"/>
              <a:gd name="connsiteX37" fmla="*/ 7710915 w 12192000"/>
              <a:gd name="connsiteY37" fmla="*/ 1084190 h 1203824"/>
              <a:gd name="connsiteX38" fmla="*/ 7622959 w 12192000"/>
              <a:gd name="connsiteY38" fmla="*/ 1093150 h 1203824"/>
              <a:gd name="connsiteX39" fmla="*/ 7410782 w 12192000"/>
              <a:gd name="connsiteY39" fmla="*/ 1109640 h 1203824"/>
              <a:gd name="connsiteX40" fmla="*/ 7277754 w 12192000"/>
              <a:gd name="connsiteY40" fmla="*/ 1121822 h 1203824"/>
              <a:gd name="connsiteX41" fmla="*/ 7124540 w 12192000"/>
              <a:gd name="connsiteY41" fmla="*/ 1132918 h 1203824"/>
              <a:gd name="connsiteX42" fmla="*/ 6949752 w 12192000"/>
              <a:gd name="connsiteY42" fmla="*/ 1151058 h 1203824"/>
              <a:gd name="connsiteX43" fmla="*/ 6630249 w 12192000"/>
              <a:gd name="connsiteY43" fmla="*/ 1176063 h 1203824"/>
              <a:gd name="connsiteX44" fmla="*/ 6320634 w 12192000"/>
              <a:gd name="connsiteY44" fmla="*/ 1198901 h 1203824"/>
              <a:gd name="connsiteX45" fmla="*/ 6192343 w 12192000"/>
              <a:gd name="connsiteY45" fmla="*/ 1198323 h 1203824"/>
              <a:gd name="connsiteX46" fmla="*/ 5966562 w 12192000"/>
              <a:gd name="connsiteY46" fmla="*/ 1203723 h 1203824"/>
              <a:gd name="connsiteX47" fmla="*/ 5867227 w 12192000"/>
              <a:gd name="connsiteY47" fmla="*/ 1201847 h 1203824"/>
              <a:gd name="connsiteX48" fmla="*/ 5630172 w 12192000"/>
              <a:gd name="connsiteY48" fmla="*/ 1202248 h 1203824"/>
              <a:gd name="connsiteX49" fmla="*/ 5348949 w 12192000"/>
              <a:gd name="connsiteY49" fmla="*/ 1191768 h 1203824"/>
              <a:gd name="connsiteX50" fmla="*/ 5241228 w 12192000"/>
              <a:gd name="connsiteY50" fmla="*/ 1192408 h 1203824"/>
              <a:gd name="connsiteX51" fmla="*/ 4971133 w 12192000"/>
              <a:gd name="connsiteY51" fmla="*/ 1193559 h 1203824"/>
              <a:gd name="connsiteX52" fmla="*/ 4869416 w 12192000"/>
              <a:gd name="connsiteY52" fmla="*/ 1200519 h 1203824"/>
              <a:gd name="connsiteX53" fmla="*/ 4753274 w 12192000"/>
              <a:gd name="connsiteY53" fmla="*/ 1200850 h 1203824"/>
              <a:gd name="connsiteX54" fmla="*/ 4611883 w 12192000"/>
              <a:gd name="connsiteY54" fmla="*/ 1192701 h 1203824"/>
              <a:gd name="connsiteX55" fmla="*/ 4376825 w 12192000"/>
              <a:gd name="connsiteY55" fmla="*/ 1184131 h 1203824"/>
              <a:gd name="connsiteX56" fmla="*/ 4285471 w 12192000"/>
              <a:gd name="connsiteY56" fmla="*/ 1187158 h 1203824"/>
              <a:gd name="connsiteX57" fmla="*/ 3866543 w 12192000"/>
              <a:gd name="connsiteY57" fmla="*/ 1181596 h 1203824"/>
              <a:gd name="connsiteX58" fmla="*/ 3651342 w 12192000"/>
              <a:gd name="connsiteY58" fmla="*/ 1174348 h 1203824"/>
              <a:gd name="connsiteX59" fmla="*/ 3518453 w 12192000"/>
              <a:gd name="connsiteY59" fmla="*/ 1177258 h 1203824"/>
              <a:gd name="connsiteX60" fmla="*/ 3400818 w 12192000"/>
              <a:gd name="connsiteY60" fmla="*/ 1169685 h 1203824"/>
              <a:gd name="connsiteX61" fmla="*/ 3037154 w 12192000"/>
              <a:gd name="connsiteY61" fmla="*/ 1153217 h 1203824"/>
              <a:gd name="connsiteX62" fmla="*/ 2866260 w 12192000"/>
              <a:gd name="connsiteY62" fmla="*/ 1132283 h 1203824"/>
              <a:gd name="connsiteX63" fmla="*/ 2582173 w 12192000"/>
              <a:gd name="connsiteY63" fmla="*/ 1088979 h 1203824"/>
              <a:gd name="connsiteX64" fmla="*/ 2395406 w 12192000"/>
              <a:gd name="connsiteY64" fmla="*/ 1035945 h 1203824"/>
              <a:gd name="connsiteX65" fmla="*/ 2294751 w 12192000"/>
              <a:gd name="connsiteY65" fmla="*/ 1014618 h 1203824"/>
              <a:gd name="connsiteX66" fmla="*/ 2122944 w 12192000"/>
              <a:gd name="connsiteY66" fmla="*/ 984751 h 1203824"/>
              <a:gd name="connsiteX67" fmla="*/ 1905504 w 12192000"/>
              <a:gd name="connsiteY67" fmla="*/ 941380 h 1203824"/>
              <a:gd name="connsiteX68" fmla="*/ 1671045 w 12192000"/>
              <a:gd name="connsiteY68" fmla="*/ 924228 h 1203824"/>
              <a:gd name="connsiteX69" fmla="*/ 1543856 w 12192000"/>
              <a:gd name="connsiteY69" fmla="*/ 898190 h 1203824"/>
              <a:gd name="connsiteX70" fmla="*/ 1419784 w 12192000"/>
              <a:gd name="connsiteY70" fmla="*/ 868500 h 1203824"/>
              <a:gd name="connsiteX71" fmla="*/ 1355116 w 12192000"/>
              <a:gd name="connsiteY71" fmla="*/ 849214 h 1203824"/>
              <a:gd name="connsiteX72" fmla="*/ 1223713 w 12192000"/>
              <a:gd name="connsiteY72" fmla="*/ 821702 h 1203824"/>
              <a:gd name="connsiteX73" fmla="*/ 1094193 w 12192000"/>
              <a:gd name="connsiteY73" fmla="*/ 804872 h 1203824"/>
              <a:gd name="connsiteX74" fmla="*/ 1001115 w 12192000"/>
              <a:gd name="connsiteY74" fmla="*/ 783030 h 1203824"/>
              <a:gd name="connsiteX75" fmla="*/ 879548 w 12192000"/>
              <a:gd name="connsiteY75" fmla="*/ 747884 h 1203824"/>
              <a:gd name="connsiteX76" fmla="*/ 711163 w 12192000"/>
              <a:gd name="connsiteY76" fmla="*/ 719039 h 1203824"/>
              <a:gd name="connsiteX77" fmla="*/ 557941 w 12192000"/>
              <a:gd name="connsiteY77" fmla="*/ 707101 h 1203824"/>
              <a:gd name="connsiteX78" fmla="*/ 480347 w 12192000"/>
              <a:gd name="connsiteY78" fmla="*/ 668702 h 1203824"/>
              <a:gd name="connsiteX79" fmla="*/ 296224 w 12192000"/>
              <a:gd name="connsiteY79" fmla="*/ 603583 h 1203824"/>
              <a:gd name="connsiteX80" fmla="*/ 72689 w 12192000"/>
              <a:gd name="connsiteY80" fmla="*/ 560892 h 1203824"/>
              <a:gd name="connsiteX81" fmla="*/ 0 w 12192000"/>
              <a:gd name="connsiteY81" fmla="*/ 543486 h 1203824"/>
              <a:gd name="connsiteX82" fmla="*/ 0 w 12192000"/>
              <a:gd name="connsiteY82" fmla="*/ 384357 h 1203824"/>
              <a:gd name="connsiteX83" fmla="*/ 51784 w 12192000"/>
              <a:gd name="connsiteY83" fmla="*/ 393937 h 1203824"/>
              <a:gd name="connsiteX84" fmla="*/ 205561 w 12192000"/>
              <a:gd name="connsiteY84" fmla="*/ 414859 h 1203824"/>
              <a:gd name="connsiteX85" fmla="*/ 354391 w 12192000"/>
              <a:gd name="connsiteY85" fmla="*/ 426667 h 1203824"/>
              <a:gd name="connsiteX86" fmla="*/ 448281 w 12192000"/>
              <a:gd name="connsiteY86" fmla="*/ 436308 h 1203824"/>
              <a:gd name="connsiteX87" fmla="*/ 611518 w 12192000"/>
              <a:gd name="connsiteY87" fmla="*/ 434166 h 1203824"/>
              <a:gd name="connsiteX88" fmla="*/ 746076 w 12192000"/>
              <a:gd name="connsiteY88" fmla="*/ 422520 h 1203824"/>
              <a:gd name="connsiteX89" fmla="*/ 902724 w 12192000"/>
              <a:gd name="connsiteY89" fmla="*/ 409989 h 1203824"/>
              <a:gd name="connsiteX90" fmla="*/ 1113854 w 12192000"/>
              <a:gd name="connsiteY90" fmla="*/ 414230 h 1203824"/>
              <a:gd name="connsiteX91" fmla="*/ 1333449 w 12192000"/>
              <a:gd name="connsiteY91" fmla="*/ 459938 h 1203824"/>
              <a:gd name="connsiteX92" fmla="*/ 1408608 w 12192000"/>
              <a:gd name="connsiteY92" fmla="*/ 458278 h 1203824"/>
              <a:gd name="connsiteX93" fmla="*/ 1630191 w 12192000"/>
              <a:gd name="connsiteY93" fmla="*/ 403061 h 1203824"/>
              <a:gd name="connsiteX94" fmla="*/ 1956289 w 12192000"/>
              <a:gd name="connsiteY94" fmla="*/ 332366 h 1203824"/>
              <a:gd name="connsiteX95" fmla="*/ 2042814 w 12192000"/>
              <a:gd name="connsiteY95" fmla="*/ 344002 h 1203824"/>
              <a:gd name="connsiteX96" fmla="*/ 2183420 w 12192000"/>
              <a:gd name="connsiteY96" fmla="*/ 369635 h 1203824"/>
              <a:gd name="connsiteX97" fmla="*/ 2269566 w 12192000"/>
              <a:gd name="connsiteY97" fmla="*/ 439859 h 1203824"/>
              <a:gd name="connsiteX98" fmla="*/ 2331129 w 12192000"/>
              <a:gd name="connsiteY98" fmla="*/ 524163 h 1203824"/>
              <a:gd name="connsiteX99" fmla="*/ 2385112 w 12192000"/>
              <a:gd name="connsiteY99" fmla="*/ 555357 h 1203824"/>
              <a:gd name="connsiteX100" fmla="*/ 2444033 w 12192000"/>
              <a:gd name="connsiteY100" fmla="*/ 572629 h 1203824"/>
              <a:gd name="connsiteX101" fmla="*/ 2525979 w 12192000"/>
              <a:gd name="connsiteY101" fmla="*/ 603233 h 1203824"/>
              <a:gd name="connsiteX102" fmla="*/ 2603911 w 12192000"/>
              <a:gd name="connsiteY102" fmla="*/ 684825 h 1203824"/>
              <a:gd name="connsiteX103" fmla="*/ 2678828 w 12192000"/>
              <a:gd name="connsiteY103" fmla="*/ 706990 h 1203824"/>
              <a:gd name="connsiteX104" fmla="*/ 2738094 w 12192000"/>
              <a:gd name="connsiteY104" fmla="*/ 711376 h 1203824"/>
              <a:gd name="connsiteX105" fmla="*/ 2983806 w 12192000"/>
              <a:gd name="connsiteY105" fmla="*/ 728243 h 1203824"/>
              <a:gd name="connsiteX106" fmla="*/ 3013997 w 12192000"/>
              <a:gd name="connsiteY106" fmla="*/ 725446 h 1203824"/>
              <a:gd name="connsiteX107" fmla="*/ 3364419 w 12192000"/>
              <a:gd name="connsiteY107" fmla="*/ 720577 h 1203824"/>
              <a:gd name="connsiteX108" fmla="*/ 3460521 w 12192000"/>
              <a:gd name="connsiteY108" fmla="*/ 717628 h 1203824"/>
              <a:gd name="connsiteX109" fmla="*/ 3710982 w 12192000"/>
              <a:gd name="connsiteY109" fmla="*/ 714182 h 1203824"/>
              <a:gd name="connsiteX110" fmla="*/ 3850961 w 12192000"/>
              <a:gd name="connsiteY110" fmla="*/ 778802 h 1203824"/>
              <a:gd name="connsiteX111" fmla="*/ 3946286 w 12192000"/>
              <a:gd name="connsiteY111" fmla="*/ 816372 h 1203824"/>
              <a:gd name="connsiteX112" fmla="*/ 4065132 w 12192000"/>
              <a:gd name="connsiteY112" fmla="*/ 832459 h 1203824"/>
              <a:gd name="connsiteX113" fmla="*/ 4132173 w 12192000"/>
              <a:gd name="connsiteY113" fmla="*/ 835167 h 1203824"/>
              <a:gd name="connsiteX114" fmla="*/ 4305858 w 12192000"/>
              <a:gd name="connsiteY114" fmla="*/ 804156 h 1203824"/>
              <a:gd name="connsiteX115" fmla="*/ 4382131 w 12192000"/>
              <a:gd name="connsiteY115" fmla="*/ 769481 h 1203824"/>
              <a:gd name="connsiteX116" fmla="*/ 4453289 w 12192000"/>
              <a:gd name="connsiteY116" fmla="*/ 752531 h 1203824"/>
              <a:gd name="connsiteX117" fmla="*/ 4657971 w 12192000"/>
              <a:gd name="connsiteY117" fmla="*/ 795835 h 1203824"/>
              <a:gd name="connsiteX118" fmla="*/ 4682399 w 12192000"/>
              <a:gd name="connsiteY118" fmla="*/ 813876 h 1203824"/>
              <a:gd name="connsiteX119" fmla="*/ 4771814 w 12192000"/>
              <a:gd name="connsiteY119" fmla="*/ 907046 h 1203824"/>
              <a:gd name="connsiteX120" fmla="*/ 4827520 w 12192000"/>
              <a:gd name="connsiteY120" fmla="*/ 929876 h 1203824"/>
              <a:gd name="connsiteX121" fmla="*/ 4849942 w 12192000"/>
              <a:gd name="connsiteY121" fmla="*/ 933851 h 1203824"/>
              <a:gd name="connsiteX122" fmla="*/ 5009626 w 12192000"/>
              <a:gd name="connsiteY122" fmla="*/ 957896 h 1203824"/>
              <a:gd name="connsiteX123" fmla="*/ 5158711 w 12192000"/>
              <a:gd name="connsiteY123" fmla="*/ 963814 h 1203824"/>
              <a:gd name="connsiteX124" fmla="*/ 5376427 w 12192000"/>
              <a:gd name="connsiteY124" fmla="*/ 963151 h 1203824"/>
              <a:gd name="connsiteX125" fmla="*/ 5475787 w 12192000"/>
              <a:gd name="connsiteY125" fmla="*/ 980508 h 1203824"/>
              <a:gd name="connsiteX126" fmla="*/ 5653401 w 12192000"/>
              <a:gd name="connsiteY126" fmla="*/ 987268 h 1203824"/>
              <a:gd name="connsiteX127" fmla="*/ 5726340 w 12192000"/>
              <a:gd name="connsiteY127" fmla="*/ 985357 h 1203824"/>
              <a:gd name="connsiteX128" fmla="*/ 5790563 w 12192000"/>
              <a:gd name="connsiteY128" fmla="*/ 991300 h 1203824"/>
              <a:gd name="connsiteX129" fmla="*/ 5860260 w 12192000"/>
              <a:gd name="connsiteY129" fmla="*/ 1004958 h 1203824"/>
              <a:gd name="connsiteX130" fmla="*/ 6042101 w 12192000"/>
              <a:gd name="connsiteY130" fmla="*/ 1036226 h 1203824"/>
              <a:gd name="connsiteX131" fmla="*/ 6301998 w 12192000"/>
              <a:gd name="connsiteY131" fmla="*/ 989138 h 1203824"/>
              <a:gd name="connsiteX132" fmla="*/ 6452025 w 12192000"/>
              <a:gd name="connsiteY132" fmla="*/ 968489 h 1203824"/>
              <a:gd name="connsiteX133" fmla="*/ 6589205 w 12192000"/>
              <a:gd name="connsiteY133" fmla="*/ 939474 h 1203824"/>
              <a:gd name="connsiteX134" fmla="*/ 6631069 w 12192000"/>
              <a:gd name="connsiteY134" fmla="*/ 911222 h 1203824"/>
              <a:gd name="connsiteX135" fmla="*/ 6828274 w 12192000"/>
              <a:gd name="connsiteY135" fmla="*/ 942941 h 1203824"/>
              <a:gd name="connsiteX136" fmla="*/ 6900803 w 12192000"/>
              <a:gd name="connsiteY136" fmla="*/ 984140 h 1203824"/>
              <a:gd name="connsiteX137" fmla="*/ 7034668 w 12192000"/>
              <a:gd name="connsiteY137" fmla="*/ 1018665 h 1203824"/>
              <a:gd name="connsiteX138" fmla="*/ 7281067 w 12192000"/>
              <a:gd name="connsiteY138" fmla="*/ 966327 h 1203824"/>
              <a:gd name="connsiteX139" fmla="*/ 7412780 w 12192000"/>
              <a:gd name="connsiteY139" fmla="*/ 909206 h 1203824"/>
              <a:gd name="connsiteX140" fmla="*/ 7500327 w 12192000"/>
              <a:gd name="connsiteY140" fmla="*/ 894826 h 1203824"/>
              <a:gd name="connsiteX141" fmla="*/ 7662324 w 12192000"/>
              <a:gd name="connsiteY141" fmla="*/ 927415 h 1203824"/>
              <a:gd name="connsiteX142" fmla="*/ 7725334 w 12192000"/>
              <a:gd name="connsiteY142" fmla="*/ 924844 h 1203824"/>
              <a:gd name="connsiteX143" fmla="*/ 7833279 w 12192000"/>
              <a:gd name="connsiteY143" fmla="*/ 913031 h 1203824"/>
              <a:gd name="connsiteX144" fmla="*/ 7928605 w 12192000"/>
              <a:gd name="connsiteY144" fmla="*/ 881683 h 1203824"/>
              <a:gd name="connsiteX145" fmla="*/ 8146597 w 12192000"/>
              <a:gd name="connsiteY145" fmla="*/ 762968 h 1203824"/>
              <a:gd name="connsiteX146" fmla="*/ 8183577 w 12192000"/>
              <a:gd name="connsiteY146" fmla="*/ 749005 h 1203824"/>
              <a:gd name="connsiteX147" fmla="*/ 8250224 w 12192000"/>
              <a:gd name="connsiteY147" fmla="*/ 733642 h 1203824"/>
              <a:gd name="connsiteX148" fmla="*/ 8505929 w 12192000"/>
              <a:gd name="connsiteY148" fmla="*/ 626542 h 1203824"/>
              <a:gd name="connsiteX149" fmla="*/ 8564194 w 12192000"/>
              <a:gd name="connsiteY149" fmla="*/ 618796 h 1203824"/>
              <a:gd name="connsiteX150" fmla="*/ 8660705 w 12192000"/>
              <a:gd name="connsiteY150" fmla="*/ 611069 h 1203824"/>
              <a:gd name="connsiteX151" fmla="*/ 8762255 w 12192000"/>
              <a:gd name="connsiteY151" fmla="*/ 585060 h 1203824"/>
              <a:gd name="connsiteX152" fmla="*/ 8836439 w 12192000"/>
              <a:gd name="connsiteY152" fmla="*/ 566358 h 1203824"/>
              <a:gd name="connsiteX153" fmla="*/ 9050728 w 12192000"/>
              <a:gd name="connsiteY153" fmla="*/ 559575 h 1203824"/>
              <a:gd name="connsiteX154" fmla="*/ 9229627 w 12192000"/>
              <a:gd name="connsiteY154" fmla="*/ 557464 h 1203824"/>
              <a:gd name="connsiteX155" fmla="*/ 9253451 w 12192000"/>
              <a:gd name="connsiteY155" fmla="*/ 550855 h 1203824"/>
              <a:gd name="connsiteX156" fmla="*/ 9484214 w 12192000"/>
              <a:gd name="connsiteY156" fmla="*/ 498671 h 1203824"/>
              <a:gd name="connsiteX157" fmla="*/ 9582633 w 12192000"/>
              <a:gd name="connsiteY157" fmla="*/ 458384 h 1203824"/>
              <a:gd name="connsiteX158" fmla="*/ 9719670 w 12192000"/>
              <a:gd name="connsiteY158" fmla="*/ 415607 h 1203824"/>
              <a:gd name="connsiteX159" fmla="*/ 9871784 w 12192000"/>
              <a:gd name="connsiteY159" fmla="*/ 366147 h 1203824"/>
              <a:gd name="connsiteX160" fmla="*/ 9984494 w 12192000"/>
              <a:gd name="connsiteY160" fmla="*/ 336660 h 1203824"/>
              <a:gd name="connsiteX161" fmla="*/ 10154708 w 12192000"/>
              <a:gd name="connsiteY161" fmla="*/ 322193 h 1203824"/>
              <a:gd name="connsiteX162" fmla="*/ 10190446 w 12192000"/>
              <a:gd name="connsiteY162" fmla="*/ 325025 h 1203824"/>
              <a:gd name="connsiteX163" fmla="*/ 10530736 w 12192000"/>
              <a:gd name="connsiteY163" fmla="*/ 335953 h 1203824"/>
              <a:gd name="connsiteX164" fmla="*/ 10752157 w 12192000"/>
              <a:gd name="connsiteY164" fmla="*/ 305117 h 1203824"/>
              <a:gd name="connsiteX165" fmla="*/ 10824452 w 12192000"/>
              <a:gd name="connsiteY165" fmla="*/ 285927 h 1203824"/>
              <a:gd name="connsiteX166" fmla="*/ 10953152 w 12192000"/>
              <a:gd name="connsiteY166" fmla="*/ 228102 h 1203824"/>
              <a:gd name="connsiteX167" fmla="*/ 11011614 w 12192000"/>
              <a:gd name="connsiteY167" fmla="*/ 214096 h 1203824"/>
              <a:gd name="connsiteX168" fmla="*/ 11116031 w 12192000"/>
              <a:gd name="connsiteY168" fmla="*/ 195421 h 1203824"/>
              <a:gd name="connsiteX169" fmla="*/ 11344303 w 12192000"/>
              <a:gd name="connsiteY169" fmla="*/ 166629 h 1203824"/>
              <a:gd name="connsiteX170" fmla="*/ 11639050 w 12192000"/>
              <a:gd name="connsiteY170" fmla="*/ 108526 h 1203824"/>
              <a:gd name="connsiteX171" fmla="*/ 11757532 w 12192000"/>
              <a:gd name="connsiteY171" fmla="*/ 96530 h 1203824"/>
              <a:gd name="connsiteX172" fmla="*/ 11885799 w 12192000"/>
              <a:gd name="connsiteY172" fmla="*/ 86728 h 1203824"/>
              <a:gd name="connsiteX173" fmla="*/ 11922874 w 12192000"/>
              <a:gd name="connsiteY173" fmla="*/ 81060 h 1203824"/>
              <a:gd name="connsiteX174" fmla="*/ 12115331 w 12192000"/>
              <a:gd name="connsiteY174" fmla="*/ 33587 h 1203824"/>
              <a:gd name="connsiteX175" fmla="*/ 12158080 w 12192000"/>
              <a:gd name="connsiteY175" fmla="*/ 14081 h 120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1203824">
                <a:moveTo>
                  <a:pt x="12192000" y="0"/>
                </a:moveTo>
                <a:lnTo>
                  <a:pt x="12192000" y="463429"/>
                </a:lnTo>
                <a:lnTo>
                  <a:pt x="12190876" y="463512"/>
                </a:lnTo>
                <a:cubicBezTo>
                  <a:pt x="12153133" y="467010"/>
                  <a:pt x="12115042" y="473200"/>
                  <a:pt x="12077245" y="476327"/>
                </a:cubicBezTo>
                <a:cubicBezTo>
                  <a:pt x="12046307" y="479040"/>
                  <a:pt x="12015359" y="479114"/>
                  <a:pt x="11984517" y="479927"/>
                </a:cubicBezTo>
                <a:cubicBezTo>
                  <a:pt x="11973265" y="480210"/>
                  <a:pt x="11961485" y="476792"/>
                  <a:pt x="11951600" y="478957"/>
                </a:cubicBezTo>
                <a:cubicBezTo>
                  <a:pt x="11853497" y="501074"/>
                  <a:pt x="11777036" y="475730"/>
                  <a:pt x="11690904" y="471970"/>
                </a:cubicBezTo>
                <a:cubicBezTo>
                  <a:pt x="11600358" y="467893"/>
                  <a:pt x="11511400" y="454530"/>
                  <a:pt x="11413965" y="476172"/>
                </a:cubicBezTo>
                <a:cubicBezTo>
                  <a:pt x="11355010" y="489304"/>
                  <a:pt x="11299073" y="508237"/>
                  <a:pt x="11240739" y="523169"/>
                </a:cubicBezTo>
                <a:cubicBezTo>
                  <a:pt x="11219994" y="528395"/>
                  <a:pt x="11196384" y="531385"/>
                  <a:pt x="11175005" y="532169"/>
                </a:cubicBezTo>
                <a:cubicBezTo>
                  <a:pt x="11071819" y="536506"/>
                  <a:pt x="10971303" y="549336"/>
                  <a:pt x="10873726" y="580253"/>
                </a:cubicBezTo>
                <a:cubicBezTo>
                  <a:pt x="10856992" y="585473"/>
                  <a:pt x="10839156" y="590660"/>
                  <a:pt x="10821306" y="593207"/>
                </a:cubicBezTo>
                <a:cubicBezTo>
                  <a:pt x="10723500" y="607162"/>
                  <a:pt x="10626924" y="616976"/>
                  <a:pt x="10530811" y="612184"/>
                </a:cubicBezTo>
                <a:cubicBezTo>
                  <a:pt x="10498527" y="610559"/>
                  <a:pt x="10460885" y="619895"/>
                  <a:pt x="10426049" y="623354"/>
                </a:cubicBezTo>
                <a:cubicBezTo>
                  <a:pt x="10393740" y="626644"/>
                  <a:pt x="10360820" y="630774"/>
                  <a:pt x="10329156" y="630948"/>
                </a:cubicBezTo>
                <a:cubicBezTo>
                  <a:pt x="10282924" y="631125"/>
                  <a:pt x="10240698" y="636395"/>
                  <a:pt x="10194727" y="648617"/>
                </a:cubicBezTo>
                <a:cubicBezTo>
                  <a:pt x="10150847" y="660165"/>
                  <a:pt x="10102287" y="664450"/>
                  <a:pt x="10055906" y="671256"/>
                </a:cubicBezTo>
                <a:cubicBezTo>
                  <a:pt x="10004174" y="678826"/>
                  <a:pt x="9952442" y="686395"/>
                  <a:pt x="9900551" y="692855"/>
                </a:cubicBezTo>
                <a:cubicBezTo>
                  <a:pt x="9879793" y="695439"/>
                  <a:pt x="9855180" y="691398"/>
                  <a:pt x="9838464" y="696804"/>
                </a:cubicBezTo>
                <a:cubicBezTo>
                  <a:pt x="9784563" y="714690"/>
                  <a:pt x="9727517" y="710557"/>
                  <a:pt x="9672957" y="723816"/>
                </a:cubicBezTo>
                <a:cubicBezTo>
                  <a:pt x="9646220" y="730464"/>
                  <a:pt x="9614440" y="727257"/>
                  <a:pt x="9585066" y="730692"/>
                </a:cubicBezTo>
                <a:cubicBezTo>
                  <a:pt x="9537047" y="736221"/>
                  <a:pt x="9489294" y="743601"/>
                  <a:pt x="9441407" y="750055"/>
                </a:cubicBezTo>
                <a:cubicBezTo>
                  <a:pt x="9425674" y="752111"/>
                  <a:pt x="9410218" y="753561"/>
                  <a:pt x="9394459" y="755431"/>
                </a:cubicBezTo>
                <a:cubicBezTo>
                  <a:pt x="9380484" y="757048"/>
                  <a:pt x="9365611" y="757472"/>
                  <a:pt x="9352590" y="760650"/>
                </a:cubicBezTo>
                <a:cubicBezTo>
                  <a:pt x="9305415" y="772102"/>
                  <a:pt x="9259379" y="786411"/>
                  <a:pt x="9211614" y="796248"/>
                </a:cubicBezTo>
                <a:cubicBezTo>
                  <a:pt x="9170220" y="804796"/>
                  <a:pt x="9126523" y="807444"/>
                  <a:pt x="9084667" y="815303"/>
                </a:cubicBezTo>
                <a:cubicBezTo>
                  <a:pt x="9010868" y="829042"/>
                  <a:pt x="8937412" y="845188"/>
                  <a:pt x="8863666" y="859298"/>
                </a:cubicBezTo>
                <a:cubicBezTo>
                  <a:pt x="8847706" y="862330"/>
                  <a:pt x="8830271" y="860096"/>
                  <a:pt x="8813796" y="862070"/>
                </a:cubicBezTo>
                <a:cubicBezTo>
                  <a:pt x="8762262" y="868479"/>
                  <a:pt x="8710833" y="875626"/>
                  <a:pt x="8659351" y="882406"/>
                </a:cubicBezTo>
                <a:cubicBezTo>
                  <a:pt x="8630055" y="886396"/>
                  <a:pt x="8600505" y="891179"/>
                  <a:pt x="8571352" y="893639"/>
                </a:cubicBezTo>
                <a:cubicBezTo>
                  <a:pt x="8532843" y="896868"/>
                  <a:pt x="8497743" y="898476"/>
                  <a:pt x="8464106" y="918004"/>
                </a:cubicBezTo>
                <a:cubicBezTo>
                  <a:pt x="8412327" y="948238"/>
                  <a:pt x="8341122" y="949523"/>
                  <a:pt x="8278324" y="963769"/>
                </a:cubicBezTo>
                <a:cubicBezTo>
                  <a:pt x="8262086" y="967408"/>
                  <a:pt x="8245335" y="969987"/>
                  <a:pt x="8229128" y="973810"/>
                </a:cubicBezTo>
                <a:cubicBezTo>
                  <a:pt x="8199180" y="980915"/>
                  <a:pt x="8169646" y="988338"/>
                  <a:pt x="8139751" y="995815"/>
                </a:cubicBezTo>
                <a:cubicBezTo>
                  <a:pt x="8134478" y="997132"/>
                  <a:pt x="8128438" y="998185"/>
                  <a:pt x="8123571" y="999822"/>
                </a:cubicBezTo>
                <a:cubicBezTo>
                  <a:pt x="8078628" y="1014164"/>
                  <a:pt x="8034565" y="1029514"/>
                  <a:pt x="7988699" y="1042479"/>
                </a:cubicBezTo>
                <a:cubicBezTo>
                  <a:pt x="7966302" y="1048884"/>
                  <a:pt x="7941011" y="1052871"/>
                  <a:pt x="7917214" y="1054565"/>
                </a:cubicBezTo>
                <a:cubicBezTo>
                  <a:pt x="7847636" y="1059584"/>
                  <a:pt x="7779165" y="1067276"/>
                  <a:pt x="7710915" y="1084190"/>
                </a:cubicBezTo>
                <a:cubicBezTo>
                  <a:pt x="7683826" y="1090885"/>
                  <a:pt x="7652466" y="1090640"/>
                  <a:pt x="7622959" y="1093150"/>
                </a:cubicBezTo>
                <a:cubicBezTo>
                  <a:pt x="7552361" y="1098691"/>
                  <a:pt x="7481710" y="1103861"/>
                  <a:pt x="7410782" y="1109640"/>
                </a:cubicBezTo>
                <a:cubicBezTo>
                  <a:pt x="7366505" y="1113312"/>
                  <a:pt x="7322030" y="1118147"/>
                  <a:pt x="7277754" y="1121822"/>
                </a:cubicBezTo>
                <a:cubicBezTo>
                  <a:pt x="7226619" y="1125906"/>
                  <a:pt x="7175601" y="1128277"/>
                  <a:pt x="7124540" y="1132918"/>
                </a:cubicBezTo>
                <a:cubicBezTo>
                  <a:pt x="7066293" y="1138207"/>
                  <a:pt x="7008028" y="1145955"/>
                  <a:pt x="6949752" y="1151058"/>
                </a:cubicBezTo>
                <a:cubicBezTo>
                  <a:pt x="6843217" y="1160027"/>
                  <a:pt x="6736882" y="1167834"/>
                  <a:pt x="6630249" y="1176063"/>
                </a:cubicBezTo>
                <a:cubicBezTo>
                  <a:pt x="6526849" y="1184018"/>
                  <a:pt x="6423556" y="1192713"/>
                  <a:pt x="6320634" y="1198901"/>
                </a:cubicBezTo>
                <a:cubicBezTo>
                  <a:pt x="6277297" y="1201496"/>
                  <a:pt x="6235232" y="1197679"/>
                  <a:pt x="6192343" y="1198323"/>
                </a:cubicBezTo>
                <a:cubicBezTo>
                  <a:pt x="6117131" y="1199612"/>
                  <a:pt x="6041418" y="1202485"/>
                  <a:pt x="5966562" y="1203723"/>
                </a:cubicBezTo>
                <a:cubicBezTo>
                  <a:pt x="5933144" y="1204338"/>
                  <a:pt x="5900754" y="1201974"/>
                  <a:pt x="5867227" y="1201847"/>
                </a:cubicBezTo>
                <a:cubicBezTo>
                  <a:pt x="5788180" y="1201796"/>
                  <a:pt x="5708354" y="1203933"/>
                  <a:pt x="5630172" y="1202248"/>
                </a:cubicBezTo>
                <a:cubicBezTo>
                  <a:pt x="5535908" y="1200213"/>
                  <a:pt x="5442984" y="1194779"/>
                  <a:pt x="5348949" y="1191768"/>
                </a:cubicBezTo>
                <a:cubicBezTo>
                  <a:pt x="5313810" y="1190551"/>
                  <a:pt x="5277251" y="1192179"/>
                  <a:pt x="5241228" y="1192408"/>
                </a:cubicBezTo>
                <a:cubicBezTo>
                  <a:pt x="5151316" y="1192775"/>
                  <a:pt x="5061657" y="1192349"/>
                  <a:pt x="4971133" y="1193559"/>
                </a:cubicBezTo>
                <a:cubicBezTo>
                  <a:pt x="4937685" y="1193988"/>
                  <a:pt x="4903114" y="1199299"/>
                  <a:pt x="4869416" y="1200519"/>
                </a:cubicBezTo>
                <a:cubicBezTo>
                  <a:pt x="4830283" y="1201947"/>
                  <a:pt x="4791348" y="1202215"/>
                  <a:pt x="4753274" y="1200850"/>
                </a:cubicBezTo>
                <a:cubicBezTo>
                  <a:pt x="4705682" y="1199144"/>
                  <a:pt x="4659172" y="1194829"/>
                  <a:pt x="4611883" y="1192701"/>
                </a:cubicBezTo>
                <a:cubicBezTo>
                  <a:pt x="4533819" y="1189298"/>
                  <a:pt x="4455420" y="1186135"/>
                  <a:pt x="4376825" y="1184131"/>
                </a:cubicBezTo>
                <a:cubicBezTo>
                  <a:pt x="4347226" y="1183446"/>
                  <a:pt x="4315374" y="1187423"/>
                  <a:pt x="4285471" y="1187158"/>
                </a:cubicBezTo>
                <a:cubicBezTo>
                  <a:pt x="4145774" y="1185753"/>
                  <a:pt x="4006046" y="1184162"/>
                  <a:pt x="3866543" y="1181596"/>
                </a:cubicBezTo>
                <a:cubicBezTo>
                  <a:pt x="3794230" y="1180207"/>
                  <a:pt x="3723633" y="1175551"/>
                  <a:pt x="3651342" y="1174348"/>
                </a:cubicBezTo>
                <a:cubicBezTo>
                  <a:pt x="3607885" y="1173562"/>
                  <a:pt x="3561907" y="1178044"/>
                  <a:pt x="3518453" y="1177258"/>
                </a:cubicBezTo>
                <a:cubicBezTo>
                  <a:pt x="3478287" y="1176568"/>
                  <a:pt x="3440399" y="1171400"/>
                  <a:pt x="3400818" y="1169685"/>
                </a:cubicBezTo>
                <a:cubicBezTo>
                  <a:pt x="3279824" y="1164099"/>
                  <a:pt x="3157310" y="1160621"/>
                  <a:pt x="3037154" y="1153217"/>
                </a:cubicBezTo>
                <a:cubicBezTo>
                  <a:pt x="2978373" y="1149708"/>
                  <a:pt x="2922429" y="1140508"/>
                  <a:pt x="2866260" y="1132283"/>
                </a:cubicBezTo>
                <a:cubicBezTo>
                  <a:pt x="2771049" y="1118489"/>
                  <a:pt x="2677107" y="1103380"/>
                  <a:pt x="2582173" y="1088979"/>
                </a:cubicBezTo>
                <a:cubicBezTo>
                  <a:pt x="2511090" y="1078352"/>
                  <a:pt x="2447356" y="1063086"/>
                  <a:pt x="2395406" y="1035945"/>
                </a:cubicBezTo>
                <a:cubicBezTo>
                  <a:pt x="2371411" y="1023508"/>
                  <a:pt x="2331675" y="1015582"/>
                  <a:pt x="2294751" y="1014618"/>
                </a:cubicBezTo>
                <a:cubicBezTo>
                  <a:pt x="2228580" y="1012920"/>
                  <a:pt x="2177384" y="998698"/>
                  <a:pt x="2122944" y="984751"/>
                </a:cubicBezTo>
                <a:cubicBezTo>
                  <a:pt x="2054121" y="967003"/>
                  <a:pt x="1981585" y="951294"/>
                  <a:pt x="1905504" y="941380"/>
                </a:cubicBezTo>
                <a:cubicBezTo>
                  <a:pt x="1830544" y="931682"/>
                  <a:pt x="1747929" y="932141"/>
                  <a:pt x="1671045" y="924228"/>
                </a:cubicBezTo>
                <a:cubicBezTo>
                  <a:pt x="1625936" y="919523"/>
                  <a:pt x="1585613" y="907528"/>
                  <a:pt x="1543856" y="898190"/>
                </a:cubicBezTo>
                <a:cubicBezTo>
                  <a:pt x="1502093" y="888855"/>
                  <a:pt x="1460606" y="878913"/>
                  <a:pt x="1419784" y="868500"/>
                </a:cubicBezTo>
                <a:cubicBezTo>
                  <a:pt x="1397486" y="862806"/>
                  <a:pt x="1378078" y="854435"/>
                  <a:pt x="1355116" y="849214"/>
                </a:cubicBezTo>
                <a:cubicBezTo>
                  <a:pt x="1311848" y="839527"/>
                  <a:pt x="1265353" y="832754"/>
                  <a:pt x="1223713" y="821702"/>
                </a:cubicBezTo>
                <a:cubicBezTo>
                  <a:pt x="1183577" y="811001"/>
                  <a:pt x="1138864" y="809072"/>
                  <a:pt x="1094193" y="804872"/>
                </a:cubicBezTo>
                <a:cubicBezTo>
                  <a:pt x="1060244" y="801784"/>
                  <a:pt x="1034230" y="787936"/>
                  <a:pt x="1001115" y="783030"/>
                </a:cubicBezTo>
                <a:cubicBezTo>
                  <a:pt x="953853" y="775990"/>
                  <a:pt x="916853" y="764276"/>
                  <a:pt x="879548" y="747884"/>
                </a:cubicBezTo>
                <a:cubicBezTo>
                  <a:pt x="837586" y="729513"/>
                  <a:pt x="770061" y="725929"/>
                  <a:pt x="711163" y="719039"/>
                </a:cubicBezTo>
                <a:cubicBezTo>
                  <a:pt x="661152" y="713146"/>
                  <a:pt x="604343" y="715774"/>
                  <a:pt x="557941" y="707101"/>
                </a:cubicBezTo>
                <a:cubicBezTo>
                  <a:pt x="525381" y="700984"/>
                  <a:pt x="499355" y="684493"/>
                  <a:pt x="480347" y="668702"/>
                </a:cubicBezTo>
                <a:cubicBezTo>
                  <a:pt x="437718" y="632865"/>
                  <a:pt x="370204" y="616630"/>
                  <a:pt x="296224" y="603583"/>
                </a:cubicBezTo>
                <a:cubicBezTo>
                  <a:pt x="220741" y="590184"/>
                  <a:pt x="148480" y="573869"/>
                  <a:pt x="72689" y="560892"/>
                </a:cubicBezTo>
                <a:lnTo>
                  <a:pt x="0" y="543486"/>
                </a:lnTo>
                <a:lnTo>
                  <a:pt x="0" y="384357"/>
                </a:lnTo>
                <a:lnTo>
                  <a:pt x="51784" y="393937"/>
                </a:lnTo>
                <a:cubicBezTo>
                  <a:pt x="104770" y="397707"/>
                  <a:pt x="153378" y="409086"/>
                  <a:pt x="205561" y="414859"/>
                </a:cubicBezTo>
                <a:cubicBezTo>
                  <a:pt x="254062" y="420400"/>
                  <a:pt x="305001" y="422574"/>
                  <a:pt x="354391" y="426667"/>
                </a:cubicBezTo>
                <a:cubicBezTo>
                  <a:pt x="386450" y="429269"/>
                  <a:pt x="420771" y="429847"/>
                  <a:pt x="448281" y="436308"/>
                </a:cubicBezTo>
                <a:cubicBezTo>
                  <a:pt x="499904" y="448391"/>
                  <a:pt x="551004" y="446576"/>
                  <a:pt x="611518" y="434166"/>
                </a:cubicBezTo>
                <a:cubicBezTo>
                  <a:pt x="654695" y="425361"/>
                  <a:pt x="702395" y="422710"/>
                  <a:pt x="746076" y="422520"/>
                </a:cubicBezTo>
                <a:cubicBezTo>
                  <a:pt x="798481" y="422218"/>
                  <a:pt x="848400" y="419817"/>
                  <a:pt x="902724" y="409989"/>
                </a:cubicBezTo>
                <a:cubicBezTo>
                  <a:pt x="977291" y="396518"/>
                  <a:pt x="1048428" y="397321"/>
                  <a:pt x="1113854" y="414230"/>
                </a:cubicBezTo>
                <a:cubicBezTo>
                  <a:pt x="1184155" y="432145"/>
                  <a:pt x="1258677" y="446437"/>
                  <a:pt x="1333449" y="459938"/>
                </a:cubicBezTo>
                <a:cubicBezTo>
                  <a:pt x="1354772" y="463883"/>
                  <a:pt x="1385284" y="463304"/>
                  <a:pt x="1408608" y="458278"/>
                </a:cubicBezTo>
                <a:cubicBezTo>
                  <a:pt x="1483492" y="441930"/>
                  <a:pt x="1561495" y="427025"/>
                  <a:pt x="1630191" y="403061"/>
                </a:cubicBezTo>
                <a:cubicBezTo>
                  <a:pt x="1735315" y="366348"/>
                  <a:pt x="1840887" y="337881"/>
                  <a:pt x="1956289" y="332366"/>
                </a:cubicBezTo>
                <a:cubicBezTo>
                  <a:pt x="1986669" y="330865"/>
                  <a:pt x="2019100" y="336056"/>
                  <a:pt x="2042814" y="344002"/>
                </a:cubicBezTo>
                <a:cubicBezTo>
                  <a:pt x="2085261" y="358150"/>
                  <a:pt x="2126350" y="370413"/>
                  <a:pt x="2183420" y="369635"/>
                </a:cubicBezTo>
                <a:cubicBezTo>
                  <a:pt x="2235035" y="368879"/>
                  <a:pt x="2279659" y="405942"/>
                  <a:pt x="2269566" y="439859"/>
                </a:cubicBezTo>
                <a:cubicBezTo>
                  <a:pt x="2258267" y="478101"/>
                  <a:pt x="2277762" y="504964"/>
                  <a:pt x="2331129" y="524163"/>
                </a:cubicBezTo>
                <a:cubicBezTo>
                  <a:pt x="2352980" y="531807"/>
                  <a:pt x="2364861" y="546162"/>
                  <a:pt x="2385112" y="555357"/>
                </a:cubicBezTo>
                <a:cubicBezTo>
                  <a:pt x="2401860" y="562976"/>
                  <a:pt x="2421927" y="570875"/>
                  <a:pt x="2444033" y="572629"/>
                </a:cubicBezTo>
                <a:cubicBezTo>
                  <a:pt x="2483469" y="575878"/>
                  <a:pt x="2509763" y="584022"/>
                  <a:pt x="2525979" y="603233"/>
                </a:cubicBezTo>
                <a:cubicBezTo>
                  <a:pt x="2549282" y="631254"/>
                  <a:pt x="2578520" y="657481"/>
                  <a:pt x="2603911" y="684825"/>
                </a:cubicBezTo>
                <a:cubicBezTo>
                  <a:pt x="2618910" y="700624"/>
                  <a:pt x="2643515" y="707120"/>
                  <a:pt x="2678828" y="706990"/>
                </a:cubicBezTo>
                <a:cubicBezTo>
                  <a:pt x="2699243" y="707100"/>
                  <a:pt x="2725615" y="705603"/>
                  <a:pt x="2738094" y="711376"/>
                </a:cubicBezTo>
                <a:cubicBezTo>
                  <a:pt x="2805960" y="742855"/>
                  <a:pt x="2895980" y="733032"/>
                  <a:pt x="2983806" y="728243"/>
                </a:cubicBezTo>
                <a:cubicBezTo>
                  <a:pt x="2993929" y="727744"/>
                  <a:pt x="3004007" y="726871"/>
                  <a:pt x="3013997" y="725446"/>
                </a:cubicBezTo>
                <a:cubicBezTo>
                  <a:pt x="3136002" y="707474"/>
                  <a:pt x="3250133" y="713470"/>
                  <a:pt x="3364419" y="720577"/>
                </a:cubicBezTo>
                <a:cubicBezTo>
                  <a:pt x="3394563" y="722507"/>
                  <a:pt x="3428050" y="719807"/>
                  <a:pt x="3460521" y="717628"/>
                </a:cubicBezTo>
                <a:cubicBezTo>
                  <a:pt x="3545330" y="712137"/>
                  <a:pt x="3633314" y="698262"/>
                  <a:pt x="3710982" y="714182"/>
                </a:cubicBezTo>
                <a:cubicBezTo>
                  <a:pt x="3772122" y="726607"/>
                  <a:pt x="3825029" y="745116"/>
                  <a:pt x="3850961" y="778802"/>
                </a:cubicBezTo>
                <a:cubicBezTo>
                  <a:pt x="3868395" y="801427"/>
                  <a:pt x="3898481" y="813185"/>
                  <a:pt x="3946286" y="816372"/>
                </a:cubicBezTo>
                <a:cubicBezTo>
                  <a:pt x="3987480" y="819179"/>
                  <a:pt x="4025130" y="827781"/>
                  <a:pt x="4065132" y="832459"/>
                </a:cubicBezTo>
                <a:cubicBezTo>
                  <a:pt x="4086246" y="834922"/>
                  <a:pt x="4110400" y="838274"/>
                  <a:pt x="4132173" y="835167"/>
                </a:cubicBezTo>
                <a:cubicBezTo>
                  <a:pt x="4190358" y="826865"/>
                  <a:pt x="4249453" y="817300"/>
                  <a:pt x="4305858" y="804156"/>
                </a:cubicBezTo>
                <a:cubicBezTo>
                  <a:pt x="4334041" y="797490"/>
                  <a:pt x="4360739" y="782919"/>
                  <a:pt x="4382131" y="769481"/>
                </a:cubicBezTo>
                <a:cubicBezTo>
                  <a:pt x="4404161" y="755388"/>
                  <a:pt x="4425552" y="747047"/>
                  <a:pt x="4453289" y="752531"/>
                </a:cubicBezTo>
                <a:cubicBezTo>
                  <a:pt x="4522267" y="766292"/>
                  <a:pt x="4590589" y="780524"/>
                  <a:pt x="4657971" y="795835"/>
                </a:cubicBezTo>
                <a:cubicBezTo>
                  <a:pt x="4669645" y="798513"/>
                  <a:pt x="4675987" y="807238"/>
                  <a:pt x="4682399" y="813876"/>
                </a:cubicBezTo>
                <a:cubicBezTo>
                  <a:pt x="4712325" y="844914"/>
                  <a:pt x="4739115" y="876968"/>
                  <a:pt x="4771814" y="907046"/>
                </a:cubicBezTo>
                <a:cubicBezTo>
                  <a:pt x="4783117" y="917329"/>
                  <a:pt x="4807945" y="922850"/>
                  <a:pt x="4827520" y="929876"/>
                </a:cubicBezTo>
                <a:cubicBezTo>
                  <a:pt x="4833681" y="932206"/>
                  <a:pt x="4845543" y="931081"/>
                  <a:pt x="4849942" y="933851"/>
                </a:cubicBezTo>
                <a:cubicBezTo>
                  <a:pt x="4888949" y="959631"/>
                  <a:pt x="4951287" y="954890"/>
                  <a:pt x="5009626" y="957896"/>
                </a:cubicBezTo>
                <a:cubicBezTo>
                  <a:pt x="5059523" y="960407"/>
                  <a:pt x="5111928" y="960104"/>
                  <a:pt x="5158711" y="963814"/>
                </a:cubicBezTo>
                <a:cubicBezTo>
                  <a:pt x="5231307" y="969696"/>
                  <a:pt x="5298173" y="973751"/>
                  <a:pt x="5376427" y="963151"/>
                </a:cubicBezTo>
                <a:cubicBezTo>
                  <a:pt x="5408579" y="958754"/>
                  <a:pt x="5448461" y="970245"/>
                  <a:pt x="5475787" y="980508"/>
                </a:cubicBezTo>
                <a:cubicBezTo>
                  <a:pt x="5528518" y="1000363"/>
                  <a:pt x="5584839" y="1001958"/>
                  <a:pt x="5653401" y="987268"/>
                </a:cubicBezTo>
                <a:cubicBezTo>
                  <a:pt x="5676008" y="982341"/>
                  <a:pt x="5702558" y="984595"/>
                  <a:pt x="5726340" y="985357"/>
                </a:cubicBezTo>
                <a:cubicBezTo>
                  <a:pt x="5748643" y="985952"/>
                  <a:pt x="5770110" y="988364"/>
                  <a:pt x="5790563" y="991300"/>
                </a:cubicBezTo>
                <a:cubicBezTo>
                  <a:pt x="5815128" y="994969"/>
                  <a:pt x="5845522" y="996110"/>
                  <a:pt x="5860260" y="1004958"/>
                </a:cubicBezTo>
                <a:cubicBezTo>
                  <a:pt x="5906803" y="1032493"/>
                  <a:pt x="5977069" y="1037385"/>
                  <a:pt x="6042101" y="1036226"/>
                </a:cubicBezTo>
                <a:cubicBezTo>
                  <a:pt x="6128232" y="1034888"/>
                  <a:pt x="6222269" y="1027704"/>
                  <a:pt x="6301998" y="989138"/>
                </a:cubicBezTo>
                <a:cubicBezTo>
                  <a:pt x="6349672" y="965909"/>
                  <a:pt x="6396952" y="955198"/>
                  <a:pt x="6452025" y="968489"/>
                </a:cubicBezTo>
                <a:cubicBezTo>
                  <a:pt x="6489401" y="977695"/>
                  <a:pt x="6558002" y="960731"/>
                  <a:pt x="6589205" y="939474"/>
                </a:cubicBezTo>
                <a:cubicBezTo>
                  <a:pt x="6600499" y="931821"/>
                  <a:pt x="6612148" y="924116"/>
                  <a:pt x="6631069" y="911222"/>
                </a:cubicBezTo>
                <a:cubicBezTo>
                  <a:pt x="6674305" y="951313"/>
                  <a:pt x="6752346" y="944332"/>
                  <a:pt x="6828274" y="942941"/>
                </a:cubicBezTo>
                <a:cubicBezTo>
                  <a:pt x="6874780" y="942157"/>
                  <a:pt x="6889173" y="963896"/>
                  <a:pt x="6900803" y="984140"/>
                </a:cubicBezTo>
                <a:cubicBezTo>
                  <a:pt x="6921316" y="1020676"/>
                  <a:pt x="6959796" y="1032557"/>
                  <a:pt x="7034668" y="1018665"/>
                </a:cubicBezTo>
                <a:cubicBezTo>
                  <a:pt x="7117337" y="1003282"/>
                  <a:pt x="7199637" y="985309"/>
                  <a:pt x="7281067" y="966327"/>
                </a:cubicBezTo>
                <a:cubicBezTo>
                  <a:pt x="7332521" y="954266"/>
                  <a:pt x="7378029" y="936255"/>
                  <a:pt x="7412780" y="909206"/>
                </a:cubicBezTo>
                <a:cubicBezTo>
                  <a:pt x="7446535" y="882864"/>
                  <a:pt x="7455445" y="884046"/>
                  <a:pt x="7500327" y="894826"/>
                </a:cubicBezTo>
                <a:cubicBezTo>
                  <a:pt x="7552743" y="907363"/>
                  <a:pt x="7606735" y="918164"/>
                  <a:pt x="7662324" y="927415"/>
                </a:cubicBezTo>
                <a:cubicBezTo>
                  <a:pt x="7679867" y="930387"/>
                  <a:pt x="7704114" y="926740"/>
                  <a:pt x="7725334" y="924844"/>
                </a:cubicBezTo>
                <a:cubicBezTo>
                  <a:pt x="7761320" y="921787"/>
                  <a:pt x="7798617" y="920242"/>
                  <a:pt x="7833279" y="913031"/>
                </a:cubicBezTo>
                <a:cubicBezTo>
                  <a:pt x="7866516" y="906023"/>
                  <a:pt x="7898634" y="893700"/>
                  <a:pt x="7928605" y="881683"/>
                </a:cubicBezTo>
                <a:cubicBezTo>
                  <a:pt x="8012311" y="848025"/>
                  <a:pt x="8088138" y="810205"/>
                  <a:pt x="8146597" y="762968"/>
                </a:cubicBezTo>
                <a:cubicBezTo>
                  <a:pt x="8154091" y="756800"/>
                  <a:pt x="8170249" y="752606"/>
                  <a:pt x="8183577" y="749005"/>
                </a:cubicBezTo>
                <a:cubicBezTo>
                  <a:pt x="8205312" y="743071"/>
                  <a:pt x="8227788" y="737222"/>
                  <a:pt x="8250224" y="733642"/>
                </a:cubicBezTo>
                <a:cubicBezTo>
                  <a:pt x="8359189" y="716209"/>
                  <a:pt x="8441164" y="678078"/>
                  <a:pt x="8505929" y="626542"/>
                </a:cubicBezTo>
                <a:cubicBezTo>
                  <a:pt x="8524585" y="611796"/>
                  <a:pt x="8540107" y="608259"/>
                  <a:pt x="8564194" y="618796"/>
                </a:cubicBezTo>
                <a:cubicBezTo>
                  <a:pt x="8592162" y="631043"/>
                  <a:pt x="8628032" y="619507"/>
                  <a:pt x="8660705" y="611069"/>
                </a:cubicBezTo>
                <a:cubicBezTo>
                  <a:pt x="8694442" y="602479"/>
                  <a:pt x="8728514" y="593651"/>
                  <a:pt x="8762255" y="585060"/>
                </a:cubicBezTo>
                <a:cubicBezTo>
                  <a:pt x="8787227" y="578855"/>
                  <a:pt x="8811899" y="573069"/>
                  <a:pt x="8836439" y="566358"/>
                </a:cubicBezTo>
                <a:cubicBezTo>
                  <a:pt x="8912856" y="545447"/>
                  <a:pt x="8983243" y="538425"/>
                  <a:pt x="9050728" y="559575"/>
                </a:cubicBezTo>
                <a:cubicBezTo>
                  <a:pt x="9102219" y="575830"/>
                  <a:pt x="9164950" y="573868"/>
                  <a:pt x="9229627" y="557464"/>
                </a:cubicBezTo>
                <a:cubicBezTo>
                  <a:pt x="9237706" y="555368"/>
                  <a:pt x="9247529" y="550190"/>
                  <a:pt x="9253451" y="550855"/>
                </a:cubicBezTo>
                <a:cubicBezTo>
                  <a:pt x="9342568" y="560232"/>
                  <a:pt x="9405310" y="512383"/>
                  <a:pt x="9484214" y="498671"/>
                </a:cubicBezTo>
                <a:cubicBezTo>
                  <a:pt x="9519035" y="492570"/>
                  <a:pt x="9552778" y="473783"/>
                  <a:pt x="9582633" y="458384"/>
                </a:cubicBezTo>
                <a:cubicBezTo>
                  <a:pt x="9623689" y="437231"/>
                  <a:pt x="9660183" y="417297"/>
                  <a:pt x="9719670" y="415607"/>
                </a:cubicBezTo>
                <a:cubicBezTo>
                  <a:pt x="9779189" y="414101"/>
                  <a:pt x="9830940" y="393878"/>
                  <a:pt x="9871784" y="366147"/>
                </a:cubicBezTo>
                <a:cubicBezTo>
                  <a:pt x="9903014" y="345075"/>
                  <a:pt x="9939570" y="338349"/>
                  <a:pt x="9984494" y="336660"/>
                </a:cubicBezTo>
                <a:cubicBezTo>
                  <a:pt x="10040642" y="334503"/>
                  <a:pt x="10098165" y="326674"/>
                  <a:pt x="10154708" y="322193"/>
                </a:cubicBezTo>
                <a:cubicBezTo>
                  <a:pt x="10166953" y="321201"/>
                  <a:pt x="10182669" y="321603"/>
                  <a:pt x="10190446" y="325025"/>
                </a:cubicBezTo>
                <a:cubicBezTo>
                  <a:pt x="10285769" y="367692"/>
                  <a:pt x="10408999" y="350677"/>
                  <a:pt x="10530736" y="335953"/>
                </a:cubicBezTo>
                <a:cubicBezTo>
                  <a:pt x="10604506" y="327127"/>
                  <a:pt x="10678397" y="316584"/>
                  <a:pt x="10752157" y="305117"/>
                </a:cubicBezTo>
                <a:cubicBezTo>
                  <a:pt x="10777120" y="301365"/>
                  <a:pt x="10803110" y="294636"/>
                  <a:pt x="10824452" y="285927"/>
                </a:cubicBezTo>
                <a:cubicBezTo>
                  <a:pt x="10868837" y="267698"/>
                  <a:pt x="10909147" y="246465"/>
                  <a:pt x="10953152" y="228102"/>
                </a:cubicBezTo>
                <a:cubicBezTo>
                  <a:pt x="10969622" y="221030"/>
                  <a:pt x="10991730" y="217688"/>
                  <a:pt x="11011614" y="214096"/>
                </a:cubicBezTo>
                <a:cubicBezTo>
                  <a:pt x="11046743" y="207573"/>
                  <a:pt x="11086641" y="206412"/>
                  <a:pt x="11116031" y="195421"/>
                </a:cubicBezTo>
                <a:cubicBezTo>
                  <a:pt x="11192467" y="166956"/>
                  <a:pt x="11266913" y="160299"/>
                  <a:pt x="11344303" y="166629"/>
                </a:cubicBezTo>
                <a:cubicBezTo>
                  <a:pt x="11452657" y="175527"/>
                  <a:pt x="11551626" y="159519"/>
                  <a:pt x="11639050" y="108526"/>
                </a:cubicBezTo>
                <a:cubicBezTo>
                  <a:pt x="11678385" y="85543"/>
                  <a:pt x="11720243" y="87879"/>
                  <a:pt x="11757532" y="96530"/>
                </a:cubicBezTo>
                <a:cubicBezTo>
                  <a:pt x="11800499" y="106640"/>
                  <a:pt x="11840704" y="105056"/>
                  <a:pt x="11885799" y="86728"/>
                </a:cubicBezTo>
                <a:cubicBezTo>
                  <a:pt x="11895784" y="82659"/>
                  <a:pt x="11910604" y="81867"/>
                  <a:pt x="11922874" y="81060"/>
                </a:cubicBezTo>
                <a:cubicBezTo>
                  <a:pt x="11992783" y="75806"/>
                  <a:pt x="12063500" y="73647"/>
                  <a:pt x="12115331" y="33587"/>
                </a:cubicBezTo>
                <a:cubicBezTo>
                  <a:pt x="12125500" y="25715"/>
                  <a:pt x="12143693" y="20477"/>
                  <a:pt x="12158080" y="14081"/>
                </a:cubicBez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1077890F-5A49-60EF-9653-C16C21B42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2367198"/>
            <a:ext cx="12192000" cy="822960"/>
          </a:xfrm>
          <a:custGeom>
            <a:avLst/>
            <a:gdLst>
              <a:gd name="connsiteX0" fmla="*/ 12192000 w 12192000"/>
              <a:gd name="connsiteY0" fmla="*/ 0 h 1203824"/>
              <a:gd name="connsiteX1" fmla="*/ 12192000 w 12192000"/>
              <a:gd name="connsiteY1" fmla="*/ 463429 h 1203824"/>
              <a:gd name="connsiteX2" fmla="*/ 12190876 w 12192000"/>
              <a:gd name="connsiteY2" fmla="*/ 463512 h 1203824"/>
              <a:gd name="connsiteX3" fmla="*/ 12077245 w 12192000"/>
              <a:gd name="connsiteY3" fmla="*/ 476327 h 1203824"/>
              <a:gd name="connsiteX4" fmla="*/ 11984517 w 12192000"/>
              <a:gd name="connsiteY4" fmla="*/ 479927 h 1203824"/>
              <a:gd name="connsiteX5" fmla="*/ 11951600 w 12192000"/>
              <a:gd name="connsiteY5" fmla="*/ 478957 h 1203824"/>
              <a:gd name="connsiteX6" fmla="*/ 11690904 w 12192000"/>
              <a:gd name="connsiteY6" fmla="*/ 471970 h 1203824"/>
              <a:gd name="connsiteX7" fmla="*/ 11413965 w 12192000"/>
              <a:gd name="connsiteY7" fmla="*/ 476172 h 1203824"/>
              <a:gd name="connsiteX8" fmla="*/ 11240739 w 12192000"/>
              <a:gd name="connsiteY8" fmla="*/ 523169 h 1203824"/>
              <a:gd name="connsiteX9" fmla="*/ 11175005 w 12192000"/>
              <a:gd name="connsiteY9" fmla="*/ 532169 h 1203824"/>
              <a:gd name="connsiteX10" fmla="*/ 10873726 w 12192000"/>
              <a:gd name="connsiteY10" fmla="*/ 580253 h 1203824"/>
              <a:gd name="connsiteX11" fmla="*/ 10821306 w 12192000"/>
              <a:gd name="connsiteY11" fmla="*/ 593207 h 1203824"/>
              <a:gd name="connsiteX12" fmla="*/ 10530811 w 12192000"/>
              <a:gd name="connsiteY12" fmla="*/ 612184 h 1203824"/>
              <a:gd name="connsiteX13" fmla="*/ 10426049 w 12192000"/>
              <a:gd name="connsiteY13" fmla="*/ 623354 h 1203824"/>
              <a:gd name="connsiteX14" fmla="*/ 10329156 w 12192000"/>
              <a:gd name="connsiteY14" fmla="*/ 630948 h 1203824"/>
              <a:gd name="connsiteX15" fmla="*/ 10194727 w 12192000"/>
              <a:gd name="connsiteY15" fmla="*/ 648617 h 1203824"/>
              <a:gd name="connsiteX16" fmla="*/ 10055906 w 12192000"/>
              <a:gd name="connsiteY16" fmla="*/ 671256 h 1203824"/>
              <a:gd name="connsiteX17" fmla="*/ 9900551 w 12192000"/>
              <a:gd name="connsiteY17" fmla="*/ 692855 h 1203824"/>
              <a:gd name="connsiteX18" fmla="*/ 9838464 w 12192000"/>
              <a:gd name="connsiteY18" fmla="*/ 696804 h 1203824"/>
              <a:gd name="connsiteX19" fmla="*/ 9672957 w 12192000"/>
              <a:gd name="connsiteY19" fmla="*/ 723816 h 1203824"/>
              <a:gd name="connsiteX20" fmla="*/ 9585066 w 12192000"/>
              <a:gd name="connsiteY20" fmla="*/ 730692 h 1203824"/>
              <a:gd name="connsiteX21" fmla="*/ 9441407 w 12192000"/>
              <a:gd name="connsiteY21" fmla="*/ 750055 h 1203824"/>
              <a:gd name="connsiteX22" fmla="*/ 9394459 w 12192000"/>
              <a:gd name="connsiteY22" fmla="*/ 755431 h 1203824"/>
              <a:gd name="connsiteX23" fmla="*/ 9352590 w 12192000"/>
              <a:gd name="connsiteY23" fmla="*/ 760650 h 1203824"/>
              <a:gd name="connsiteX24" fmla="*/ 9211614 w 12192000"/>
              <a:gd name="connsiteY24" fmla="*/ 796248 h 1203824"/>
              <a:gd name="connsiteX25" fmla="*/ 9084667 w 12192000"/>
              <a:gd name="connsiteY25" fmla="*/ 815303 h 1203824"/>
              <a:gd name="connsiteX26" fmla="*/ 8863666 w 12192000"/>
              <a:gd name="connsiteY26" fmla="*/ 859298 h 1203824"/>
              <a:gd name="connsiteX27" fmla="*/ 8813796 w 12192000"/>
              <a:gd name="connsiteY27" fmla="*/ 862070 h 1203824"/>
              <a:gd name="connsiteX28" fmla="*/ 8659351 w 12192000"/>
              <a:gd name="connsiteY28" fmla="*/ 882406 h 1203824"/>
              <a:gd name="connsiteX29" fmla="*/ 8571352 w 12192000"/>
              <a:gd name="connsiteY29" fmla="*/ 893639 h 1203824"/>
              <a:gd name="connsiteX30" fmla="*/ 8464106 w 12192000"/>
              <a:gd name="connsiteY30" fmla="*/ 918004 h 1203824"/>
              <a:gd name="connsiteX31" fmla="*/ 8278324 w 12192000"/>
              <a:gd name="connsiteY31" fmla="*/ 963769 h 1203824"/>
              <a:gd name="connsiteX32" fmla="*/ 8229128 w 12192000"/>
              <a:gd name="connsiteY32" fmla="*/ 973810 h 1203824"/>
              <a:gd name="connsiteX33" fmla="*/ 8139751 w 12192000"/>
              <a:gd name="connsiteY33" fmla="*/ 995815 h 1203824"/>
              <a:gd name="connsiteX34" fmla="*/ 8123571 w 12192000"/>
              <a:gd name="connsiteY34" fmla="*/ 999822 h 1203824"/>
              <a:gd name="connsiteX35" fmla="*/ 7988699 w 12192000"/>
              <a:gd name="connsiteY35" fmla="*/ 1042479 h 1203824"/>
              <a:gd name="connsiteX36" fmla="*/ 7917214 w 12192000"/>
              <a:gd name="connsiteY36" fmla="*/ 1054565 h 1203824"/>
              <a:gd name="connsiteX37" fmla="*/ 7710915 w 12192000"/>
              <a:gd name="connsiteY37" fmla="*/ 1084190 h 1203824"/>
              <a:gd name="connsiteX38" fmla="*/ 7622959 w 12192000"/>
              <a:gd name="connsiteY38" fmla="*/ 1093150 h 1203824"/>
              <a:gd name="connsiteX39" fmla="*/ 7410782 w 12192000"/>
              <a:gd name="connsiteY39" fmla="*/ 1109640 h 1203824"/>
              <a:gd name="connsiteX40" fmla="*/ 7277754 w 12192000"/>
              <a:gd name="connsiteY40" fmla="*/ 1121822 h 1203824"/>
              <a:gd name="connsiteX41" fmla="*/ 7124540 w 12192000"/>
              <a:gd name="connsiteY41" fmla="*/ 1132918 h 1203824"/>
              <a:gd name="connsiteX42" fmla="*/ 6949752 w 12192000"/>
              <a:gd name="connsiteY42" fmla="*/ 1151058 h 1203824"/>
              <a:gd name="connsiteX43" fmla="*/ 6630249 w 12192000"/>
              <a:gd name="connsiteY43" fmla="*/ 1176063 h 1203824"/>
              <a:gd name="connsiteX44" fmla="*/ 6320634 w 12192000"/>
              <a:gd name="connsiteY44" fmla="*/ 1198901 h 1203824"/>
              <a:gd name="connsiteX45" fmla="*/ 6192343 w 12192000"/>
              <a:gd name="connsiteY45" fmla="*/ 1198323 h 1203824"/>
              <a:gd name="connsiteX46" fmla="*/ 5966562 w 12192000"/>
              <a:gd name="connsiteY46" fmla="*/ 1203723 h 1203824"/>
              <a:gd name="connsiteX47" fmla="*/ 5867227 w 12192000"/>
              <a:gd name="connsiteY47" fmla="*/ 1201847 h 1203824"/>
              <a:gd name="connsiteX48" fmla="*/ 5630172 w 12192000"/>
              <a:gd name="connsiteY48" fmla="*/ 1202248 h 1203824"/>
              <a:gd name="connsiteX49" fmla="*/ 5348949 w 12192000"/>
              <a:gd name="connsiteY49" fmla="*/ 1191768 h 1203824"/>
              <a:gd name="connsiteX50" fmla="*/ 5241228 w 12192000"/>
              <a:gd name="connsiteY50" fmla="*/ 1192408 h 1203824"/>
              <a:gd name="connsiteX51" fmla="*/ 4971133 w 12192000"/>
              <a:gd name="connsiteY51" fmla="*/ 1193559 h 1203824"/>
              <a:gd name="connsiteX52" fmla="*/ 4869416 w 12192000"/>
              <a:gd name="connsiteY52" fmla="*/ 1200519 h 1203824"/>
              <a:gd name="connsiteX53" fmla="*/ 4753274 w 12192000"/>
              <a:gd name="connsiteY53" fmla="*/ 1200850 h 1203824"/>
              <a:gd name="connsiteX54" fmla="*/ 4611883 w 12192000"/>
              <a:gd name="connsiteY54" fmla="*/ 1192701 h 1203824"/>
              <a:gd name="connsiteX55" fmla="*/ 4376825 w 12192000"/>
              <a:gd name="connsiteY55" fmla="*/ 1184131 h 1203824"/>
              <a:gd name="connsiteX56" fmla="*/ 4285471 w 12192000"/>
              <a:gd name="connsiteY56" fmla="*/ 1187158 h 1203824"/>
              <a:gd name="connsiteX57" fmla="*/ 3866543 w 12192000"/>
              <a:gd name="connsiteY57" fmla="*/ 1181596 h 1203824"/>
              <a:gd name="connsiteX58" fmla="*/ 3651342 w 12192000"/>
              <a:gd name="connsiteY58" fmla="*/ 1174348 h 1203824"/>
              <a:gd name="connsiteX59" fmla="*/ 3518453 w 12192000"/>
              <a:gd name="connsiteY59" fmla="*/ 1177258 h 1203824"/>
              <a:gd name="connsiteX60" fmla="*/ 3400818 w 12192000"/>
              <a:gd name="connsiteY60" fmla="*/ 1169685 h 1203824"/>
              <a:gd name="connsiteX61" fmla="*/ 3037154 w 12192000"/>
              <a:gd name="connsiteY61" fmla="*/ 1153217 h 1203824"/>
              <a:gd name="connsiteX62" fmla="*/ 2866260 w 12192000"/>
              <a:gd name="connsiteY62" fmla="*/ 1132283 h 1203824"/>
              <a:gd name="connsiteX63" fmla="*/ 2582173 w 12192000"/>
              <a:gd name="connsiteY63" fmla="*/ 1088979 h 1203824"/>
              <a:gd name="connsiteX64" fmla="*/ 2395406 w 12192000"/>
              <a:gd name="connsiteY64" fmla="*/ 1035945 h 1203824"/>
              <a:gd name="connsiteX65" fmla="*/ 2294751 w 12192000"/>
              <a:gd name="connsiteY65" fmla="*/ 1014618 h 1203824"/>
              <a:gd name="connsiteX66" fmla="*/ 2122944 w 12192000"/>
              <a:gd name="connsiteY66" fmla="*/ 984751 h 1203824"/>
              <a:gd name="connsiteX67" fmla="*/ 1905504 w 12192000"/>
              <a:gd name="connsiteY67" fmla="*/ 941380 h 1203824"/>
              <a:gd name="connsiteX68" fmla="*/ 1671045 w 12192000"/>
              <a:gd name="connsiteY68" fmla="*/ 924228 h 1203824"/>
              <a:gd name="connsiteX69" fmla="*/ 1543856 w 12192000"/>
              <a:gd name="connsiteY69" fmla="*/ 898190 h 1203824"/>
              <a:gd name="connsiteX70" fmla="*/ 1419784 w 12192000"/>
              <a:gd name="connsiteY70" fmla="*/ 868500 h 1203824"/>
              <a:gd name="connsiteX71" fmla="*/ 1355116 w 12192000"/>
              <a:gd name="connsiteY71" fmla="*/ 849214 h 1203824"/>
              <a:gd name="connsiteX72" fmla="*/ 1223713 w 12192000"/>
              <a:gd name="connsiteY72" fmla="*/ 821702 h 1203824"/>
              <a:gd name="connsiteX73" fmla="*/ 1094193 w 12192000"/>
              <a:gd name="connsiteY73" fmla="*/ 804872 h 1203824"/>
              <a:gd name="connsiteX74" fmla="*/ 1001115 w 12192000"/>
              <a:gd name="connsiteY74" fmla="*/ 783030 h 1203824"/>
              <a:gd name="connsiteX75" fmla="*/ 879548 w 12192000"/>
              <a:gd name="connsiteY75" fmla="*/ 747884 h 1203824"/>
              <a:gd name="connsiteX76" fmla="*/ 711163 w 12192000"/>
              <a:gd name="connsiteY76" fmla="*/ 719039 h 1203824"/>
              <a:gd name="connsiteX77" fmla="*/ 557941 w 12192000"/>
              <a:gd name="connsiteY77" fmla="*/ 707101 h 1203824"/>
              <a:gd name="connsiteX78" fmla="*/ 480347 w 12192000"/>
              <a:gd name="connsiteY78" fmla="*/ 668702 h 1203824"/>
              <a:gd name="connsiteX79" fmla="*/ 296224 w 12192000"/>
              <a:gd name="connsiteY79" fmla="*/ 603583 h 1203824"/>
              <a:gd name="connsiteX80" fmla="*/ 72689 w 12192000"/>
              <a:gd name="connsiteY80" fmla="*/ 560892 h 1203824"/>
              <a:gd name="connsiteX81" fmla="*/ 0 w 12192000"/>
              <a:gd name="connsiteY81" fmla="*/ 543486 h 1203824"/>
              <a:gd name="connsiteX82" fmla="*/ 0 w 12192000"/>
              <a:gd name="connsiteY82" fmla="*/ 384357 h 1203824"/>
              <a:gd name="connsiteX83" fmla="*/ 51784 w 12192000"/>
              <a:gd name="connsiteY83" fmla="*/ 393937 h 1203824"/>
              <a:gd name="connsiteX84" fmla="*/ 205561 w 12192000"/>
              <a:gd name="connsiteY84" fmla="*/ 414859 h 1203824"/>
              <a:gd name="connsiteX85" fmla="*/ 354391 w 12192000"/>
              <a:gd name="connsiteY85" fmla="*/ 426667 h 1203824"/>
              <a:gd name="connsiteX86" fmla="*/ 448281 w 12192000"/>
              <a:gd name="connsiteY86" fmla="*/ 436308 h 1203824"/>
              <a:gd name="connsiteX87" fmla="*/ 611518 w 12192000"/>
              <a:gd name="connsiteY87" fmla="*/ 434166 h 1203824"/>
              <a:gd name="connsiteX88" fmla="*/ 746076 w 12192000"/>
              <a:gd name="connsiteY88" fmla="*/ 422520 h 1203824"/>
              <a:gd name="connsiteX89" fmla="*/ 902724 w 12192000"/>
              <a:gd name="connsiteY89" fmla="*/ 409989 h 1203824"/>
              <a:gd name="connsiteX90" fmla="*/ 1113854 w 12192000"/>
              <a:gd name="connsiteY90" fmla="*/ 414230 h 1203824"/>
              <a:gd name="connsiteX91" fmla="*/ 1333449 w 12192000"/>
              <a:gd name="connsiteY91" fmla="*/ 459938 h 1203824"/>
              <a:gd name="connsiteX92" fmla="*/ 1408608 w 12192000"/>
              <a:gd name="connsiteY92" fmla="*/ 458278 h 1203824"/>
              <a:gd name="connsiteX93" fmla="*/ 1630191 w 12192000"/>
              <a:gd name="connsiteY93" fmla="*/ 403061 h 1203824"/>
              <a:gd name="connsiteX94" fmla="*/ 1956289 w 12192000"/>
              <a:gd name="connsiteY94" fmla="*/ 332366 h 1203824"/>
              <a:gd name="connsiteX95" fmla="*/ 2042814 w 12192000"/>
              <a:gd name="connsiteY95" fmla="*/ 344002 h 1203824"/>
              <a:gd name="connsiteX96" fmla="*/ 2183420 w 12192000"/>
              <a:gd name="connsiteY96" fmla="*/ 369635 h 1203824"/>
              <a:gd name="connsiteX97" fmla="*/ 2269566 w 12192000"/>
              <a:gd name="connsiteY97" fmla="*/ 439859 h 1203824"/>
              <a:gd name="connsiteX98" fmla="*/ 2331129 w 12192000"/>
              <a:gd name="connsiteY98" fmla="*/ 524163 h 1203824"/>
              <a:gd name="connsiteX99" fmla="*/ 2385112 w 12192000"/>
              <a:gd name="connsiteY99" fmla="*/ 555357 h 1203824"/>
              <a:gd name="connsiteX100" fmla="*/ 2444033 w 12192000"/>
              <a:gd name="connsiteY100" fmla="*/ 572629 h 1203824"/>
              <a:gd name="connsiteX101" fmla="*/ 2525979 w 12192000"/>
              <a:gd name="connsiteY101" fmla="*/ 603233 h 1203824"/>
              <a:gd name="connsiteX102" fmla="*/ 2603911 w 12192000"/>
              <a:gd name="connsiteY102" fmla="*/ 684825 h 1203824"/>
              <a:gd name="connsiteX103" fmla="*/ 2678828 w 12192000"/>
              <a:gd name="connsiteY103" fmla="*/ 706990 h 1203824"/>
              <a:gd name="connsiteX104" fmla="*/ 2738094 w 12192000"/>
              <a:gd name="connsiteY104" fmla="*/ 711376 h 1203824"/>
              <a:gd name="connsiteX105" fmla="*/ 2983806 w 12192000"/>
              <a:gd name="connsiteY105" fmla="*/ 728243 h 1203824"/>
              <a:gd name="connsiteX106" fmla="*/ 3013997 w 12192000"/>
              <a:gd name="connsiteY106" fmla="*/ 725446 h 1203824"/>
              <a:gd name="connsiteX107" fmla="*/ 3364419 w 12192000"/>
              <a:gd name="connsiteY107" fmla="*/ 720577 h 1203824"/>
              <a:gd name="connsiteX108" fmla="*/ 3460521 w 12192000"/>
              <a:gd name="connsiteY108" fmla="*/ 717628 h 1203824"/>
              <a:gd name="connsiteX109" fmla="*/ 3710982 w 12192000"/>
              <a:gd name="connsiteY109" fmla="*/ 714182 h 1203824"/>
              <a:gd name="connsiteX110" fmla="*/ 3850961 w 12192000"/>
              <a:gd name="connsiteY110" fmla="*/ 778802 h 1203824"/>
              <a:gd name="connsiteX111" fmla="*/ 3946286 w 12192000"/>
              <a:gd name="connsiteY111" fmla="*/ 816372 h 1203824"/>
              <a:gd name="connsiteX112" fmla="*/ 4065132 w 12192000"/>
              <a:gd name="connsiteY112" fmla="*/ 832459 h 1203824"/>
              <a:gd name="connsiteX113" fmla="*/ 4132173 w 12192000"/>
              <a:gd name="connsiteY113" fmla="*/ 835167 h 1203824"/>
              <a:gd name="connsiteX114" fmla="*/ 4305858 w 12192000"/>
              <a:gd name="connsiteY114" fmla="*/ 804156 h 1203824"/>
              <a:gd name="connsiteX115" fmla="*/ 4382131 w 12192000"/>
              <a:gd name="connsiteY115" fmla="*/ 769481 h 1203824"/>
              <a:gd name="connsiteX116" fmla="*/ 4453289 w 12192000"/>
              <a:gd name="connsiteY116" fmla="*/ 752531 h 1203824"/>
              <a:gd name="connsiteX117" fmla="*/ 4657971 w 12192000"/>
              <a:gd name="connsiteY117" fmla="*/ 795835 h 1203824"/>
              <a:gd name="connsiteX118" fmla="*/ 4682399 w 12192000"/>
              <a:gd name="connsiteY118" fmla="*/ 813876 h 1203824"/>
              <a:gd name="connsiteX119" fmla="*/ 4771814 w 12192000"/>
              <a:gd name="connsiteY119" fmla="*/ 907046 h 1203824"/>
              <a:gd name="connsiteX120" fmla="*/ 4827520 w 12192000"/>
              <a:gd name="connsiteY120" fmla="*/ 929876 h 1203824"/>
              <a:gd name="connsiteX121" fmla="*/ 4849942 w 12192000"/>
              <a:gd name="connsiteY121" fmla="*/ 933851 h 1203824"/>
              <a:gd name="connsiteX122" fmla="*/ 5009626 w 12192000"/>
              <a:gd name="connsiteY122" fmla="*/ 957896 h 1203824"/>
              <a:gd name="connsiteX123" fmla="*/ 5158711 w 12192000"/>
              <a:gd name="connsiteY123" fmla="*/ 963814 h 1203824"/>
              <a:gd name="connsiteX124" fmla="*/ 5376427 w 12192000"/>
              <a:gd name="connsiteY124" fmla="*/ 963151 h 1203824"/>
              <a:gd name="connsiteX125" fmla="*/ 5475787 w 12192000"/>
              <a:gd name="connsiteY125" fmla="*/ 980508 h 1203824"/>
              <a:gd name="connsiteX126" fmla="*/ 5653401 w 12192000"/>
              <a:gd name="connsiteY126" fmla="*/ 987268 h 1203824"/>
              <a:gd name="connsiteX127" fmla="*/ 5726340 w 12192000"/>
              <a:gd name="connsiteY127" fmla="*/ 985357 h 1203824"/>
              <a:gd name="connsiteX128" fmla="*/ 5790563 w 12192000"/>
              <a:gd name="connsiteY128" fmla="*/ 991300 h 1203824"/>
              <a:gd name="connsiteX129" fmla="*/ 5860260 w 12192000"/>
              <a:gd name="connsiteY129" fmla="*/ 1004958 h 1203824"/>
              <a:gd name="connsiteX130" fmla="*/ 6042101 w 12192000"/>
              <a:gd name="connsiteY130" fmla="*/ 1036226 h 1203824"/>
              <a:gd name="connsiteX131" fmla="*/ 6301998 w 12192000"/>
              <a:gd name="connsiteY131" fmla="*/ 989138 h 1203824"/>
              <a:gd name="connsiteX132" fmla="*/ 6452025 w 12192000"/>
              <a:gd name="connsiteY132" fmla="*/ 968489 h 1203824"/>
              <a:gd name="connsiteX133" fmla="*/ 6589205 w 12192000"/>
              <a:gd name="connsiteY133" fmla="*/ 939474 h 1203824"/>
              <a:gd name="connsiteX134" fmla="*/ 6631069 w 12192000"/>
              <a:gd name="connsiteY134" fmla="*/ 911222 h 1203824"/>
              <a:gd name="connsiteX135" fmla="*/ 6828274 w 12192000"/>
              <a:gd name="connsiteY135" fmla="*/ 942941 h 1203824"/>
              <a:gd name="connsiteX136" fmla="*/ 6900803 w 12192000"/>
              <a:gd name="connsiteY136" fmla="*/ 984140 h 1203824"/>
              <a:gd name="connsiteX137" fmla="*/ 7034668 w 12192000"/>
              <a:gd name="connsiteY137" fmla="*/ 1018665 h 1203824"/>
              <a:gd name="connsiteX138" fmla="*/ 7281067 w 12192000"/>
              <a:gd name="connsiteY138" fmla="*/ 966327 h 1203824"/>
              <a:gd name="connsiteX139" fmla="*/ 7412780 w 12192000"/>
              <a:gd name="connsiteY139" fmla="*/ 909206 h 1203824"/>
              <a:gd name="connsiteX140" fmla="*/ 7500327 w 12192000"/>
              <a:gd name="connsiteY140" fmla="*/ 894826 h 1203824"/>
              <a:gd name="connsiteX141" fmla="*/ 7662324 w 12192000"/>
              <a:gd name="connsiteY141" fmla="*/ 927415 h 1203824"/>
              <a:gd name="connsiteX142" fmla="*/ 7725334 w 12192000"/>
              <a:gd name="connsiteY142" fmla="*/ 924844 h 1203824"/>
              <a:gd name="connsiteX143" fmla="*/ 7833279 w 12192000"/>
              <a:gd name="connsiteY143" fmla="*/ 913031 h 1203824"/>
              <a:gd name="connsiteX144" fmla="*/ 7928605 w 12192000"/>
              <a:gd name="connsiteY144" fmla="*/ 881683 h 1203824"/>
              <a:gd name="connsiteX145" fmla="*/ 8146597 w 12192000"/>
              <a:gd name="connsiteY145" fmla="*/ 762968 h 1203824"/>
              <a:gd name="connsiteX146" fmla="*/ 8183577 w 12192000"/>
              <a:gd name="connsiteY146" fmla="*/ 749005 h 1203824"/>
              <a:gd name="connsiteX147" fmla="*/ 8250224 w 12192000"/>
              <a:gd name="connsiteY147" fmla="*/ 733642 h 1203824"/>
              <a:gd name="connsiteX148" fmla="*/ 8505929 w 12192000"/>
              <a:gd name="connsiteY148" fmla="*/ 626542 h 1203824"/>
              <a:gd name="connsiteX149" fmla="*/ 8564194 w 12192000"/>
              <a:gd name="connsiteY149" fmla="*/ 618796 h 1203824"/>
              <a:gd name="connsiteX150" fmla="*/ 8660705 w 12192000"/>
              <a:gd name="connsiteY150" fmla="*/ 611069 h 1203824"/>
              <a:gd name="connsiteX151" fmla="*/ 8762255 w 12192000"/>
              <a:gd name="connsiteY151" fmla="*/ 585060 h 1203824"/>
              <a:gd name="connsiteX152" fmla="*/ 8836439 w 12192000"/>
              <a:gd name="connsiteY152" fmla="*/ 566358 h 1203824"/>
              <a:gd name="connsiteX153" fmla="*/ 9050728 w 12192000"/>
              <a:gd name="connsiteY153" fmla="*/ 559575 h 1203824"/>
              <a:gd name="connsiteX154" fmla="*/ 9229627 w 12192000"/>
              <a:gd name="connsiteY154" fmla="*/ 557464 h 1203824"/>
              <a:gd name="connsiteX155" fmla="*/ 9253451 w 12192000"/>
              <a:gd name="connsiteY155" fmla="*/ 550855 h 1203824"/>
              <a:gd name="connsiteX156" fmla="*/ 9484214 w 12192000"/>
              <a:gd name="connsiteY156" fmla="*/ 498671 h 1203824"/>
              <a:gd name="connsiteX157" fmla="*/ 9582633 w 12192000"/>
              <a:gd name="connsiteY157" fmla="*/ 458384 h 1203824"/>
              <a:gd name="connsiteX158" fmla="*/ 9719670 w 12192000"/>
              <a:gd name="connsiteY158" fmla="*/ 415607 h 1203824"/>
              <a:gd name="connsiteX159" fmla="*/ 9871784 w 12192000"/>
              <a:gd name="connsiteY159" fmla="*/ 366147 h 1203824"/>
              <a:gd name="connsiteX160" fmla="*/ 9984494 w 12192000"/>
              <a:gd name="connsiteY160" fmla="*/ 336660 h 1203824"/>
              <a:gd name="connsiteX161" fmla="*/ 10154708 w 12192000"/>
              <a:gd name="connsiteY161" fmla="*/ 322193 h 1203824"/>
              <a:gd name="connsiteX162" fmla="*/ 10190446 w 12192000"/>
              <a:gd name="connsiteY162" fmla="*/ 325025 h 1203824"/>
              <a:gd name="connsiteX163" fmla="*/ 10530736 w 12192000"/>
              <a:gd name="connsiteY163" fmla="*/ 335953 h 1203824"/>
              <a:gd name="connsiteX164" fmla="*/ 10752157 w 12192000"/>
              <a:gd name="connsiteY164" fmla="*/ 305117 h 1203824"/>
              <a:gd name="connsiteX165" fmla="*/ 10824452 w 12192000"/>
              <a:gd name="connsiteY165" fmla="*/ 285927 h 1203824"/>
              <a:gd name="connsiteX166" fmla="*/ 10953152 w 12192000"/>
              <a:gd name="connsiteY166" fmla="*/ 228102 h 1203824"/>
              <a:gd name="connsiteX167" fmla="*/ 11011614 w 12192000"/>
              <a:gd name="connsiteY167" fmla="*/ 214096 h 1203824"/>
              <a:gd name="connsiteX168" fmla="*/ 11116031 w 12192000"/>
              <a:gd name="connsiteY168" fmla="*/ 195421 h 1203824"/>
              <a:gd name="connsiteX169" fmla="*/ 11344303 w 12192000"/>
              <a:gd name="connsiteY169" fmla="*/ 166629 h 1203824"/>
              <a:gd name="connsiteX170" fmla="*/ 11639050 w 12192000"/>
              <a:gd name="connsiteY170" fmla="*/ 108526 h 1203824"/>
              <a:gd name="connsiteX171" fmla="*/ 11757532 w 12192000"/>
              <a:gd name="connsiteY171" fmla="*/ 96530 h 1203824"/>
              <a:gd name="connsiteX172" fmla="*/ 11885799 w 12192000"/>
              <a:gd name="connsiteY172" fmla="*/ 86728 h 1203824"/>
              <a:gd name="connsiteX173" fmla="*/ 11922874 w 12192000"/>
              <a:gd name="connsiteY173" fmla="*/ 81060 h 1203824"/>
              <a:gd name="connsiteX174" fmla="*/ 12115331 w 12192000"/>
              <a:gd name="connsiteY174" fmla="*/ 33587 h 1203824"/>
              <a:gd name="connsiteX175" fmla="*/ 12158080 w 12192000"/>
              <a:gd name="connsiteY175" fmla="*/ 14081 h 1203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2192000" h="1203824">
                <a:moveTo>
                  <a:pt x="12192000" y="0"/>
                </a:moveTo>
                <a:lnTo>
                  <a:pt x="12192000" y="463429"/>
                </a:lnTo>
                <a:lnTo>
                  <a:pt x="12190876" y="463512"/>
                </a:lnTo>
                <a:cubicBezTo>
                  <a:pt x="12153133" y="467010"/>
                  <a:pt x="12115042" y="473200"/>
                  <a:pt x="12077245" y="476327"/>
                </a:cubicBezTo>
                <a:cubicBezTo>
                  <a:pt x="12046307" y="479040"/>
                  <a:pt x="12015359" y="479114"/>
                  <a:pt x="11984517" y="479927"/>
                </a:cubicBezTo>
                <a:cubicBezTo>
                  <a:pt x="11973265" y="480210"/>
                  <a:pt x="11961485" y="476792"/>
                  <a:pt x="11951600" y="478957"/>
                </a:cubicBezTo>
                <a:cubicBezTo>
                  <a:pt x="11853497" y="501074"/>
                  <a:pt x="11777036" y="475730"/>
                  <a:pt x="11690904" y="471970"/>
                </a:cubicBezTo>
                <a:cubicBezTo>
                  <a:pt x="11600358" y="467893"/>
                  <a:pt x="11511400" y="454530"/>
                  <a:pt x="11413965" y="476172"/>
                </a:cubicBezTo>
                <a:cubicBezTo>
                  <a:pt x="11355010" y="489304"/>
                  <a:pt x="11299073" y="508237"/>
                  <a:pt x="11240739" y="523169"/>
                </a:cubicBezTo>
                <a:cubicBezTo>
                  <a:pt x="11219994" y="528395"/>
                  <a:pt x="11196384" y="531385"/>
                  <a:pt x="11175005" y="532169"/>
                </a:cubicBezTo>
                <a:cubicBezTo>
                  <a:pt x="11071819" y="536506"/>
                  <a:pt x="10971303" y="549336"/>
                  <a:pt x="10873726" y="580253"/>
                </a:cubicBezTo>
                <a:cubicBezTo>
                  <a:pt x="10856992" y="585473"/>
                  <a:pt x="10839156" y="590660"/>
                  <a:pt x="10821306" y="593207"/>
                </a:cubicBezTo>
                <a:cubicBezTo>
                  <a:pt x="10723500" y="607162"/>
                  <a:pt x="10626924" y="616976"/>
                  <a:pt x="10530811" y="612184"/>
                </a:cubicBezTo>
                <a:cubicBezTo>
                  <a:pt x="10498527" y="610559"/>
                  <a:pt x="10460885" y="619895"/>
                  <a:pt x="10426049" y="623354"/>
                </a:cubicBezTo>
                <a:cubicBezTo>
                  <a:pt x="10393740" y="626644"/>
                  <a:pt x="10360820" y="630774"/>
                  <a:pt x="10329156" y="630948"/>
                </a:cubicBezTo>
                <a:cubicBezTo>
                  <a:pt x="10282924" y="631125"/>
                  <a:pt x="10240698" y="636395"/>
                  <a:pt x="10194727" y="648617"/>
                </a:cubicBezTo>
                <a:cubicBezTo>
                  <a:pt x="10150847" y="660165"/>
                  <a:pt x="10102287" y="664450"/>
                  <a:pt x="10055906" y="671256"/>
                </a:cubicBezTo>
                <a:cubicBezTo>
                  <a:pt x="10004174" y="678826"/>
                  <a:pt x="9952442" y="686395"/>
                  <a:pt x="9900551" y="692855"/>
                </a:cubicBezTo>
                <a:cubicBezTo>
                  <a:pt x="9879793" y="695439"/>
                  <a:pt x="9855180" y="691398"/>
                  <a:pt x="9838464" y="696804"/>
                </a:cubicBezTo>
                <a:cubicBezTo>
                  <a:pt x="9784563" y="714690"/>
                  <a:pt x="9727517" y="710557"/>
                  <a:pt x="9672957" y="723816"/>
                </a:cubicBezTo>
                <a:cubicBezTo>
                  <a:pt x="9646220" y="730464"/>
                  <a:pt x="9614440" y="727257"/>
                  <a:pt x="9585066" y="730692"/>
                </a:cubicBezTo>
                <a:cubicBezTo>
                  <a:pt x="9537047" y="736221"/>
                  <a:pt x="9489294" y="743601"/>
                  <a:pt x="9441407" y="750055"/>
                </a:cubicBezTo>
                <a:cubicBezTo>
                  <a:pt x="9425674" y="752111"/>
                  <a:pt x="9410218" y="753561"/>
                  <a:pt x="9394459" y="755431"/>
                </a:cubicBezTo>
                <a:cubicBezTo>
                  <a:pt x="9380484" y="757048"/>
                  <a:pt x="9365611" y="757472"/>
                  <a:pt x="9352590" y="760650"/>
                </a:cubicBezTo>
                <a:cubicBezTo>
                  <a:pt x="9305415" y="772102"/>
                  <a:pt x="9259379" y="786411"/>
                  <a:pt x="9211614" y="796248"/>
                </a:cubicBezTo>
                <a:cubicBezTo>
                  <a:pt x="9170220" y="804796"/>
                  <a:pt x="9126523" y="807444"/>
                  <a:pt x="9084667" y="815303"/>
                </a:cubicBezTo>
                <a:cubicBezTo>
                  <a:pt x="9010868" y="829042"/>
                  <a:pt x="8937412" y="845188"/>
                  <a:pt x="8863666" y="859298"/>
                </a:cubicBezTo>
                <a:cubicBezTo>
                  <a:pt x="8847706" y="862330"/>
                  <a:pt x="8830271" y="860096"/>
                  <a:pt x="8813796" y="862070"/>
                </a:cubicBezTo>
                <a:cubicBezTo>
                  <a:pt x="8762262" y="868479"/>
                  <a:pt x="8710833" y="875626"/>
                  <a:pt x="8659351" y="882406"/>
                </a:cubicBezTo>
                <a:cubicBezTo>
                  <a:pt x="8630055" y="886396"/>
                  <a:pt x="8600505" y="891179"/>
                  <a:pt x="8571352" y="893639"/>
                </a:cubicBezTo>
                <a:cubicBezTo>
                  <a:pt x="8532843" y="896868"/>
                  <a:pt x="8497743" y="898476"/>
                  <a:pt x="8464106" y="918004"/>
                </a:cubicBezTo>
                <a:cubicBezTo>
                  <a:pt x="8412327" y="948238"/>
                  <a:pt x="8341122" y="949523"/>
                  <a:pt x="8278324" y="963769"/>
                </a:cubicBezTo>
                <a:cubicBezTo>
                  <a:pt x="8262086" y="967408"/>
                  <a:pt x="8245335" y="969987"/>
                  <a:pt x="8229128" y="973810"/>
                </a:cubicBezTo>
                <a:cubicBezTo>
                  <a:pt x="8199180" y="980915"/>
                  <a:pt x="8169646" y="988338"/>
                  <a:pt x="8139751" y="995815"/>
                </a:cubicBezTo>
                <a:cubicBezTo>
                  <a:pt x="8134478" y="997132"/>
                  <a:pt x="8128438" y="998185"/>
                  <a:pt x="8123571" y="999822"/>
                </a:cubicBezTo>
                <a:cubicBezTo>
                  <a:pt x="8078628" y="1014164"/>
                  <a:pt x="8034565" y="1029514"/>
                  <a:pt x="7988699" y="1042479"/>
                </a:cubicBezTo>
                <a:cubicBezTo>
                  <a:pt x="7966302" y="1048884"/>
                  <a:pt x="7941011" y="1052871"/>
                  <a:pt x="7917214" y="1054565"/>
                </a:cubicBezTo>
                <a:cubicBezTo>
                  <a:pt x="7847636" y="1059584"/>
                  <a:pt x="7779165" y="1067276"/>
                  <a:pt x="7710915" y="1084190"/>
                </a:cubicBezTo>
                <a:cubicBezTo>
                  <a:pt x="7683826" y="1090885"/>
                  <a:pt x="7652466" y="1090640"/>
                  <a:pt x="7622959" y="1093150"/>
                </a:cubicBezTo>
                <a:cubicBezTo>
                  <a:pt x="7552361" y="1098691"/>
                  <a:pt x="7481710" y="1103861"/>
                  <a:pt x="7410782" y="1109640"/>
                </a:cubicBezTo>
                <a:cubicBezTo>
                  <a:pt x="7366505" y="1113312"/>
                  <a:pt x="7322030" y="1118147"/>
                  <a:pt x="7277754" y="1121822"/>
                </a:cubicBezTo>
                <a:cubicBezTo>
                  <a:pt x="7226619" y="1125906"/>
                  <a:pt x="7175601" y="1128277"/>
                  <a:pt x="7124540" y="1132918"/>
                </a:cubicBezTo>
                <a:cubicBezTo>
                  <a:pt x="7066293" y="1138207"/>
                  <a:pt x="7008028" y="1145955"/>
                  <a:pt x="6949752" y="1151058"/>
                </a:cubicBezTo>
                <a:cubicBezTo>
                  <a:pt x="6843217" y="1160027"/>
                  <a:pt x="6736882" y="1167834"/>
                  <a:pt x="6630249" y="1176063"/>
                </a:cubicBezTo>
                <a:cubicBezTo>
                  <a:pt x="6526849" y="1184018"/>
                  <a:pt x="6423556" y="1192713"/>
                  <a:pt x="6320634" y="1198901"/>
                </a:cubicBezTo>
                <a:cubicBezTo>
                  <a:pt x="6277297" y="1201496"/>
                  <a:pt x="6235232" y="1197679"/>
                  <a:pt x="6192343" y="1198323"/>
                </a:cubicBezTo>
                <a:cubicBezTo>
                  <a:pt x="6117131" y="1199612"/>
                  <a:pt x="6041418" y="1202485"/>
                  <a:pt x="5966562" y="1203723"/>
                </a:cubicBezTo>
                <a:cubicBezTo>
                  <a:pt x="5933144" y="1204338"/>
                  <a:pt x="5900754" y="1201974"/>
                  <a:pt x="5867227" y="1201847"/>
                </a:cubicBezTo>
                <a:cubicBezTo>
                  <a:pt x="5788180" y="1201796"/>
                  <a:pt x="5708354" y="1203933"/>
                  <a:pt x="5630172" y="1202248"/>
                </a:cubicBezTo>
                <a:cubicBezTo>
                  <a:pt x="5535908" y="1200213"/>
                  <a:pt x="5442984" y="1194779"/>
                  <a:pt x="5348949" y="1191768"/>
                </a:cubicBezTo>
                <a:cubicBezTo>
                  <a:pt x="5313810" y="1190551"/>
                  <a:pt x="5277251" y="1192179"/>
                  <a:pt x="5241228" y="1192408"/>
                </a:cubicBezTo>
                <a:cubicBezTo>
                  <a:pt x="5151316" y="1192775"/>
                  <a:pt x="5061657" y="1192349"/>
                  <a:pt x="4971133" y="1193559"/>
                </a:cubicBezTo>
                <a:cubicBezTo>
                  <a:pt x="4937685" y="1193988"/>
                  <a:pt x="4903114" y="1199299"/>
                  <a:pt x="4869416" y="1200519"/>
                </a:cubicBezTo>
                <a:cubicBezTo>
                  <a:pt x="4830283" y="1201947"/>
                  <a:pt x="4791348" y="1202215"/>
                  <a:pt x="4753274" y="1200850"/>
                </a:cubicBezTo>
                <a:cubicBezTo>
                  <a:pt x="4705682" y="1199144"/>
                  <a:pt x="4659172" y="1194829"/>
                  <a:pt x="4611883" y="1192701"/>
                </a:cubicBezTo>
                <a:cubicBezTo>
                  <a:pt x="4533819" y="1189298"/>
                  <a:pt x="4455420" y="1186135"/>
                  <a:pt x="4376825" y="1184131"/>
                </a:cubicBezTo>
                <a:cubicBezTo>
                  <a:pt x="4347226" y="1183446"/>
                  <a:pt x="4315374" y="1187423"/>
                  <a:pt x="4285471" y="1187158"/>
                </a:cubicBezTo>
                <a:cubicBezTo>
                  <a:pt x="4145774" y="1185753"/>
                  <a:pt x="4006046" y="1184162"/>
                  <a:pt x="3866543" y="1181596"/>
                </a:cubicBezTo>
                <a:cubicBezTo>
                  <a:pt x="3794230" y="1180207"/>
                  <a:pt x="3723633" y="1175551"/>
                  <a:pt x="3651342" y="1174348"/>
                </a:cubicBezTo>
                <a:cubicBezTo>
                  <a:pt x="3607885" y="1173562"/>
                  <a:pt x="3561907" y="1178044"/>
                  <a:pt x="3518453" y="1177258"/>
                </a:cubicBezTo>
                <a:cubicBezTo>
                  <a:pt x="3478287" y="1176568"/>
                  <a:pt x="3440399" y="1171400"/>
                  <a:pt x="3400818" y="1169685"/>
                </a:cubicBezTo>
                <a:cubicBezTo>
                  <a:pt x="3279824" y="1164099"/>
                  <a:pt x="3157310" y="1160621"/>
                  <a:pt x="3037154" y="1153217"/>
                </a:cubicBezTo>
                <a:cubicBezTo>
                  <a:pt x="2978373" y="1149708"/>
                  <a:pt x="2922429" y="1140508"/>
                  <a:pt x="2866260" y="1132283"/>
                </a:cubicBezTo>
                <a:cubicBezTo>
                  <a:pt x="2771049" y="1118489"/>
                  <a:pt x="2677107" y="1103380"/>
                  <a:pt x="2582173" y="1088979"/>
                </a:cubicBezTo>
                <a:cubicBezTo>
                  <a:pt x="2511090" y="1078352"/>
                  <a:pt x="2447356" y="1063086"/>
                  <a:pt x="2395406" y="1035945"/>
                </a:cubicBezTo>
                <a:cubicBezTo>
                  <a:pt x="2371411" y="1023508"/>
                  <a:pt x="2331675" y="1015582"/>
                  <a:pt x="2294751" y="1014618"/>
                </a:cubicBezTo>
                <a:cubicBezTo>
                  <a:pt x="2228580" y="1012920"/>
                  <a:pt x="2177384" y="998698"/>
                  <a:pt x="2122944" y="984751"/>
                </a:cubicBezTo>
                <a:cubicBezTo>
                  <a:pt x="2054121" y="967003"/>
                  <a:pt x="1981585" y="951294"/>
                  <a:pt x="1905504" y="941380"/>
                </a:cubicBezTo>
                <a:cubicBezTo>
                  <a:pt x="1830544" y="931682"/>
                  <a:pt x="1747929" y="932141"/>
                  <a:pt x="1671045" y="924228"/>
                </a:cubicBezTo>
                <a:cubicBezTo>
                  <a:pt x="1625936" y="919523"/>
                  <a:pt x="1585613" y="907528"/>
                  <a:pt x="1543856" y="898190"/>
                </a:cubicBezTo>
                <a:cubicBezTo>
                  <a:pt x="1502093" y="888855"/>
                  <a:pt x="1460606" y="878913"/>
                  <a:pt x="1419784" y="868500"/>
                </a:cubicBezTo>
                <a:cubicBezTo>
                  <a:pt x="1397486" y="862806"/>
                  <a:pt x="1378078" y="854435"/>
                  <a:pt x="1355116" y="849214"/>
                </a:cubicBezTo>
                <a:cubicBezTo>
                  <a:pt x="1311848" y="839527"/>
                  <a:pt x="1265353" y="832754"/>
                  <a:pt x="1223713" y="821702"/>
                </a:cubicBezTo>
                <a:cubicBezTo>
                  <a:pt x="1183577" y="811001"/>
                  <a:pt x="1138864" y="809072"/>
                  <a:pt x="1094193" y="804872"/>
                </a:cubicBezTo>
                <a:cubicBezTo>
                  <a:pt x="1060244" y="801784"/>
                  <a:pt x="1034230" y="787936"/>
                  <a:pt x="1001115" y="783030"/>
                </a:cubicBezTo>
                <a:cubicBezTo>
                  <a:pt x="953853" y="775990"/>
                  <a:pt x="916853" y="764276"/>
                  <a:pt x="879548" y="747884"/>
                </a:cubicBezTo>
                <a:cubicBezTo>
                  <a:pt x="837586" y="729513"/>
                  <a:pt x="770061" y="725929"/>
                  <a:pt x="711163" y="719039"/>
                </a:cubicBezTo>
                <a:cubicBezTo>
                  <a:pt x="661152" y="713146"/>
                  <a:pt x="604343" y="715774"/>
                  <a:pt x="557941" y="707101"/>
                </a:cubicBezTo>
                <a:cubicBezTo>
                  <a:pt x="525381" y="700984"/>
                  <a:pt x="499355" y="684493"/>
                  <a:pt x="480347" y="668702"/>
                </a:cubicBezTo>
                <a:cubicBezTo>
                  <a:pt x="437718" y="632865"/>
                  <a:pt x="370204" y="616630"/>
                  <a:pt x="296224" y="603583"/>
                </a:cubicBezTo>
                <a:cubicBezTo>
                  <a:pt x="220741" y="590184"/>
                  <a:pt x="148480" y="573869"/>
                  <a:pt x="72689" y="560892"/>
                </a:cubicBezTo>
                <a:lnTo>
                  <a:pt x="0" y="543486"/>
                </a:lnTo>
                <a:lnTo>
                  <a:pt x="0" y="384357"/>
                </a:lnTo>
                <a:lnTo>
                  <a:pt x="51784" y="393937"/>
                </a:lnTo>
                <a:cubicBezTo>
                  <a:pt x="104770" y="397707"/>
                  <a:pt x="153378" y="409086"/>
                  <a:pt x="205561" y="414859"/>
                </a:cubicBezTo>
                <a:cubicBezTo>
                  <a:pt x="254062" y="420400"/>
                  <a:pt x="305001" y="422574"/>
                  <a:pt x="354391" y="426667"/>
                </a:cubicBezTo>
                <a:cubicBezTo>
                  <a:pt x="386450" y="429269"/>
                  <a:pt x="420771" y="429847"/>
                  <a:pt x="448281" y="436308"/>
                </a:cubicBezTo>
                <a:cubicBezTo>
                  <a:pt x="499904" y="448391"/>
                  <a:pt x="551004" y="446576"/>
                  <a:pt x="611518" y="434166"/>
                </a:cubicBezTo>
                <a:cubicBezTo>
                  <a:pt x="654695" y="425361"/>
                  <a:pt x="702395" y="422710"/>
                  <a:pt x="746076" y="422520"/>
                </a:cubicBezTo>
                <a:cubicBezTo>
                  <a:pt x="798481" y="422218"/>
                  <a:pt x="848400" y="419817"/>
                  <a:pt x="902724" y="409989"/>
                </a:cubicBezTo>
                <a:cubicBezTo>
                  <a:pt x="977291" y="396518"/>
                  <a:pt x="1048428" y="397321"/>
                  <a:pt x="1113854" y="414230"/>
                </a:cubicBezTo>
                <a:cubicBezTo>
                  <a:pt x="1184155" y="432145"/>
                  <a:pt x="1258677" y="446437"/>
                  <a:pt x="1333449" y="459938"/>
                </a:cubicBezTo>
                <a:cubicBezTo>
                  <a:pt x="1354772" y="463883"/>
                  <a:pt x="1385284" y="463304"/>
                  <a:pt x="1408608" y="458278"/>
                </a:cubicBezTo>
                <a:cubicBezTo>
                  <a:pt x="1483492" y="441930"/>
                  <a:pt x="1561495" y="427025"/>
                  <a:pt x="1630191" y="403061"/>
                </a:cubicBezTo>
                <a:cubicBezTo>
                  <a:pt x="1735315" y="366348"/>
                  <a:pt x="1840887" y="337881"/>
                  <a:pt x="1956289" y="332366"/>
                </a:cubicBezTo>
                <a:cubicBezTo>
                  <a:pt x="1986669" y="330865"/>
                  <a:pt x="2019100" y="336056"/>
                  <a:pt x="2042814" y="344002"/>
                </a:cubicBezTo>
                <a:cubicBezTo>
                  <a:pt x="2085261" y="358150"/>
                  <a:pt x="2126350" y="370413"/>
                  <a:pt x="2183420" y="369635"/>
                </a:cubicBezTo>
                <a:cubicBezTo>
                  <a:pt x="2235035" y="368879"/>
                  <a:pt x="2279659" y="405942"/>
                  <a:pt x="2269566" y="439859"/>
                </a:cubicBezTo>
                <a:cubicBezTo>
                  <a:pt x="2258267" y="478101"/>
                  <a:pt x="2277762" y="504964"/>
                  <a:pt x="2331129" y="524163"/>
                </a:cubicBezTo>
                <a:cubicBezTo>
                  <a:pt x="2352980" y="531807"/>
                  <a:pt x="2364861" y="546162"/>
                  <a:pt x="2385112" y="555357"/>
                </a:cubicBezTo>
                <a:cubicBezTo>
                  <a:pt x="2401860" y="562976"/>
                  <a:pt x="2421927" y="570875"/>
                  <a:pt x="2444033" y="572629"/>
                </a:cubicBezTo>
                <a:cubicBezTo>
                  <a:pt x="2483469" y="575878"/>
                  <a:pt x="2509763" y="584022"/>
                  <a:pt x="2525979" y="603233"/>
                </a:cubicBezTo>
                <a:cubicBezTo>
                  <a:pt x="2549282" y="631254"/>
                  <a:pt x="2578520" y="657481"/>
                  <a:pt x="2603911" y="684825"/>
                </a:cubicBezTo>
                <a:cubicBezTo>
                  <a:pt x="2618910" y="700624"/>
                  <a:pt x="2643515" y="707120"/>
                  <a:pt x="2678828" y="706990"/>
                </a:cubicBezTo>
                <a:cubicBezTo>
                  <a:pt x="2699243" y="707100"/>
                  <a:pt x="2725615" y="705603"/>
                  <a:pt x="2738094" y="711376"/>
                </a:cubicBezTo>
                <a:cubicBezTo>
                  <a:pt x="2805960" y="742855"/>
                  <a:pt x="2895980" y="733032"/>
                  <a:pt x="2983806" y="728243"/>
                </a:cubicBezTo>
                <a:cubicBezTo>
                  <a:pt x="2993929" y="727744"/>
                  <a:pt x="3004007" y="726871"/>
                  <a:pt x="3013997" y="725446"/>
                </a:cubicBezTo>
                <a:cubicBezTo>
                  <a:pt x="3136002" y="707474"/>
                  <a:pt x="3250133" y="713470"/>
                  <a:pt x="3364419" y="720577"/>
                </a:cubicBezTo>
                <a:cubicBezTo>
                  <a:pt x="3394563" y="722507"/>
                  <a:pt x="3428050" y="719807"/>
                  <a:pt x="3460521" y="717628"/>
                </a:cubicBezTo>
                <a:cubicBezTo>
                  <a:pt x="3545330" y="712137"/>
                  <a:pt x="3633314" y="698262"/>
                  <a:pt x="3710982" y="714182"/>
                </a:cubicBezTo>
                <a:cubicBezTo>
                  <a:pt x="3772122" y="726607"/>
                  <a:pt x="3825029" y="745116"/>
                  <a:pt x="3850961" y="778802"/>
                </a:cubicBezTo>
                <a:cubicBezTo>
                  <a:pt x="3868395" y="801427"/>
                  <a:pt x="3898481" y="813185"/>
                  <a:pt x="3946286" y="816372"/>
                </a:cubicBezTo>
                <a:cubicBezTo>
                  <a:pt x="3987480" y="819179"/>
                  <a:pt x="4025130" y="827781"/>
                  <a:pt x="4065132" y="832459"/>
                </a:cubicBezTo>
                <a:cubicBezTo>
                  <a:pt x="4086246" y="834922"/>
                  <a:pt x="4110400" y="838274"/>
                  <a:pt x="4132173" y="835167"/>
                </a:cubicBezTo>
                <a:cubicBezTo>
                  <a:pt x="4190358" y="826865"/>
                  <a:pt x="4249453" y="817300"/>
                  <a:pt x="4305858" y="804156"/>
                </a:cubicBezTo>
                <a:cubicBezTo>
                  <a:pt x="4334041" y="797490"/>
                  <a:pt x="4360739" y="782919"/>
                  <a:pt x="4382131" y="769481"/>
                </a:cubicBezTo>
                <a:cubicBezTo>
                  <a:pt x="4404161" y="755388"/>
                  <a:pt x="4425552" y="747047"/>
                  <a:pt x="4453289" y="752531"/>
                </a:cubicBezTo>
                <a:cubicBezTo>
                  <a:pt x="4522267" y="766292"/>
                  <a:pt x="4590589" y="780524"/>
                  <a:pt x="4657971" y="795835"/>
                </a:cubicBezTo>
                <a:cubicBezTo>
                  <a:pt x="4669645" y="798513"/>
                  <a:pt x="4675987" y="807238"/>
                  <a:pt x="4682399" y="813876"/>
                </a:cubicBezTo>
                <a:cubicBezTo>
                  <a:pt x="4712325" y="844914"/>
                  <a:pt x="4739115" y="876968"/>
                  <a:pt x="4771814" y="907046"/>
                </a:cubicBezTo>
                <a:cubicBezTo>
                  <a:pt x="4783117" y="917329"/>
                  <a:pt x="4807945" y="922850"/>
                  <a:pt x="4827520" y="929876"/>
                </a:cubicBezTo>
                <a:cubicBezTo>
                  <a:pt x="4833681" y="932206"/>
                  <a:pt x="4845543" y="931081"/>
                  <a:pt x="4849942" y="933851"/>
                </a:cubicBezTo>
                <a:cubicBezTo>
                  <a:pt x="4888949" y="959631"/>
                  <a:pt x="4951287" y="954890"/>
                  <a:pt x="5009626" y="957896"/>
                </a:cubicBezTo>
                <a:cubicBezTo>
                  <a:pt x="5059523" y="960407"/>
                  <a:pt x="5111928" y="960104"/>
                  <a:pt x="5158711" y="963814"/>
                </a:cubicBezTo>
                <a:cubicBezTo>
                  <a:pt x="5231307" y="969696"/>
                  <a:pt x="5298173" y="973751"/>
                  <a:pt x="5376427" y="963151"/>
                </a:cubicBezTo>
                <a:cubicBezTo>
                  <a:pt x="5408579" y="958754"/>
                  <a:pt x="5448461" y="970245"/>
                  <a:pt x="5475787" y="980508"/>
                </a:cubicBezTo>
                <a:cubicBezTo>
                  <a:pt x="5528518" y="1000363"/>
                  <a:pt x="5584839" y="1001958"/>
                  <a:pt x="5653401" y="987268"/>
                </a:cubicBezTo>
                <a:cubicBezTo>
                  <a:pt x="5676008" y="982341"/>
                  <a:pt x="5702558" y="984595"/>
                  <a:pt x="5726340" y="985357"/>
                </a:cubicBezTo>
                <a:cubicBezTo>
                  <a:pt x="5748643" y="985952"/>
                  <a:pt x="5770110" y="988364"/>
                  <a:pt x="5790563" y="991300"/>
                </a:cubicBezTo>
                <a:cubicBezTo>
                  <a:pt x="5815128" y="994969"/>
                  <a:pt x="5845522" y="996110"/>
                  <a:pt x="5860260" y="1004958"/>
                </a:cubicBezTo>
                <a:cubicBezTo>
                  <a:pt x="5906803" y="1032493"/>
                  <a:pt x="5977069" y="1037385"/>
                  <a:pt x="6042101" y="1036226"/>
                </a:cubicBezTo>
                <a:cubicBezTo>
                  <a:pt x="6128232" y="1034888"/>
                  <a:pt x="6222269" y="1027704"/>
                  <a:pt x="6301998" y="989138"/>
                </a:cubicBezTo>
                <a:cubicBezTo>
                  <a:pt x="6349672" y="965909"/>
                  <a:pt x="6396952" y="955198"/>
                  <a:pt x="6452025" y="968489"/>
                </a:cubicBezTo>
                <a:cubicBezTo>
                  <a:pt x="6489401" y="977695"/>
                  <a:pt x="6558002" y="960731"/>
                  <a:pt x="6589205" y="939474"/>
                </a:cubicBezTo>
                <a:cubicBezTo>
                  <a:pt x="6600499" y="931821"/>
                  <a:pt x="6612148" y="924116"/>
                  <a:pt x="6631069" y="911222"/>
                </a:cubicBezTo>
                <a:cubicBezTo>
                  <a:pt x="6674305" y="951313"/>
                  <a:pt x="6752346" y="944332"/>
                  <a:pt x="6828274" y="942941"/>
                </a:cubicBezTo>
                <a:cubicBezTo>
                  <a:pt x="6874780" y="942157"/>
                  <a:pt x="6889173" y="963896"/>
                  <a:pt x="6900803" y="984140"/>
                </a:cubicBezTo>
                <a:cubicBezTo>
                  <a:pt x="6921316" y="1020676"/>
                  <a:pt x="6959796" y="1032557"/>
                  <a:pt x="7034668" y="1018665"/>
                </a:cubicBezTo>
                <a:cubicBezTo>
                  <a:pt x="7117337" y="1003282"/>
                  <a:pt x="7199637" y="985309"/>
                  <a:pt x="7281067" y="966327"/>
                </a:cubicBezTo>
                <a:cubicBezTo>
                  <a:pt x="7332521" y="954266"/>
                  <a:pt x="7378029" y="936255"/>
                  <a:pt x="7412780" y="909206"/>
                </a:cubicBezTo>
                <a:cubicBezTo>
                  <a:pt x="7446535" y="882864"/>
                  <a:pt x="7455445" y="884046"/>
                  <a:pt x="7500327" y="894826"/>
                </a:cubicBezTo>
                <a:cubicBezTo>
                  <a:pt x="7552743" y="907363"/>
                  <a:pt x="7606735" y="918164"/>
                  <a:pt x="7662324" y="927415"/>
                </a:cubicBezTo>
                <a:cubicBezTo>
                  <a:pt x="7679867" y="930387"/>
                  <a:pt x="7704114" y="926740"/>
                  <a:pt x="7725334" y="924844"/>
                </a:cubicBezTo>
                <a:cubicBezTo>
                  <a:pt x="7761320" y="921787"/>
                  <a:pt x="7798617" y="920242"/>
                  <a:pt x="7833279" y="913031"/>
                </a:cubicBezTo>
                <a:cubicBezTo>
                  <a:pt x="7866516" y="906023"/>
                  <a:pt x="7898634" y="893700"/>
                  <a:pt x="7928605" y="881683"/>
                </a:cubicBezTo>
                <a:cubicBezTo>
                  <a:pt x="8012311" y="848025"/>
                  <a:pt x="8088138" y="810205"/>
                  <a:pt x="8146597" y="762968"/>
                </a:cubicBezTo>
                <a:cubicBezTo>
                  <a:pt x="8154091" y="756800"/>
                  <a:pt x="8170249" y="752606"/>
                  <a:pt x="8183577" y="749005"/>
                </a:cubicBezTo>
                <a:cubicBezTo>
                  <a:pt x="8205312" y="743071"/>
                  <a:pt x="8227788" y="737222"/>
                  <a:pt x="8250224" y="733642"/>
                </a:cubicBezTo>
                <a:cubicBezTo>
                  <a:pt x="8359189" y="716209"/>
                  <a:pt x="8441164" y="678078"/>
                  <a:pt x="8505929" y="626542"/>
                </a:cubicBezTo>
                <a:cubicBezTo>
                  <a:pt x="8524585" y="611796"/>
                  <a:pt x="8540107" y="608259"/>
                  <a:pt x="8564194" y="618796"/>
                </a:cubicBezTo>
                <a:cubicBezTo>
                  <a:pt x="8592162" y="631043"/>
                  <a:pt x="8628032" y="619507"/>
                  <a:pt x="8660705" y="611069"/>
                </a:cubicBezTo>
                <a:cubicBezTo>
                  <a:pt x="8694442" y="602479"/>
                  <a:pt x="8728514" y="593651"/>
                  <a:pt x="8762255" y="585060"/>
                </a:cubicBezTo>
                <a:cubicBezTo>
                  <a:pt x="8787227" y="578855"/>
                  <a:pt x="8811899" y="573069"/>
                  <a:pt x="8836439" y="566358"/>
                </a:cubicBezTo>
                <a:cubicBezTo>
                  <a:pt x="8912856" y="545447"/>
                  <a:pt x="8983243" y="538425"/>
                  <a:pt x="9050728" y="559575"/>
                </a:cubicBezTo>
                <a:cubicBezTo>
                  <a:pt x="9102219" y="575830"/>
                  <a:pt x="9164950" y="573868"/>
                  <a:pt x="9229627" y="557464"/>
                </a:cubicBezTo>
                <a:cubicBezTo>
                  <a:pt x="9237706" y="555368"/>
                  <a:pt x="9247529" y="550190"/>
                  <a:pt x="9253451" y="550855"/>
                </a:cubicBezTo>
                <a:cubicBezTo>
                  <a:pt x="9342568" y="560232"/>
                  <a:pt x="9405310" y="512383"/>
                  <a:pt x="9484214" y="498671"/>
                </a:cubicBezTo>
                <a:cubicBezTo>
                  <a:pt x="9519035" y="492570"/>
                  <a:pt x="9552778" y="473783"/>
                  <a:pt x="9582633" y="458384"/>
                </a:cubicBezTo>
                <a:cubicBezTo>
                  <a:pt x="9623689" y="437231"/>
                  <a:pt x="9660183" y="417297"/>
                  <a:pt x="9719670" y="415607"/>
                </a:cubicBezTo>
                <a:cubicBezTo>
                  <a:pt x="9779189" y="414101"/>
                  <a:pt x="9830940" y="393878"/>
                  <a:pt x="9871784" y="366147"/>
                </a:cubicBezTo>
                <a:cubicBezTo>
                  <a:pt x="9903014" y="345075"/>
                  <a:pt x="9939570" y="338349"/>
                  <a:pt x="9984494" y="336660"/>
                </a:cubicBezTo>
                <a:cubicBezTo>
                  <a:pt x="10040642" y="334503"/>
                  <a:pt x="10098165" y="326674"/>
                  <a:pt x="10154708" y="322193"/>
                </a:cubicBezTo>
                <a:cubicBezTo>
                  <a:pt x="10166953" y="321201"/>
                  <a:pt x="10182669" y="321603"/>
                  <a:pt x="10190446" y="325025"/>
                </a:cubicBezTo>
                <a:cubicBezTo>
                  <a:pt x="10285769" y="367692"/>
                  <a:pt x="10408999" y="350677"/>
                  <a:pt x="10530736" y="335953"/>
                </a:cubicBezTo>
                <a:cubicBezTo>
                  <a:pt x="10604506" y="327127"/>
                  <a:pt x="10678397" y="316584"/>
                  <a:pt x="10752157" y="305117"/>
                </a:cubicBezTo>
                <a:cubicBezTo>
                  <a:pt x="10777120" y="301365"/>
                  <a:pt x="10803110" y="294636"/>
                  <a:pt x="10824452" y="285927"/>
                </a:cubicBezTo>
                <a:cubicBezTo>
                  <a:pt x="10868837" y="267698"/>
                  <a:pt x="10909147" y="246465"/>
                  <a:pt x="10953152" y="228102"/>
                </a:cubicBezTo>
                <a:cubicBezTo>
                  <a:pt x="10969622" y="221030"/>
                  <a:pt x="10991730" y="217688"/>
                  <a:pt x="11011614" y="214096"/>
                </a:cubicBezTo>
                <a:cubicBezTo>
                  <a:pt x="11046743" y="207573"/>
                  <a:pt x="11086641" y="206412"/>
                  <a:pt x="11116031" y="195421"/>
                </a:cubicBezTo>
                <a:cubicBezTo>
                  <a:pt x="11192467" y="166956"/>
                  <a:pt x="11266913" y="160299"/>
                  <a:pt x="11344303" y="166629"/>
                </a:cubicBezTo>
                <a:cubicBezTo>
                  <a:pt x="11452657" y="175527"/>
                  <a:pt x="11551626" y="159519"/>
                  <a:pt x="11639050" y="108526"/>
                </a:cubicBezTo>
                <a:cubicBezTo>
                  <a:pt x="11678385" y="85543"/>
                  <a:pt x="11720243" y="87879"/>
                  <a:pt x="11757532" y="96530"/>
                </a:cubicBezTo>
                <a:cubicBezTo>
                  <a:pt x="11800499" y="106640"/>
                  <a:pt x="11840704" y="105056"/>
                  <a:pt x="11885799" y="86728"/>
                </a:cubicBezTo>
                <a:cubicBezTo>
                  <a:pt x="11895784" y="82659"/>
                  <a:pt x="11910604" y="81867"/>
                  <a:pt x="11922874" y="81060"/>
                </a:cubicBezTo>
                <a:cubicBezTo>
                  <a:pt x="11992783" y="75806"/>
                  <a:pt x="12063500" y="73647"/>
                  <a:pt x="12115331" y="33587"/>
                </a:cubicBezTo>
                <a:cubicBezTo>
                  <a:pt x="12125500" y="25715"/>
                  <a:pt x="12143693" y="20477"/>
                  <a:pt x="12158080" y="1408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05A366B8-D24C-8BF6-7D36-F9E748B10DF7}"/>
              </a:ext>
            </a:extLst>
          </p:cNvPr>
          <p:cNvSpPr>
            <a:spLocks noGrp="1"/>
          </p:cNvSpPr>
          <p:nvPr>
            <p:ph idx="1"/>
          </p:nvPr>
        </p:nvSpPr>
        <p:spPr>
          <a:xfrm>
            <a:off x="111760" y="3128176"/>
            <a:ext cx="11948160" cy="3729824"/>
          </a:xfrm>
        </p:spPr>
        <p:txBody>
          <a:bodyPr>
            <a:normAutofit/>
          </a:bodyPr>
          <a:lstStyle/>
          <a:p>
            <a:pPr marL="0" indent="0">
              <a:buNone/>
            </a:pPr>
            <a:endParaRPr lang="en-JM" sz="3000" dirty="0">
              <a:solidFill>
                <a:srgbClr val="FFFF00"/>
              </a:solidFill>
            </a:endParaRPr>
          </a:p>
          <a:p>
            <a:r>
              <a:rPr lang="en-JM" sz="3000" dirty="0"/>
              <a:t>vain repetitions: </a:t>
            </a:r>
            <a:r>
              <a:rPr lang="el-GR" sz="3000" dirty="0"/>
              <a:t>βατταλογήσητε</a:t>
            </a:r>
            <a:r>
              <a:rPr lang="en-JM" sz="3000" dirty="0"/>
              <a:t> </a:t>
            </a:r>
          </a:p>
          <a:p>
            <a:pPr>
              <a:buFont typeface="Wingdings" panose="05000000000000000000" pitchFamily="2" charset="2"/>
              <a:buChar char="v"/>
            </a:pPr>
            <a:r>
              <a:rPr lang="en-JM" sz="3000" dirty="0"/>
              <a:t>vain repetition, stammer.</a:t>
            </a:r>
          </a:p>
          <a:p>
            <a:pPr>
              <a:buFont typeface="Wingdings" panose="05000000000000000000" pitchFamily="2" charset="2"/>
              <a:buChar char="ü"/>
            </a:pPr>
            <a:r>
              <a:rPr lang="en-JM" sz="3000" dirty="0"/>
              <a:t> To repeat the same thing over and over, to use idle words, to babble, to prate.</a:t>
            </a:r>
          </a:p>
          <a:p>
            <a:pPr marL="0" indent="0">
              <a:buNone/>
            </a:pPr>
            <a:endParaRPr lang="en-JM" dirty="0"/>
          </a:p>
        </p:txBody>
      </p:sp>
    </p:spTree>
    <p:extLst>
      <p:ext uri="{BB962C8B-B14F-4D97-AF65-F5344CB8AC3E}">
        <p14:creationId xmlns:p14="http://schemas.microsoft.com/office/powerpoint/2010/main" val="1105464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111AA-E3A6-3B30-6B68-B9C2CF0720D8}"/>
              </a:ext>
            </a:extLst>
          </p:cNvPr>
          <p:cNvSpPr>
            <a:spLocks noGrp="1"/>
          </p:cNvSpPr>
          <p:nvPr>
            <p:ph type="title"/>
          </p:nvPr>
        </p:nvSpPr>
        <p:spPr>
          <a:xfrm>
            <a:off x="1270000" y="101600"/>
            <a:ext cx="9144000" cy="1263649"/>
          </a:xfrm>
        </p:spPr>
        <p:txBody>
          <a:bodyPr/>
          <a:lstStyle/>
          <a:p>
            <a:pPr algn="ctr"/>
            <a:r>
              <a:rPr lang="en-JM" dirty="0"/>
              <a:t>Vain Repetition</a:t>
            </a:r>
          </a:p>
        </p:txBody>
      </p:sp>
      <p:sp>
        <p:nvSpPr>
          <p:cNvPr id="3" name="Content Placeholder 2">
            <a:extLst>
              <a:ext uri="{FF2B5EF4-FFF2-40B4-BE49-F238E27FC236}">
                <a16:creationId xmlns:a16="http://schemas.microsoft.com/office/drawing/2014/main" id="{248CDCB0-41DC-AB16-BAA7-BE8D3CA643CE}"/>
              </a:ext>
            </a:extLst>
          </p:cNvPr>
          <p:cNvSpPr>
            <a:spLocks noGrp="1"/>
          </p:cNvSpPr>
          <p:nvPr>
            <p:ph idx="1"/>
          </p:nvPr>
        </p:nvSpPr>
        <p:spPr>
          <a:xfrm>
            <a:off x="721360" y="1818639"/>
            <a:ext cx="10749280" cy="3393441"/>
          </a:xfrm>
        </p:spPr>
        <p:txBody>
          <a:bodyPr/>
          <a:lstStyle/>
          <a:p>
            <a:r>
              <a:rPr lang="en-US" dirty="0"/>
              <a:t>The word </a:t>
            </a:r>
            <a:r>
              <a:rPr lang="en-US" dirty="0">
                <a:solidFill>
                  <a:srgbClr val="FFFF00"/>
                </a:solidFill>
              </a:rPr>
              <a:t>vain </a:t>
            </a:r>
            <a:r>
              <a:rPr lang="en-US" dirty="0"/>
              <a:t>means “</a:t>
            </a:r>
            <a:r>
              <a:rPr lang="en-US" dirty="0">
                <a:solidFill>
                  <a:srgbClr val="FFFF00"/>
                </a:solidFill>
              </a:rPr>
              <a:t>empty</a:t>
            </a:r>
            <a:r>
              <a:rPr lang="en-US" dirty="0"/>
              <a:t>” or “</a:t>
            </a:r>
            <a:r>
              <a:rPr lang="en-US" dirty="0">
                <a:solidFill>
                  <a:srgbClr val="FFFF00"/>
                </a:solidFill>
              </a:rPr>
              <a:t>useless</a:t>
            </a:r>
            <a:r>
              <a:rPr lang="en-US" dirty="0"/>
              <a:t>”; so Jesus is warning us that </a:t>
            </a:r>
            <a:r>
              <a:rPr lang="en-US" dirty="0">
                <a:solidFill>
                  <a:srgbClr val="FF0000"/>
                </a:solidFill>
              </a:rPr>
              <a:t>repeating worthless phrases </a:t>
            </a:r>
            <a:r>
              <a:rPr lang="en-US" dirty="0"/>
              <a:t>in our prayers will not help them be heard by God. Our Heavenly Father is not concerned with </a:t>
            </a:r>
            <a:r>
              <a:rPr lang="en-US" dirty="0">
                <a:solidFill>
                  <a:srgbClr val="FF0000"/>
                </a:solidFill>
              </a:rPr>
              <a:t>word count</a:t>
            </a:r>
            <a:r>
              <a:rPr lang="en-US" dirty="0"/>
              <a:t>, </a:t>
            </a:r>
            <a:r>
              <a:rPr lang="en-US" dirty="0">
                <a:solidFill>
                  <a:srgbClr val="FF0000"/>
                </a:solidFill>
              </a:rPr>
              <a:t>flowery expressions</a:t>
            </a:r>
            <a:r>
              <a:rPr lang="en-US" dirty="0"/>
              <a:t>, or </a:t>
            </a:r>
            <a:r>
              <a:rPr lang="en-US" dirty="0">
                <a:solidFill>
                  <a:srgbClr val="FF0000"/>
                </a:solidFill>
              </a:rPr>
              <a:t>mantras</a:t>
            </a:r>
            <a:r>
              <a:rPr lang="en-US" dirty="0"/>
              <a:t>; He desires “</a:t>
            </a:r>
            <a:r>
              <a:rPr lang="en-US" dirty="0">
                <a:solidFill>
                  <a:srgbClr val="FFFF00"/>
                </a:solidFill>
              </a:rPr>
              <a:t>truth in the inward being</a:t>
            </a:r>
            <a:r>
              <a:rPr lang="en-US" dirty="0"/>
              <a:t>” (Psalm 51:6, ESV).</a:t>
            </a:r>
            <a:endParaRPr lang="en-JM" dirty="0"/>
          </a:p>
        </p:txBody>
      </p:sp>
    </p:spTree>
    <p:extLst>
      <p:ext uri="{BB962C8B-B14F-4D97-AF65-F5344CB8AC3E}">
        <p14:creationId xmlns:p14="http://schemas.microsoft.com/office/powerpoint/2010/main" val="364518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6DFFB-E2CA-3A5D-3990-DB375C870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344D23-F123-7649-A828-3C5140F9BECD}"/>
              </a:ext>
            </a:extLst>
          </p:cNvPr>
          <p:cNvSpPr>
            <a:spLocks noGrp="1"/>
          </p:cNvSpPr>
          <p:nvPr>
            <p:ph type="title"/>
          </p:nvPr>
        </p:nvSpPr>
        <p:spPr>
          <a:xfrm>
            <a:off x="1270000" y="101600"/>
            <a:ext cx="9144000" cy="1263649"/>
          </a:xfrm>
        </p:spPr>
        <p:txBody>
          <a:bodyPr/>
          <a:lstStyle/>
          <a:p>
            <a:pPr algn="ctr"/>
            <a:r>
              <a:rPr lang="en-JM" dirty="0"/>
              <a:t>Vain Repetition</a:t>
            </a:r>
          </a:p>
        </p:txBody>
      </p:sp>
      <p:sp>
        <p:nvSpPr>
          <p:cNvPr id="3" name="Content Placeholder 2">
            <a:extLst>
              <a:ext uri="{FF2B5EF4-FFF2-40B4-BE49-F238E27FC236}">
                <a16:creationId xmlns:a16="http://schemas.microsoft.com/office/drawing/2014/main" id="{A9A459E0-6D59-38F2-7196-5860259AD2D4}"/>
              </a:ext>
            </a:extLst>
          </p:cNvPr>
          <p:cNvSpPr>
            <a:spLocks noGrp="1"/>
          </p:cNvSpPr>
          <p:nvPr>
            <p:ph idx="1"/>
          </p:nvPr>
        </p:nvSpPr>
        <p:spPr>
          <a:xfrm>
            <a:off x="721360" y="1818639"/>
            <a:ext cx="10749280" cy="3393441"/>
          </a:xfrm>
        </p:spPr>
        <p:txBody>
          <a:bodyPr/>
          <a:lstStyle/>
          <a:p>
            <a:r>
              <a:rPr lang="en-US" dirty="0"/>
              <a:t>“</a:t>
            </a:r>
            <a:r>
              <a:rPr lang="en-US" dirty="0">
                <a:solidFill>
                  <a:srgbClr val="FFFF00"/>
                </a:solidFill>
              </a:rPr>
              <a:t>Use not vain repetitions</a:t>
            </a:r>
            <a:r>
              <a:rPr lang="en-US" dirty="0"/>
              <a:t>” is the King James translation of Matthew 6:7. Other translations say, “</a:t>
            </a:r>
            <a:r>
              <a:rPr lang="en-US" dirty="0">
                <a:solidFill>
                  <a:srgbClr val="FFFF00"/>
                </a:solidFill>
              </a:rPr>
              <a:t>Do not use meaningless repetition</a:t>
            </a:r>
            <a:r>
              <a:rPr lang="en-US" dirty="0"/>
              <a:t>” (NASB), “</a:t>
            </a:r>
            <a:r>
              <a:rPr lang="en-US" dirty="0">
                <a:solidFill>
                  <a:srgbClr val="FFFF00"/>
                </a:solidFill>
              </a:rPr>
              <a:t>Do not heap up empty phrases</a:t>
            </a:r>
            <a:r>
              <a:rPr lang="en-US" dirty="0"/>
              <a:t>” (ESV), or “</a:t>
            </a:r>
            <a:r>
              <a:rPr lang="en-US" dirty="0">
                <a:solidFill>
                  <a:srgbClr val="FFFF00"/>
                </a:solidFill>
              </a:rPr>
              <a:t>Do not keep on babbling</a:t>
            </a:r>
            <a:r>
              <a:rPr lang="en-US" dirty="0"/>
              <a:t>” (NIV).</a:t>
            </a:r>
            <a:endParaRPr lang="en-JM" dirty="0"/>
          </a:p>
        </p:txBody>
      </p:sp>
    </p:spTree>
    <p:extLst>
      <p:ext uri="{BB962C8B-B14F-4D97-AF65-F5344CB8AC3E}">
        <p14:creationId xmlns:p14="http://schemas.microsoft.com/office/powerpoint/2010/main" val="26517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2FFE3-5528-438B-B581-0C96C1959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0867D-C89A-714E-93B9-28D1E3144F10}"/>
              </a:ext>
            </a:extLst>
          </p:cNvPr>
          <p:cNvSpPr>
            <a:spLocks noGrp="1"/>
          </p:cNvSpPr>
          <p:nvPr>
            <p:ph type="title"/>
          </p:nvPr>
        </p:nvSpPr>
        <p:spPr>
          <a:xfrm>
            <a:off x="1270000" y="101600"/>
            <a:ext cx="9144000" cy="1263649"/>
          </a:xfrm>
        </p:spPr>
        <p:txBody>
          <a:bodyPr/>
          <a:lstStyle/>
          <a:p>
            <a:pPr algn="ctr"/>
            <a:r>
              <a:rPr lang="en-JM" dirty="0"/>
              <a:t>Vain Repetition</a:t>
            </a:r>
          </a:p>
        </p:txBody>
      </p:sp>
      <p:sp>
        <p:nvSpPr>
          <p:cNvPr id="3" name="Content Placeholder 2">
            <a:extLst>
              <a:ext uri="{FF2B5EF4-FFF2-40B4-BE49-F238E27FC236}">
                <a16:creationId xmlns:a16="http://schemas.microsoft.com/office/drawing/2014/main" id="{8700CD06-38F0-B988-12D6-B146A855F680}"/>
              </a:ext>
            </a:extLst>
          </p:cNvPr>
          <p:cNvSpPr>
            <a:spLocks noGrp="1"/>
          </p:cNvSpPr>
          <p:nvPr>
            <p:ph idx="1"/>
          </p:nvPr>
        </p:nvSpPr>
        <p:spPr>
          <a:xfrm>
            <a:off x="721360" y="1818639"/>
            <a:ext cx="10749280" cy="3393441"/>
          </a:xfrm>
        </p:spPr>
        <p:txBody>
          <a:bodyPr/>
          <a:lstStyle/>
          <a:p>
            <a:r>
              <a:rPr lang="en-US" dirty="0"/>
              <a:t>As Jesus points out, the use of repetitious words or formulaic phrases is a “</a:t>
            </a:r>
            <a:r>
              <a:rPr lang="en-US" dirty="0">
                <a:solidFill>
                  <a:srgbClr val="FF0000"/>
                </a:solidFill>
              </a:rPr>
              <a:t>heathen</a:t>
            </a:r>
            <a:r>
              <a:rPr lang="en-US" dirty="0"/>
              <a:t>” or “</a:t>
            </a:r>
            <a:r>
              <a:rPr lang="en-US" dirty="0">
                <a:solidFill>
                  <a:srgbClr val="FF0000"/>
                </a:solidFill>
              </a:rPr>
              <a:t>pagan</a:t>
            </a:r>
            <a:r>
              <a:rPr lang="en-US" dirty="0"/>
              <a:t>” practice and should not be part of Christian prayer. Our prayers should be more like the short, simple prayer of Elijah on Mt. Carmel and less like the prolonged, repetitious prayers of the prophets of Baal (see 1 Kings 18:25–39).</a:t>
            </a:r>
            <a:endParaRPr lang="en-JM" dirty="0"/>
          </a:p>
        </p:txBody>
      </p:sp>
    </p:spTree>
    <p:extLst>
      <p:ext uri="{BB962C8B-B14F-4D97-AF65-F5344CB8AC3E}">
        <p14:creationId xmlns:p14="http://schemas.microsoft.com/office/powerpoint/2010/main" val="4256784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BA031-FF7E-825E-AE9F-B16AF261AE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F8A4F-1949-32D7-B4CE-A64BBFB935D0}"/>
              </a:ext>
            </a:extLst>
          </p:cNvPr>
          <p:cNvSpPr>
            <a:spLocks noGrp="1"/>
          </p:cNvSpPr>
          <p:nvPr>
            <p:ph type="title"/>
          </p:nvPr>
        </p:nvSpPr>
        <p:spPr>
          <a:xfrm>
            <a:off x="1270000" y="101600"/>
            <a:ext cx="9144000" cy="1263649"/>
          </a:xfrm>
        </p:spPr>
        <p:txBody>
          <a:bodyPr/>
          <a:lstStyle/>
          <a:p>
            <a:pPr algn="ctr"/>
            <a:r>
              <a:rPr lang="en-JM" dirty="0"/>
              <a:t>Vain Repetition</a:t>
            </a:r>
          </a:p>
        </p:txBody>
      </p:sp>
      <p:sp>
        <p:nvSpPr>
          <p:cNvPr id="3" name="Content Placeholder 2">
            <a:extLst>
              <a:ext uri="{FF2B5EF4-FFF2-40B4-BE49-F238E27FC236}">
                <a16:creationId xmlns:a16="http://schemas.microsoft.com/office/drawing/2014/main" id="{7FE8E58E-371A-A6E5-63E1-EF7DF995BDE8}"/>
              </a:ext>
            </a:extLst>
          </p:cNvPr>
          <p:cNvSpPr>
            <a:spLocks noGrp="1"/>
          </p:cNvSpPr>
          <p:nvPr>
            <p:ph idx="1"/>
          </p:nvPr>
        </p:nvSpPr>
        <p:spPr>
          <a:xfrm>
            <a:off x="721360" y="1818639"/>
            <a:ext cx="10749280" cy="3393441"/>
          </a:xfrm>
        </p:spPr>
        <p:txBody>
          <a:bodyPr/>
          <a:lstStyle/>
          <a:p>
            <a:r>
              <a:rPr lang="en-US" dirty="0"/>
              <a:t>Repeating things </a:t>
            </a:r>
            <a:r>
              <a:rPr lang="en-US" dirty="0">
                <a:solidFill>
                  <a:srgbClr val="FFC000"/>
                </a:solidFill>
              </a:rPr>
              <a:t>fills up time</a:t>
            </a:r>
            <a:r>
              <a:rPr lang="en-US" dirty="0"/>
              <a:t>, but it does not prove our </a:t>
            </a:r>
            <a:r>
              <a:rPr lang="en-US" dirty="0">
                <a:solidFill>
                  <a:srgbClr val="FFFF00"/>
                </a:solidFill>
              </a:rPr>
              <a:t>devotion</a:t>
            </a:r>
            <a:r>
              <a:rPr lang="en-US" dirty="0"/>
              <a:t> or better our </a:t>
            </a:r>
            <a:r>
              <a:rPr lang="en-US" dirty="0">
                <a:solidFill>
                  <a:srgbClr val="FFFF00"/>
                </a:solidFill>
              </a:rPr>
              <a:t>chances </a:t>
            </a:r>
            <a:r>
              <a:rPr lang="en-US" dirty="0"/>
              <a:t>of God’s </a:t>
            </a:r>
            <a:r>
              <a:rPr lang="en-US" dirty="0">
                <a:solidFill>
                  <a:srgbClr val="FFFF00"/>
                </a:solidFill>
              </a:rPr>
              <a:t>hearing us</a:t>
            </a:r>
            <a:r>
              <a:rPr lang="en-US" dirty="0"/>
              <a:t>. We should teach our children at an early age to pray in a natural, conversational manner, with reverence for the One they are addressing.</a:t>
            </a:r>
            <a:endParaRPr lang="en-JM" dirty="0"/>
          </a:p>
        </p:txBody>
      </p:sp>
    </p:spTree>
    <p:extLst>
      <p:ext uri="{BB962C8B-B14F-4D97-AF65-F5344CB8AC3E}">
        <p14:creationId xmlns:p14="http://schemas.microsoft.com/office/powerpoint/2010/main" val="1928951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10DB8-5724-9336-DCD7-7019CB46BE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AF3CE2-6258-8EB2-9B2A-33346C5D687C}"/>
              </a:ext>
            </a:extLst>
          </p:cNvPr>
          <p:cNvSpPr>
            <a:spLocks noGrp="1"/>
          </p:cNvSpPr>
          <p:nvPr>
            <p:ph type="title"/>
          </p:nvPr>
        </p:nvSpPr>
        <p:spPr>
          <a:xfrm>
            <a:off x="1270000" y="101600"/>
            <a:ext cx="9144000" cy="1263649"/>
          </a:xfrm>
        </p:spPr>
        <p:txBody>
          <a:bodyPr/>
          <a:lstStyle/>
          <a:p>
            <a:pPr algn="ctr"/>
            <a:r>
              <a:rPr lang="en-JM" dirty="0"/>
              <a:t>Vain Repetition</a:t>
            </a:r>
          </a:p>
        </p:txBody>
      </p:sp>
      <p:sp>
        <p:nvSpPr>
          <p:cNvPr id="3" name="Content Placeholder 2">
            <a:extLst>
              <a:ext uri="{FF2B5EF4-FFF2-40B4-BE49-F238E27FC236}">
                <a16:creationId xmlns:a16="http://schemas.microsoft.com/office/drawing/2014/main" id="{4B4D4ABD-975D-3922-7DA5-ECF3613F2F12}"/>
              </a:ext>
            </a:extLst>
          </p:cNvPr>
          <p:cNvSpPr>
            <a:spLocks noGrp="1"/>
          </p:cNvSpPr>
          <p:nvPr>
            <p:ph idx="1"/>
          </p:nvPr>
        </p:nvSpPr>
        <p:spPr>
          <a:xfrm>
            <a:off x="721360" y="1818639"/>
            <a:ext cx="10749280" cy="3393441"/>
          </a:xfrm>
        </p:spPr>
        <p:txBody>
          <a:bodyPr/>
          <a:lstStyle/>
          <a:p>
            <a:r>
              <a:rPr lang="en-US" dirty="0"/>
              <a:t>Being </a:t>
            </a:r>
            <a:r>
              <a:rPr lang="en-US" dirty="0">
                <a:solidFill>
                  <a:srgbClr val="FFFF00"/>
                </a:solidFill>
              </a:rPr>
              <a:t>persistent </a:t>
            </a:r>
            <a:r>
              <a:rPr lang="en-US" dirty="0"/>
              <a:t>in prayer is not the same as using </a:t>
            </a:r>
            <a:r>
              <a:rPr lang="en-US" dirty="0">
                <a:solidFill>
                  <a:srgbClr val="FFFF00"/>
                </a:solidFill>
              </a:rPr>
              <a:t>vain repetitions</a:t>
            </a:r>
            <a:r>
              <a:rPr lang="en-US" dirty="0"/>
              <a:t>. There is nothing wrong with praying for the same thing more than once (see 2 Corinthians 12:8). After all, Jesus taught us that we should “always pray and not give up” (Luke 18:1). But it’s understood that our prayers are from the heart, spontaneous, and honoring to God, not the repeating of words written by someone else.</a:t>
            </a:r>
            <a:endParaRPr lang="en-JM" dirty="0"/>
          </a:p>
        </p:txBody>
      </p:sp>
    </p:spTree>
    <p:extLst>
      <p:ext uri="{BB962C8B-B14F-4D97-AF65-F5344CB8AC3E}">
        <p14:creationId xmlns:p14="http://schemas.microsoft.com/office/powerpoint/2010/main" val="3918552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1F6B5-08B5-DA13-6928-64C931968D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582DA-3A50-616A-11A1-6B36B2787033}"/>
              </a:ext>
            </a:extLst>
          </p:cNvPr>
          <p:cNvSpPr>
            <a:spLocks noGrp="1"/>
          </p:cNvSpPr>
          <p:nvPr>
            <p:ph type="title"/>
          </p:nvPr>
        </p:nvSpPr>
        <p:spPr>
          <a:xfrm>
            <a:off x="1270000" y="101600"/>
            <a:ext cx="9144000" cy="1263649"/>
          </a:xfrm>
        </p:spPr>
        <p:txBody>
          <a:bodyPr/>
          <a:lstStyle/>
          <a:p>
            <a:pPr algn="ctr"/>
            <a:r>
              <a:rPr lang="en-JM" dirty="0"/>
              <a:t>Vain Repetition</a:t>
            </a:r>
          </a:p>
        </p:txBody>
      </p:sp>
      <p:sp>
        <p:nvSpPr>
          <p:cNvPr id="3" name="Content Placeholder 2">
            <a:extLst>
              <a:ext uri="{FF2B5EF4-FFF2-40B4-BE49-F238E27FC236}">
                <a16:creationId xmlns:a16="http://schemas.microsoft.com/office/drawing/2014/main" id="{8240CC91-7C70-516D-7A3F-0001451A9F08}"/>
              </a:ext>
            </a:extLst>
          </p:cNvPr>
          <p:cNvSpPr>
            <a:spLocks noGrp="1"/>
          </p:cNvSpPr>
          <p:nvPr>
            <p:ph idx="1"/>
          </p:nvPr>
        </p:nvSpPr>
        <p:spPr>
          <a:xfrm>
            <a:off x="721360" y="1818639"/>
            <a:ext cx="10749280" cy="3393441"/>
          </a:xfrm>
        </p:spPr>
        <p:txBody>
          <a:bodyPr/>
          <a:lstStyle/>
          <a:p>
            <a:r>
              <a:rPr lang="en-US" dirty="0"/>
              <a:t>9 “So I say to you: </a:t>
            </a:r>
            <a:r>
              <a:rPr lang="en-US" dirty="0">
                <a:solidFill>
                  <a:srgbClr val="FFFF00"/>
                </a:solidFill>
              </a:rPr>
              <a:t>Ask </a:t>
            </a:r>
            <a:r>
              <a:rPr lang="en-US" dirty="0"/>
              <a:t>and it will be given to you; </a:t>
            </a:r>
            <a:r>
              <a:rPr lang="en-US" dirty="0">
                <a:solidFill>
                  <a:srgbClr val="FFFF00"/>
                </a:solidFill>
              </a:rPr>
              <a:t>seek</a:t>
            </a:r>
            <a:r>
              <a:rPr lang="en-US" dirty="0"/>
              <a:t> and you will find; </a:t>
            </a:r>
            <a:r>
              <a:rPr lang="en-US" dirty="0">
                <a:solidFill>
                  <a:srgbClr val="FFFF00"/>
                </a:solidFill>
              </a:rPr>
              <a:t>knock</a:t>
            </a:r>
            <a:r>
              <a:rPr lang="en-US" dirty="0"/>
              <a:t> and the door will be opened to you. 10 For everyone who asks receives; the one who seeks finds; and to the one who knocks, the door will be opened (Luke 11:9-10).</a:t>
            </a:r>
            <a:endParaRPr lang="en-JM" dirty="0"/>
          </a:p>
        </p:txBody>
      </p:sp>
    </p:spTree>
    <p:extLst>
      <p:ext uri="{BB962C8B-B14F-4D97-AF65-F5344CB8AC3E}">
        <p14:creationId xmlns:p14="http://schemas.microsoft.com/office/powerpoint/2010/main" val="35974466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 up image of hands applauding">
            <a:extLst>
              <a:ext uri="{FF2B5EF4-FFF2-40B4-BE49-F238E27FC236}">
                <a16:creationId xmlns:a16="http://schemas.microsoft.com/office/drawing/2014/main" id="{419E1353-AA8C-7C05-1C76-C74B539C0435}"/>
              </a:ext>
            </a:extLst>
          </p:cNvPr>
          <p:cNvPicPr>
            <a:picLocks noChangeAspect="1"/>
          </p:cNvPicPr>
          <p:nvPr/>
        </p:nvPicPr>
        <p:blipFill>
          <a:blip r:embed="rId3"/>
          <a:srcRect l="34441" r="21059" b="-1"/>
          <a:stretch/>
        </p:blipFill>
        <p:spPr>
          <a:xfrm>
            <a:off x="20" y="10"/>
            <a:ext cx="4571982" cy="6857992"/>
          </a:xfrm>
          <a:custGeom>
            <a:avLst/>
            <a:gdLst/>
            <a:ahLst/>
            <a:cxnLst/>
            <a:rect l="l" t="t" r="r" b="b"/>
            <a:pathLst>
              <a:path w="4572002" h="6858002">
                <a:moveTo>
                  <a:pt x="4295315" y="6438981"/>
                </a:moveTo>
                <a:lnTo>
                  <a:pt x="4275384" y="6463840"/>
                </a:lnTo>
                <a:lnTo>
                  <a:pt x="4275382" y="6463849"/>
                </a:lnTo>
                <a:lnTo>
                  <a:pt x="4261587" y="6513012"/>
                </a:lnTo>
                <a:lnTo>
                  <a:pt x="4242781" y="6546194"/>
                </a:lnTo>
                <a:lnTo>
                  <a:pt x="4242781" y="6546195"/>
                </a:lnTo>
                <a:lnTo>
                  <a:pt x="4259119" y="6521804"/>
                </a:lnTo>
                <a:lnTo>
                  <a:pt x="4261587" y="6513012"/>
                </a:lnTo>
                <a:lnTo>
                  <a:pt x="4264397" y="6508052"/>
                </a:lnTo>
                <a:lnTo>
                  <a:pt x="4275382" y="6463849"/>
                </a:lnTo>
                <a:lnTo>
                  <a:pt x="4275384" y="6463841"/>
                </a:lnTo>
                <a:cubicBezTo>
                  <a:pt x="4278336" y="6451650"/>
                  <a:pt x="4285813" y="6444077"/>
                  <a:pt x="4295315" y="6438981"/>
                </a:cubicBezTo>
                <a:close/>
                <a:moveTo>
                  <a:pt x="4211111" y="2836172"/>
                </a:moveTo>
                <a:lnTo>
                  <a:pt x="4202420" y="2848793"/>
                </a:lnTo>
                <a:cubicBezTo>
                  <a:pt x="4192420" y="2881226"/>
                  <a:pt x="4178988" y="2913982"/>
                  <a:pt x="4177881" y="2947862"/>
                </a:cubicBezTo>
                <a:lnTo>
                  <a:pt x="4177881" y="2947863"/>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1"/>
                  <a:pt x="4093355" y="3574408"/>
                </a:cubicBezTo>
                <a:lnTo>
                  <a:pt x="4093356" y="3574408"/>
                </a:lnTo>
                <a:lnTo>
                  <a:pt x="4093355" y="3574409"/>
                </a:lnTo>
                <a:cubicBezTo>
                  <a:pt x="4092450" y="3582005"/>
                  <a:pt x="4096499" y="3590054"/>
                  <a:pt x="4105453" y="3606818"/>
                </a:cubicBezTo>
                <a:cubicBezTo>
                  <a:pt x="4109835" y="3614820"/>
                  <a:pt x="4112501" y="3624726"/>
                  <a:pt x="4118979" y="3630633"/>
                </a:cubicBezTo>
                <a:cubicBezTo>
                  <a:pt x="4127218" y="3638158"/>
                  <a:pt x="4132898" y="3646123"/>
                  <a:pt x="4136708" y="3654416"/>
                </a:cubicBezTo>
                <a:lnTo>
                  <a:pt x="4143220" y="3680164"/>
                </a:lnTo>
                <a:lnTo>
                  <a:pt x="4139172" y="3734837"/>
                </a:lnTo>
                <a:lnTo>
                  <a:pt x="4139172" y="3734838"/>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6645" y="3852620"/>
                </a:lnTo>
                <a:cubicBezTo>
                  <a:pt x="4114978" y="3863193"/>
                  <a:pt x="4117265" y="3874195"/>
                  <a:pt x="4126028" y="3885339"/>
                </a:cubicBezTo>
                <a:cubicBezTo>
                  <a:pt x="4135744" y="3897722"/>
                  <a:pt x="4143150" y="3910319"/>
                  <a:pt x="4148409" y="3923125"/>
                </a:cubicBezTo>
                <a:lnTo>
                  <a:pt x="4157913" y="3962160"/>
                </a:lnTo>
                <a:lnTo>
                  <a:pt x="4155523" y="4002410"/>
                </a:lnTo>
                <a:cubicBezTo>
                  <a:pt x="4152853" y="4016025"/>
                  <a:pt x="4148364" y="4029837"/>
                  <a:pt x="4142220" y="4043839"/>
                </a:cubicBezTo>
                <a:cubicBezTo>
                  <a:pt x="4133457" y="4063842"/>
                  <a:pt x="4128075" y="4083702"/>
                  <a:pt x="4127099" y="4103825"/>
                </a:cubicBezTo>
                <a:lnTo>
                  <a:pt x="4127099" y="4103826"/>
                </a:lnTo>
                <a:lnTo>
                  <a:pt x="4127099" y="4103826"/>
                </a:lnTo>
                <a:cubicBezTo>
                  <a:pt x="4126122" y="4123948"/>
                  <a:pt x="4129552" y="4144333"/>
                  <a:pt x="4138410" y="4165384"/>
                </a:cubicBezTo>
                <a:lnTo>
                  <a:pt x="4142315" y="4192388"/>
                </a:lnTo>
                <a:lnTo>
                  <a:pt x="4142220" y="4221391"/>
                </a:lnTo>
                <a:lnTo>
                  <a:pt x="4142220" y="4221391"/>
                </a:ln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6"/>
                  <a:pt x="4116716" y="4800483"/>
                </a:cubicBezTo>
                <a:lnTo>
                  <a:pt x="4116716" y="4800483"/>
                </a:lnTo>
                <a:lnTo>
                  <a:pt x="4116716" y="4800484"/>
                </a:lnTo>
                <a:cubicBezTo>
                  <a:pt x="4118597" y="4810581"/>
                  <a:pt x="4123170" y="4819964"/>
                  <a:pt x="4131552" y="4828917"/>
                </a:cubicBezTo>
                <a:cubicBezTo>
                  <a:pt x="4142601" y="4840633"/>
                  <a:pt x="4151364" y="4853636"/>
                  <a:pt x="4156484" y="4867614"/>
                </a:cubicBezTo>
                <a:lnTo>
                  <a:pt x="4161262" y="4889275"/>
                </a:lnTo>
                <a:lnTo>
                  <a:pt x="4159557" y="4912168"/>
                </a:lnTo>
                <a:cubicBezTo>
                  <a:pt x="4157842" y="4919978"/>
                  <a:pt x="4157485" y="4927122"/>
                  <a:pt x="4158155" y="4933805"/>
                </a:cubicBezTo>
                <a:lnTo>
                  <a:pt x="4158155" y="4933805"/>
                </a:lnTo>
                <a:lnTo>
                  <a:pt x="4158155" y="4933806"/>
                </a:lnTo>
                <a:cubicBezTo>
                  <a:pt x="4160163" y="4953853"/>
                  <a:pt x="4171415" y="4969748"/>
                  <a:pt x="4182989" y="4987038"/>
                </a:cubicBezTo>
                <a:cubicBezTo>
                  <a:pt x="4194228" y="5003802"/>
                  <a:pt x="4208326" y="5022853"/>
                  <a:pt x="4209468" y="5041522"/>
                </a:cubicBezTo>
                <a:cubicBezTo>
                  <a:pt x="4210706" y="5062669"/>
                  <a:pt x="4221137" y="5082339"/>
                  <a:pt x="4228472" y="5102461"/>
                </a:cubicBezTo>
                <a:lnTo>
                  <a:pt x="4235616" y="5133225"/>
                </a:lnTo>
                <a:lnTo>
                  <a:pt x="4228901" y="5166113"/>
                </a:lnTo>
                <a:lnTo>
                  <a:pt x="4228901" y="5166114"/>
                </a:lnTo>
                <a:lnTo>
                  <a:pt x="4228901" y="5166114"/>
                </a:lnTo>
                <a:cubicBezTo>
                  <a:pt x="4228139" y="5167638"/>
                  <a:pt x="4228711" y="5169781"/>
                  <a:pt x="4229592" y="5172091"/>
                </a:cubicBezTo>
                <a:lnTo>
                  <a:pt x="4232139" y="5179068"/>
                </a:lnTo>
                <a:lnTo>
                  <a:pt x="4231973" y="5229433"/>
                </a:lnTo>
                <a:cubicBezTo>
                  <a:pt x="4228139" y="5245269"/>
                  <a:pt x="4220423" y="5259937"/>
                  <a:pt x="4208516" y="5272796"/>
                </a:cubicBezTo>
                <a:cubicBezTo>
                  <a:pt x="4185226" y="5298086"/>
                  <a:pt x="4177689" y="5325412"/>
                  <a:pt x="4179637" y="5355014"/>
                </a:cubicBez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6" y="5480638"/>
                </a:cubicBezTo>
                <a:lnTo>
                  <a:pt x="4208850" y="5507668"/>
                </a:lnTo>
                <a:lnTo>
                  <a:pt x="4206630" y="5520422"/>
                </a:lnTo>
                <a:cubicBezTo>
                  <a:pt x="4204993" y="5524467"/>
                  <a:pt x="4202326" y="5528265"/>
                  <a:pt x="4198230" y="5531693"/>
                </a:cubicBezTo>
                <a:cubicBezTo>
                  <a:pt x="4191181" y="5537600"/>
                  <a:pt x="4187989" y="5542649"/>
                  <a:pt x="4188085" y="5547578"/>
                </a:cubicBezTo>
                <a:lnTo>
                  <a:pt x="4188085" y="5547578"/>
                </a:lnTo>
                <a:lnTo>
                  <a:pt x="4188085" y="5547579"/>
                </a:lnTo>
                <a:cubicBezTo>
                  <a:pt x="4188180" y="5552508"/>
                  <a:pt x="4191562" y="5557318"/>
                  <a:pt x="4197658" y="5562747"/>
                </a:cubicBezTo>
                <a:cubicBezTo>
                  <a:pt x="4240331" y="5600468"/>
                  <a:pt x="4267002" y="5646190"/>
                  <a:pt x="4268906" y="5704484"/>
                </a:cubicBezTo>
                <a:cubicBezTo>
                  <a:pt x="4269288" y="5716486"/>
                  <a:pt x="4271954" y="5728679"/>
                  <a:pt x="4274812" y="5740489"/>
                </a:cubicBezTo>
                <a:cubicBezTo>
                  <a:pt x="4276527" y="5747729"/>
                  <a:pt x="4278433" y="5756494"/>
                  <a:pt x="4283577" y="5760874"/>
                </a:cubicBezTo>
                <a:cubicBezTo>
                  <a:pt x="4322820" y="5794975"/>
                  <a:pt x="4350063" y="5837458"/>
                  <a:pt x="4371972" y="5883752"/>
                </a:cubicBezTo>
                <a:cubicBezTo>
                  <a:pt x="4375877" y="5892038"/>
                  <a:pt x="4379782" y="5900611"/>
                  <a:pt x="4382997" y="5909351"/>
                </a:cubicBezTo>
                <a:lnTo>
                  <a:pt x="4389878" y="5935950"/>
                </a:lnTo>
                <a:lnTo>
                  <a:pt x="4389711" y="5964477"/>
                </a:lnTo>
                <a:cubicBezTo>
                  <a:pt x="4388783" y="5974097"/>
                  <a:pt x="4387306" y="5983766"/>
                  <a:pt x="4386258" y="5993291"/>
                </a:cubicBezTo>
                <a:cubicBezTo>
                  <a:pt x="4385116" y="6004531"/>
                  <a:pt x="4385306" y="6017485"/>
                  <a:pt x="4379782" y="6026440"/>
                </a:cubicBezTo>
                <a:cubicBezTo>
                  <a:pt x="4362445" y="6054825"/>
                  <a:pt x="4343777" y="6082258"/>
                  <a:pt x="4323582" y="6108738"/>
                </a:cubicBezTo>
                <a:cubicBezTo>
                  <a:pt x="4314914" y="6120074"/>
                  <a:pt x="4309961" y="6126884"/>
                  <a:pt x="4309890" y="6133314"/>
                </a:cubicBezTo>
                <a:lnTo>
                  <a:pt x="4309890" y="6133315"/>
                </a:lnTo>
                <a:lnTo>
                  <a:pt x="4309890" y="6133315"/>
                </a:lnTo>
                <a:cubicBezTo>
                  <a:pt x="4309818" y="6139745"/>
                  <a:pt x="4314629" y="6145793"/>
                  <a:pt x="4325488" y="6155603"/>
                </a:cubicBezTo>
                <a:cubicBezTo>
                  <a:pt x="4347777" y="6175798"/>
                  <a:pt x="4359397" y="6200945"/>
                  <a:pt x="4364159" y="6228757"/>
                </a:cubicBezTo>
                <a:lnTo>
                  <a:pt x="4381496" y="6361540"/>
                </a:lnTo>
                <a:lnTo>
                  <a:pt x="4381314" y="6364769"/>
                </a:lnTo>
                <a:lnTo>
                  <a:pt x="4380007" y="6387910"/>
                </a:lnTo>
                <a:lnTo>
                  <a:pt x="4377352" y="6393385"/>
                </a:lnTo>
                <a:lnTo>
                  <a:pt x="4370589" y="6407332"/>
                </a:lnTo>
                <a:lnTo>
                  <a:pt x="4370589" y="6407333"/>
                </a:lnTo>
                <a:lnTo>
                  <a:pt x="4377352" y="6393385"/>
                </a:lnTo>
                <a:lnTo>
                  <a:pt x="4380008" y="6387910"/>
                </a:lnTo>
                <a:lnTo>
                  <a:pt x="4381314" y="6364769"/>
                </a:lnTo>
                <a:lnTo>
                  <a:pt x="4381496" y="6361540"/>
                </a:lnTo>
                <a:lnTo>
                  <a:pt x="4381496" y="6361540"/>
                </a:lnTo>
                <a:lnTo>
                  <a:pt x="4381496" y="6361539"/>
                </a:lnTo>
                <a:cubicBezTo>
                  <a:pt x="4377876" y="6317151"/>
                  <a:pt x="4371590" y="6272764"/>
                  <a:pt x="4364159" y="6228756"/>
                </a:cubicBezTo>
                <a:cubicBezTo>
                  <a:pt x="4359397" y="6200944"/>
                  <a:pt x="4347777" y="6175797"/>
                  <a:pt x="4325488" y="6155602"/>
                </a:cubicBezTo>
                <a:cubicBezTo>
                  <a:pt x="4320059" y="6150697"/>
                  <a:pt x="4316141" y="6146732"/>
                  <a:pt x="4313590" y="6143190"/>
                </a:cubicBezTo>
                <a:lnTo>
                  <a:pt x="4309890" y="6133315"/>
                </a:lnTo>
                <a:lnTo>
                  <a:pt x="4323582" y="6108739"/>
                </a:lnTo>
                <a:cubicBezTo>
                  <a:pt x="4343777" y="6082259"/>
                  <a:pt x="4362445" y="6054826"/>
                  <a:pt x="4379782" y="6026441"/>
                </a:cubicBezTo>
                <a:cubicBezTo>
                  <a:pt x="4385306" y="6017486"/>
                  <a:pt x="4385116" y="6004532"/>
                  <a:pt x="4386258" y="5993292"/>
                </a:cubicBezTo>
                <a:cubicBezTo>
                  <a:pt x="4388354" y="5974241"/>
                  <a:pt x="4392164" y="5954618"/>
                  <a:pt x="4389878" y="5935950"/>
                </a:cubicBezTo>
                <a:lnTo>
                  <a:pt x="4389878" y="5935950"/>
                </a:lnTo>
                <a:lnTo>
                  <a:pt x="4389878" y="5935949"/>
                </a:lnTo>
                <a:cubicBezTo>
                  <a:pt x="4387592" y="5918042"/>
                  <a:pt x="4379782" y="5900323"/>
                  <a:pt x="4371972" y="5883751"/>
                </a:cubicBezTo>
                <a:cubicBezTo>
                  <a:pt x="4350063" y="5837457"/>
                  <a:pt x="4322820" y="5794974"/>
                  <a:pt x="4283577" y="5760873"/>
                </a:cubicBezTo>
                <a:cubicBezTo>
                  <a:pt x="4278433" y="5756493"/>
                  <a:pt x="4276527" y="5747728"/>
                  <a:pt x="4274812" y="5740488"/>
                </a:cubicBezTo>
                <a:cubicBezTo>
                  <a:pt x="4271954" y="5728678"/>
                  <a:pt x="4269288" y="5716485"/>
                  <a:pt x="4268906" y="5704483"/>
                </a:cubicBezTo>
                <a:cubicBezTo>
                  <a:pt x="4267002" y="5646189"/>
                  <a:pt x="4240331" y="5600467"/>
                  <a:pt x="4197658" y="5562746"/>
                </a:cubicBezTo>
                <a:lnTo>
                  <a:pt x="4188085" y="5547578"/>
                </a:lnTo>
                <a:lnTo>
                  <a:pt x="4198230" y="5531694"/>
                </a:lnTo>
                <a:cubicBezTo>
                  <a:pt x="4206421" y="5524837"/>
                  <a:pt x="4208898" y="5516503"/>
                  <a:pt x="4208850" y="5507668"/>
                </a:cubicBezTo>
                <a:lnTo>
                  <a:pt x="4208850" y="5507668"/>
                </a:lnTo>
                <a:lnTo>
                  <a:pt x="4208850" y="5507667"/>
                </a:lnTo>
                <a:cubicBezTo>
                  <a:pt x="4208803" y="5498832"/>
                  <a:pt x="4206231" y="5489497"/>
                  <a:pt x="4204326" y="5480637"/>
                </a:cubicBezTo>
                <a:cubicBezTo>
                  <a:pt x="4200516" y="5462351"/>
                  <a:pt x="4196514" y="5443870"/>
                  <a:pt x="4192704" y="5425582"/>
                </a:cubicBezTo>
                <a:cubicBezTo>
                  <a:pt x="4190038" y="5412057"/>
                  <a:pt x="4187752" y="5398721"/>
                  <a:pt x="4184513" y="5385384"/>
                </a:cubicBezTo>
                <a:lnTo>
                  <a:pt x="4179637" y="5355014"/>
                </a:lnTo>
                <a:lnTo>
                  <a:pt x="4181083" y="5326163"/>
                </a:lnTo>
                <a:cubicBezTo>
                  <a:pt x="4184464" y="5307422"/>
                  <a:pt x="4192990" y="5289657"/>
                  <a:pt x="4208516" y="5272797"/>
                </a:cubicBezTo>
                <a:cubicBezTo>
                  <a:pt x="4232329" y="5247079"/>
                  <a:pt x="4239379" y="5214122"/>
                  <a:pt x="4232139" y="5179068"/>
                </a:cubicBezTo>
                <a:lnTo>
                  <a:pt x="4232139" y="5179068"/>
                </a:lnTo>
                <a:lnTo>
                  <a:pt x="4232139" y="5179067"/>
                </a:lnTo>
                <a:cubicBezTo>
                  <a:pt x="4231663" y="5176876"/>
                  <a:pt x="4230473" y="5174400"/>
                  <a:pt x="4229592" y="5172090"/>
                </a:cubicBezTo>
                <a:lnTo>
                  <a:pt x="4228901" y="5166114"/>
                </a:lnTo>
                <a:lnTo>
                  <a:pt x="4235616" y="5133225"/>
                </a:lnTo>
                <a:lnTo>
                  <a:pt x="4235616" y="5133225"/>
                </a:lnTo>
                <a:lnTo>
                  <a:pt x="4235616" y="5133224"/>
                </a:lnTo>
                <a:cubicBezTo>
                  <a:pt x="4233865" y="5101639"/>
                  <a:pt x="4211325" y="5073241"/>
                  <a:pt x="4209468" y="5041521"/>
                </a:cubicBezTo>
                <a:cubicBezTo>
                  <a:pt x="4208326" y="5022852"/>
                  <a:pt x="4194228" y="5003801"/>
                  <a:pt x="4182989" y="4987037"/>
                </a:cubicBezTo>
                <a:cubicBezTo>
                  <a:pt x="4175273" y="4975511"/>
                  <a:pt x="4167700" y="4964604"/>
                  <a:pt x="4162914" y="4952673"/>
                </a:cubicBezTo>
                <a:lnTo>
                  <a:pt x="4158155" y="4933805"/>
                </a:lnTo>
                <a:lnTo>
                  <a:pt x="4159557" y="4912169"/>
                </a:lnTo>
                <a:cubicBezTo>
                  <a:pt x="4161319" y="4904359"/>
                  <a:pt x="4161831" y="4896714"/>
                  <a:pt x="4161262" y="4889276"/>
                </a:cubicBezTo>
                <a:lnTo>
                  <a:pt x="4161262" y="4889275"/>
                </a:lnTo>
                <a:lnTo>
                  <a:pt x="4161262" y="4889275"/>
                </a:lnTo>
                <a:cubicBezTo>
                  <a:pt x="4159556" y="4866958"/>
                  <a:pt x="4148126" y="4846490"/>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8" y="4442762"/>
                  <a:pt x="4197658" y="4403326"/>
                  <a:pt x="4196706" y="4363891"/>
                </a:cubicBezTo>
                <a:lnTo>
                  <a:pt x="4196706" y="4363891"/>
                </a:lnTo>
                <a:lnTo>
                  <a:pt x="4196706" y="4363890"/>
                </a:lnTo>
                <a:cubicBezTo>
                  <a:pt x="4196514" y="4350554"/>
                  <a:pt x="4193466" y="4336457"/>
                  <a:pt x="4187752" y="4324645"/>
                </a:cubicBezTo>
                <a:cubicBezTo>
                  <a:pt x="4175749" y="4300070"/>
                  <a:pt x="4160129" y="4277401"/>
                  <a:pt x="4147936" y="4253014"/>
                </a:cubicBezTo>
                <a:lnTo>
                  <a:pt x="4142220" y="4221391"/>
                </a:lnTo>
                <a:lnTo>
                  <a:pt x="4142315" y="4192388"/>
                </a:lnTo>
                <a:lnTo>
                  <a:pt x="4142315" y="4192388"/>
                </a:lnTo>
                <a:lnTo>
                  <a:pt x="4142315" y="4192387"/>
                </a:lnTo>
                <a:cubicBezTo>
                  <a:pt x="4142411" y="4182767"/>
                  <a:pt x="4141839" y="4173480"/>
                  <a:pt x="4138410" y="4165383"/>
                </a:cubicBezTo>
                <a:cubicBezTo>
                  <a:pt x="4133981" y="4154857"/>
                  <a:pt x="4130909" y="4144498"/>
                  <a:pt x="4129066" y="4134255"/>
                </a:cubicBezTo>
                <a:lnTo>
                  <a:pt x="4127099" y="4103826"/>
                </a:lnTo>
                <a:lnTo>
                  <a:pt x="4142220" y="4043840"/>
                </a:lnTo>
                <a:cubicBezTo>
                  <a:pt x="4154508" y="4015835"/>
                  <a:pt x="4160175" y="3988593"/>
                  <a:pt x="4157913" y="3962160"/>
                </a:cubicBezTo>
                <a:lnTo>
                  <a:pt x="4157913" y="3962160"/>
                </a:lnTo>
                <a:lnTo>
                  <a:pt x="4157913" y="3962159"/>
                </a:lnTo>
                <a:cubicBezTo>
                  <a:pt x="4155651" y="3935727"/>
                  <a:pt x="4145460" y="3910104"/>
                  <a:pt x="4126028" y="3885338"/>
                </a:cubicBezTo>
                <a:cubicBezTo>
                  <a:pt x="4121646" y="3879766"/>
                  <a:pt x="4118884" y="3874229"/>
                  <a:pt x="4117425" y="3868764"/>
                </a:cubicBezTo>
                <a:lnTo>
                  <a:pt x="4116645" y="3852620"/>
                </a:lnTo>
                <a:lnTo>
                  <a:pt x="4130980" y="3822473"/>
                </a:lnTo>
                <a:cubicBezTo>
                  <a:pt x="4139172" y="3811614"/>
                  <a:pt x="4144316" y="3800897"/>
                  <a:pt x="4145911" y="3789777"/>
                </a:cubicBezTo>
                <a:lnTo>
                  <a:pt x="4145911" y="3789776"/>
                </a:lnTo>
                <a:lnTo>
                  <a:pt x="4145911" y="3789776"/>
                </a:lnTo>
                <a:cubicBezTo>
                  <a:pt x="4147507" y="3778655"/>
                  <a:pt x="4145554" y="3767130"/>
                  <a:pt x="4139554" y="3754652"/>
                </a:cubicBezTo>
                <a:lnTo>
                  <a:pt x="4139172" y="3734838"/>
                </a:lnTo>
                <a:lnTo>
                  <a:pt x="4143220" y="3680164"/>
                </a:lnTo>
                <a:lnTo>
                  <a:pt x="4143220" y="3680164"/>
                </a:lnTo>
                <a:lnTo>
                  <a:pt x="4143220" y="3680163"/>
                </a:lnTo>
                <a:cubicBezTo>
                  <a:pt x="4141696" y="3662494"/>
                  <a:pt x="4135458" y="3645682"/>
                  <a:pt x="4118979" y="3630632"/>
                </a:cubicBezTo>
                <a:cubicBezTo>
                  <a:pt x="4112501" y="3624725"/>
                  <a:pt x="4109835" y="3614819"/>
                  <a:pt x="4105453" y="3606817"/>
                </a:cubicBezTo>
                <a:cubicBezTo>
                  <a:pt x="4100976" y="3598435"/>
                  <a:pt x="4097725" y="3592232"/>
                  <a:pt x="4095707" y="3587174"/>
                </a:cubicBezTo>
                <a:lnTo>
                  <a:pt x="4093356"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2"/>
                </a:lnTo>
                <a:lnTo>
                  <a:pt x="4193158" y="3077401"/>
                </a:lnTo>
                <a:cubicBezTo>
                  <a:pt x="4193372" y="3045777"/>
                  <a:pt x="4189562" y="3014153"/>
                  <a:pt x="4181465" y="2982148"/>
                </a:cubicBezTo>
                <a:lnTo>
                  <a:pt x="4177881" y="2947863"/>
                </a:lnTo>
                <a:lnTo>
                  <a:pt x="4182513" y="2914328"/>
                </a:lnTo>
                <a:cubicBezTo>
                  <a:pt x="4187561" y="2892182"/>
                  <a:pt x="4195753" y="2870416"/>
                  <a:pt x="4202420" y="2848794"/>
                </a:cubicBezTo>
                <a:cubicBezTo>
                  <a:pt x="4203753" y="2844317"/>
                  <a:pt x="4207039"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32419" y="2490551"/>
                </a:lnTo>
                <a:cubicBezTo>
                  <a:pt x="4130791" y="2499773"/>
                  <a:pt x="4128410" y="2509025"/>
                  <a:pt x="4125838" y="2518264"/>
                </a:cubicBezTo>
                <a:cubicBezTo>
                  <a:pt x="4123171" y="2527790"/>
                  <a:pt x="4122027" y="2536458"/>
                  <a:pt x="4122194" y="2545006"/>
                </a:cubicBezTo>
                <a:lnTo>
                  <a:pt x="4122194" y="2545007"/>
                </a:lnTo>
                <a:lnTo>
                  <a:pt x="4122194" y="2545007"/>
                </a:lnTo>
                <a:cubicBezTo>
                  <a:pt x="4122360" y="2553556"/>
                  <a:pt x="4123837" y="2561986"/>
                  <a:pt x="4126408" y="2571035"/>
                </a:cubicBezTo>
                <a:cubicBezTo>
                  <a:pt x="4138410" y="2612946"/>
                  <a:pt x="4170987" y="2640951"/>
                  <a:pt x="4199562" y="2668002"/>
                </a:cubicBezTo>
                <a:cubicBezTo>
                  <a:pt x="4223947" y="2691055"/>
                  <a:pt x="4237663" y="2716964"/>
                  <a:pt x="4247952" y="2745349"/>
                </a:cubicBezTo>
                <a:lnTo>
                  <a:pt x="4247953" y="2745352"/>
                </a:lnTo>
                <a:lnTo>
                  <a:pt x="4253873" y="2778006"/>
                </a:lnTo>
                <a:lnTo>
                  <a:pt x="4253453" y="2785440"/>
                </a:lnTo>
                <a:lnTo>
                  <a:pt x="4243374" y="2811780"/>
                </a:lnTo>
                <a:lnTo>
                  <a:pt x="4243370" y="2811787"/>
                </a:lnTo>
                <a:lnTo>
                  <a:pt x="4243371" y="2811787"/>
                </a:lnTo>
                <a:lnTo>
                  <a:pt x="4243374" y="2811780"/>
                </a:lnTo>
                <a:lnTo>
                  <a:pt x="4253024" y="2793023"/>
                </a:lnTo>
                <a:lnTo>
                  <a:pt x="4253453" y="2785440"/>
                </a:lnTo>
                <a:lnTo>
                  <a:pt x="4254653" y="2782305"/>
                </a:lnTo>
                <a:lnTo>
                  <a:pt x="4253873" y="2778006"/>
                </a:lnTo>
                <a:lnTo>
                  <a:pt x="4254283" y="2770757"/>
                </a:lnTo>
                <a:lnTo>
                  <a:pt x="4247953" y="2745352"/>
                </a:lnTo>
                <a:lnTo>
                  <a:pt x="4247952" y="2745348"/>
                </a:lnTo>
                <a:cubicBezTo>
                  <a:pt x="4237663" y="2716963"/>
                  <a:pt x="4223947" y="2691054"/>
                  <a:pt x="4199562" y="2668001"/>
                </a:cubicBezTo>
                <a:cubicBezTo>
                  <a:pt x="4170987" y="2640950"/>
                  <a:pt x="4138410" y="2612945"/>
                  <a:pt x="4126408" y="2571034"/>
                </a:cubicBezTo>
                <a:lnTo>
                  <a:pt x="4122194" y="2545007"/>
                </a:lnTo>
                <a:lnTo>
                  <a:pt x="4125838" y="2518265"/>
                </a:lnTo>
                <a:cubicBezTo>
                  <a:pt x="4130981" y="2499786"/>
                  <a:pt x="4135363" y="2481259"/>
                  <a:pt x="4134482" y="2463019"/>
                </a:cubicBezTo>
                <a:lnTo>
                  <a:pt x="4134481" y="2463018"/>
                </a:lnTo>
                <a:lnTo>
                  <a:pt x="4134482" y="2463018"/>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51027" y="1453958"/>
                </a:moveTo>
                <a:lnTo>
                  <a:pt x="3745230" y="1459073"/>
                </a:lnTo>
                <a:lnTo>
                  <a:pt x="3745230" y="1459073"/>
                </a:lnTo>
                <a:lnTo>
                  <a:pt x="3745229" y="1459074"/>
                </a:lnTo>
                <a:lnTo>
                  <a:pt x="3736012" y="1481572"/>
                </a:lnTo>
                <a:lnTo>
                  <a:pt x="3745230" y="1459073"/>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cubicBezTo>
                  <a:pt x="3760922" y="348396"/>
                  <a:pt x="3763447" y="357874"/>
                  <a:pt x="3765590" y="367328"/>
                </a:cubicBezTo>
                <a:lnTo>
                  <a:pt x="3769400" y="395640"/>
                </a:lnTo>
                <a:cubicBezTo>
                  <a:pt x="3769590" y="376781"/>
                  <a:pt x="3762352" y="357921"/>
                  <a:pt x="3759494" y="338870"/>
                </a:cubicBez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8"/>
                </a:lnTo>
                <a:lnTo>
                  <a:pt x="3785402" y="228944"/>
                </a:lnTo>
                <a:lnTo>
                  <a:pt x="3785402" y="228949"/>
                </a:lnTo>
                <a:lnTo>
                  <a:pt x="3785402" y="228948"/>
                </a:lnTo>
                <a:lnTo>
                  <a:pt x="3785402" y="228944"/>
                </a:lnTo>
                <a:lnTo>
                  <a:pt x="3780943" y="177271"/>
                </a:lnTo>
                <a:lnTo>
                  <a:pt x="3777129" y="153388"/>
                </a:lnTo>
                <a:lnTo>
                  <a:pt x="3776930" y="151569"/>
                </a:lnTo>
                <a:cubicBezTo>
                  <a:pt x="3772700" y="125876"/>
                  <a:pt x="3768195" y="100174"/>
                  <a:pt x="3766811" y="74129"/>
                </a:cubicBezTo>
                <a:close/>
                <a:moveTo>
                  <a:pt x="3766492" y="0"/>
                </a:moveTo>
                <a:lnTo>
                  <a:pt x="4230600" y="0"/>
                </a:lnTo>
                <a:lnTo>
                  <a:pt x="4229473" y="2817"/>
                </a:lnTo>
                <a:cubicBezTo>
                  <a:pt x="4221091" y="21486"/>
                  <a:pt x="4218423" y="43012"/>
                  <a:pt x="4215374" y="63587"/>
                </a:cubicBezTo>
                <a:cubicBezTo>
                  <a:pt x="4209850" y="101308"/>
                  <a:pt x="4206420" y="139219"/>
                  <a:pt x="4201468" y="176939"/>
                </a:cubicBezTo>
                <a:cubicBezTo>
                  <a:pt x="4200324" y="184941"/>
                  <a:pt x="4198230"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4" y="1489720"/>
                </a:cubicBezTo>
                <a:cubicBezTo>
                  <a:pt x="4198992" y="1505724"/>
                  <a:pt x="4192324" y="1523059"/>
                  <a:pt x="4196324" y="1537537"/>
                </a:cubicBezTo>
                <a:cubicBezTo>
                  <a:pt x="4207374" y="1576019"/>
                  <a:pt x="4220709" y="1614120"/>
                  <a:pt x="4237473" y="1650317"/>
                </a:cubicBezTo>
                <a:cubicBezTo>
                  <a:pt x="4254428" y="1687086"/>
                  <a:pt x="4268716" y="1721185"/>
                  <a:pt x="4251572" y="1763287"/>
                </a:cubicBezTo>
                <a:cubicBezTo>
                  <a:pt x="4244331" y="1781194"/>
                  <a:pt x="4249476" y="1804816"/>
                  <a:pt x="4251380" y="1825393"/>
                </a:cubicBezTo>
                <a:cubicBezTo>
                  <a:pt x="4252904" y="1840441"/>
                  <a:pt x="4261478" y="1854920"/>
                  <a:pt x="4261478" y="1869780"/>
                </a:cubicBezTo>
                <a:cubicBezTo>
                  <a:pt x="4261478" y="1909408"/>
                  <a:pt x="4271574" y="1944649"/>
                  <a:pt x="4292149" y="1978940"/>
                </a:cubicBezTo>
                <a:cubicBezTo>
                  <a:pt x="4300149" y="1992279"/>
                  <a:pt x="4294815" y="2013043"/>
                  <a:pt x="4296911" y="2030378"/>
                </a:cubicBezTo>
                <a:cubicBezTo>
                  <a:pt x="4299387" y="2048668"/>
                  <a:pt x="4301673" y="2067525"/>
                  <a:pt x="4307200" y="2085054"/>
                </a:cubicBezTo>
                <a:cubicBezTo>
                  <a:pt x="4321678" y="2130393"/>
                  <a:pt x="4338061" y="2175163"/>
                  <a:pt x="4353301" y="2220312"/>
                </a:cubicBezTo>
                <a:cubicBezTo>
                  <a:pt x="4365876" y="2257459"/>
                  <a:pt x="4355969" y="2294039"/>
                  <a:pt x="4350635" y="2330806"/>
                </a:cubicBezTo>
                <a:cubicBezTo>
                  <a:pt x="4347205" y="2353859"/>
                  <a:pt x="4339013" y="2375383"/>
                  <a:pt x="4351205" y="2401292"/>
                </a:cubicBezTo>
                <a:cubicBezTo>
                  <a:pt x="4362827" y="2426059"/>
                  <a:pt x="4360159" y="2457492"/>
                  <a:pt x="4366446" y="2485307"/>
                </a:cubicBezTo>
                <a:cubicBezTo>
                  <a:pt x="4371780" y="2508742"/>
                  <a:pt x="4380354" y="2531409"/>
                  <a:pt x="4388736" y="2554079"/>
                </a:cubicBezTo>
                <a:cubicBezTo>
                  <a:pt x="4400167" y="2584942"/>
                  <a:pt x="4412167" y="2615421"/>
                  <a:pt x="4406453" y="2649143"/>
                </a:cubicBezTo>
                <a:cubicBezTo>
                  <a:pt x="4399975" y="2687436"/>
                  <a:pt x="4424359" y="2713723"/>
                  <a:pt x="4440554" y="2743826"/>
                </a:cubicBezTo>
                <a:cubicBezTo>
                  <a:pt x="4451602" y="2764590"/>
                  <a:pt x="4459795" y="2787259"/>
                  <a:pt x="4466653" y="2809930"/>
                </a:cubicBezTo>
                <a:cubicBezTo>
                  <a:pt x="4475607" y="2840219"/>
                  <a:pt x="4480941" y="2871462"/>
                  <a:pt x="4489704" y="2901943"/>
                </a:cubicBezTo>
                <a:cubicBezTo>
                  <a:pt x="4502848" y="2948047"/>
                  <a:pt x="4513136" y="2994722"/>
                  <a:pt x="4505896" y="3042728"/>
                </a:cubicBezTo>
                <a:cubicBezTo>
                  <a:pt x="4502658" y="3064827"/>
                  <a:pt x="4502848" y="3085403"/>
                  <a:pt x="4507612" y="3107500"/>
                </a:cubicBezTo>
                <a:cubicBezTo>
                  <a:pt x="4515422" y="3143695"/>
                  <a:pt x="4516375" y="3180844"/>
                  <a:pt x="4545521" y="3209993"/>
                </a:cubicBezTo>
                <a:cubicBezTo>
                  <a:pt x="4555810" y="3220280"/>
                  <a:pt x="4558476" y="3238758"/>
                  <a:pt x="4563810" y="3253809"/>
                </a:cubicBezTo>
                <a:cubicBezTo>
                  <a:pt x="4570098" y="3271145"/>
                  <a:pt x="4566858" y="3283908"/>
                  <a:pt x="4548570" y="3293244"/>
                </a:cubicBezTo>
                <a:cubicBezTo>
                  <a:pt x="4540379" y="3297434"/>
                  <a:pt x="4532377" y="3309437"/>
                  <a:pt x="4531043" y="3318771"/>
                </a:cubicBezTo>
                <a:cubicBezTo>
                  <a:pt x="4527043" y="3346776"/>
                  <a:pt x="4532949" y="3372495"/>
                  <a:pt x="4545904" y="3399546"/>
                </a:cubicBezTo>
                <a:cubicBezTo>
                  <a:pt x="4558096" y="3424883"/>
                  <a:pt x="4556762" y="3456508"/>
                  <a:pt x="4561524" y="3485275"/>
                </a:cubicBezTo>
                <a:cubicBezTo>
                  <a:pt x="4564954" y="3505657"/>
                  <a:pt x="4572002" y="3526042"/>
                  <a:pt x="4572002" y="3546617"/>
                </a:cubicBezTo>
                <a:cubicBezTo>
                  <a:pt x="4572002" y="3572146"/>
                  <a:pt x="4565906" y="3597482"/>
                  <a:pt x="4563620" y="3623201"/>
                </a:cubicBezTo>
                <a:cubicBezTo>
                  <a:pt x="4561716" y="3643204"/>
                  <a:pt x="4562478" y="3663589"/>
                  <a:pt x="4560192" y="3683591"/>
                </a:cubicBezTo>
                <a:cubicBezTo>
                  <a:pt x="4558476" y="3699976"/>
                  <a:pt x="4554096" y="3716168"/>
                  <a:pt x="4550476" y="3732361"/>
                </a:cubicBezTo>
                <a:cubicBezTo>
                  <a:pt x="4549142" y="3738267"/>
                  <a:pt x="4543997" y="3744173"/>
                  <a:pt x="4544759" y="3749506"/>
                </a:cubicBezTo>
                <a:cubicBezTo>
                  <a:pt x="4552952" y="3802467"/>
                  <a:pt x="4516375" y="3840569"/>
                  <a:pt x="4500182" y="3885338"/>
                </a:cubicBezTo>
                <a:cubicBezTo>
                  <a:pt x="4483035" y="3932394"/>
                  <a:pt x="4456747" y="3977925"/>
                  <a:pt x="4464557" y="4030503"/>
                </a:cubicBezTo>
                <a:cubicBezTo>
                  <a:pt x="4469319" y="4062318"/>
                  <a:pt x="4480369" y="4092989"/>
                  <a:pt x="4487038" y="4124614"/>
                </a:cubicBezTo>
                <a:cubicBezTo>
                  <a:pt x="4489324" y="4135854"/>
                  <a:pt x="4488942" y="4148427"/>
                  <a:pt x="4486656" y="4159667"/>
                </a:cubicBezTo>
                <a:cubicBezTo>
                  <a:pt x="4476177" y="4213961"/>
                  <a:pt x="4474653" y="4267493"/>
                  <a:pt x="4491800" y="4320837"/>
                </a:cubicBezTo>
                <a:cubicBezTo>
                  <a:pt x="4494658" y="4329979"/>
                  <a:pt x="4497324" y="4339695"/>
                  <a:pt x="4497324" y="4349222"/>
                </a:cubicBezTo>
                <a:cubicBezTo>
                  <a:pt x="4497324" y="4401419"/>
                  <a:pt x="4493324" y="4452665"/>
                  <a:pt x="4474653" y="4502579"/>
                </a:cubicBezTo>
                <a:cubicBezTo>
                  <a:pt x="4468367" y="4519343"/>
                  <a:pt x="4472367" y="4539728"/>
                  <a:pt x="4470843" y="4558207"/>
                </a:cubicBezTo>
                <a:cubicBezTo>
                  <a:pt x="4469511" y="4575351"/>
                  <a:pt x="4468939" y="4592878"/>
                  <a:pt x="4464557" y="4609452"/>
                </a:cubicBezTo>
                <a:cubicBezTo>
                  <a:pt x="4458081" y="4633647"/>
                  <a:pt x="4457319" y="4656126"/>
                  <a:pt x="4463033" y="4681083"/>
                </a:cubicBezTo>
                <a:cubicBezTo>
                  <a:pt x="4468367" y="4704895"/>
                  <a:pt x="4465701" y="4730614"/>
                  <a:pt x="4465891" y="4755381"/>
                </a:cubicBezTo>
                <a:cubicBezTo>
                  <a:pt x="4466081" y="4783004"/>
                  <a:pt x="4466271" y="4810627"/>
                  <a:pt x="4465319" y="4838250"/>
                </a:cubicBezTo>
                <a:cubicBezTo>
                  <a:pt x="4464939" y="4849300"/>
                  <a:pt x="4457319" y="4861873"/>
                  <a:pt x="4460367" y="4871019"/>
                </a:cubicBezTo>
                <a:cubicBezTo>
                  <a:pt x="4470653" y="4900546"/>
                  <a:pt x="4458271" y="4930075"/>
                  <a:pt x="4463795" y="4959602"/>
                </a:cubicBezTo>
                <a:cubicBezTo>
                  <a:pt x="4466653" y="4974082"/>
                  <a:pt x="4458843" y="4990465"/>
                  <a:pt x="4458081" y="5006086"/>
                </a:cubicBezTo>
                <a:cubicBezTo>
                  <a:pt x="4456747" y="5031614"/>
                  <a:pt x="4457319" y="5057141"/>
                  <a:pt x="4456937" y="5082670"/>
                </a:cubicBezTo>
                <a:cubicBezTo>
                  <a:pt x="4456747" y="5091052"/>
                  <a:pt x="4455985" y="5099245"/>
                  <a:pt x="4455602" y="5107627"/>
                </a:cubicBezTo>
                <a:cubicBezTo>
                  <a:pt x="4455222" y="5115057"/>
                  <a:pt x="4453508" y="5122867"/>
                  <a:pt x="4454840" y="5129916"/>
                </a:cubicBezTo>
                <a:cubicBezTo>
                  <a:pt x="4459605" y="5155445"/>
                  <a:pt x="4467415" y="5180591"/>
                  <a:pt x="4470463" y="5206308"/>
                </a:cubicBezTo>
                <a:cubicBezTo>
                  <a:pt x="4473129" y="5228597"/>
                  <a:pt x="4469511" y="5251650"/>
                  <a:pt x="4471415" y="5274129"/>
                </a:cubicBezTo>
                <a:cubicBezTo>
                  <a:pt x="4474653" y="5313754"/>
                  <a:pt x="4480369" y="5353379"/>
                  <a:pt x="4483989" y="5393005"/>
                </a:cubicBezTo>
                <a:cubicBezTo>
                  <a:pt x="4484751" y="5401579"/>
                  <a:pt x="4479987" y="5410531"/>
                  <a:pt x="4479607" y="5419295"/>
                </a:cubicBezTo>
                <a:cubicBezTo>
                  <a:pt x="4478655" y="5446728"/>
                  <a:pt x="4478463" y="5474161"/>
                  <a:pt x="4477893" y="5501594"/>
                </a:cubicBezTo>
                <a:cubicBezTo>
                  <a:pt x="4477701" y="5517215"/>
                  <a:pt x="4478273" y="5533027"/>
                  <a:pt x="4476559" y="5548460"/>
                </a:cubicBezTo>
                <a:cubicBezTo>
                  <a:pt x="4474273" y="5568842"/>
                  <a:pt x="4470843" y="5587321"/>
                  <a:pt x="4485703" y="5606372"/>
                </a:cubicBezTo>
                <a:cubicBezTo>
                  <a:pt x="4508754" y="5635711"/>
                  <a:pt x="4499800" y="5673050"/>
                  <a:pt x="4505134" y="5706959"/>
                </a:cubicBezTo>
                <a:cubicBezTo>
                  <a:pt x="4506468" y="5715723"/>
                  <a:pt x="4506658" y="5724678"/>
                  <a:pt x="4508182" y="5733440"/>
                </a:cubicBezTo>
                <a:cubicBezTo>
                  <a:pt x="4511040" y="5749634"/>
                  <a:pt x="4514278" y="5765635"/>
                  <a:pt x="4517519" y="5781830"/>
                </a:cubicBezTo>
                <a:cubicBezTo>
                  <a:pt x="4518089" y="5784686"/>
                  <a:pt x="4518281" y="5787924"/>
                  <a:pt x="4519233" y="5790592"/>
                </a:cubicBezTo>
                <a:cubicBezTo>
                  <a:pt x="4527233" y="5815169"/>
                  <a:pt x="4536377" y="5839361"/>
                  <a:pt x="4542855" y="5864318"/>
                </a:cubicBezTo>
                <a:cubicBezTo>
                  <a:pt x="4546094" y="5876511"/>
                  <a:pt x="4546476" y="5890037"/>
                  <a:pt x="4544759" y="5902610"/>
                </a:cubicBezTo>
                <a:cubicBezTo>
                  <a:pt x="4539807" y="5939377"/>
                  <a:pt x="4537711" y="5975764"/>
                  <a:pt x="4544951" y="6012723"/>
                </a:cubicBezTo>
                <a:cubicBezTo>
                  <a:pt x="4547808" y="6027392"/>
                  <a:pt x="4543045" y="6043776"/>
                  <a:pt x="4541331" y="6059397"/>
                </a:cubicBezTo>
                <a:cubicBezTo>
                  <a:pt x="4536759" y="6096736"/>
                  <a:pt x="4531805" y="6134075"/>
                  <a:pt x="4527425" y="6171605"/>
                </a:cubicBezTo>
                <a:cubicBezTo>
                  <a:pt x="4524757" y="6195037"/>
                  <a:pt x="4523233" y="6218660"/>
                  <a:pt x="4520567" y="6242093"/>
                </a:cubicBezTo>
                <a:cubicBezTo>
                  <a:pt x="4517327" y="6269144"/>
                  <a:pt x="4512374" y="6296005"/>
                  <a:pt x="4509706" y="6323058"/>
                </a:cubicBezTo>
                <a:cubicBezTo>
                  <a:pt x="4506658" y="6353919"/>
                  <a:pt x="4506088" y="6384972"/>
                  <a:pt x="4502848" y="6415833"/>
                </a:cubicBezTo>
                <a:cubicBezTo>
                  <a:pt x="4496562" y="6472225"/>
                  <a:pt x="4489132" y="6528424"/>
                  <a:pt x="4482083" y="6584812"/>
                </a:cubicBezTo>
                <a:cubicBezTo>
                  <a:pt x="4475225" y="6639488"/>
                  <a:pt x="4469129" y="6694164"/>
                  <a:pt x="4460557" y="6748458"/>
                </a:cubicBezTo>
                <a:cubicBezTo>
                  <a:pt x="4456937" y="6771319"/>
                  <a:pt x="4447030" y="6793035"/>
                  <a:pt x="4441506" y="6815516"/>
                </a:cubicBezTo>
                <a:lnTo>
                  <a:pt x="4431806" y="6858001"/>
                </a:lnTo>
                <a:lnTo>
                  <a:pt x="4259553" y="6858001"/>
                </a:lnTo>
                <a:lnTo>
                  <a:pt x="4265716" y="6812064"/>
                </a:lnTo>
                <a:lnTo>
                  <a:pt x="4265716" y="6812064"/>
                </a:lnTo>
                <a:lnTo>
                  <a:pt x="4265716" y="6812063"/>
                </a:lnTo>
                <a:cubicBezTo>
                  <a:pt x="4265240" y="6788417"/>
                  <a:pt x="4259954" y="6764841"/>
                  <a:pt x="4246238" y="6742552"/>
                </a:cubicBezTo>
                <a:lnTo>
                  <a:pt x="4232402" y="6702976"/>
                </a:lnTo>
                <a:lnTo>
                  <a:pt x="4235549" y="6683027"/>
                </a:lnTo>
                <a:cubicBezTo>
                  <a:pt x="4237915" y="6676306"/>
                  <a:pt x="4241666" y="6669496"/>
                  <a:pt x="4247000" y="6662542"/>
                </a:cubicBezTo>
                <a:cubicBezTo>
                  <a:pt x="4254334" y="6653111"/>
                  <a:pt x="4256191" y="6639108"/>
                  <a:pt x="4254095" y="6625225"/>
                </a:cubicBezTo>
                <a:lnTo>
                  <a:pt x="4254095" y="6625225"/>
                </a:lnTo>
                <a:lnTo>
                  <a:pt x="4254095" y="6625224"/>
                </a:lnTo>
                <a:cubicBezTo>
                  <a:pt x="4251999" y="6611342"/>
                  <a:pt x="4245951" y="6597578"/>
                  <a:pt x="4237473" y="6588625"/>
                </a:cubicBezTo>
                <a:lnTo>
                  <a:pt x="4214994" y="6564620"/>
                </a:lnTo>
                <a:lnTo>
                  <a:pt x="4214994" y="6564621"/>
                </a:lnTo>
                <a:cubicBezTo>
                  <a:pt x="4225281" y="6575479"/>
                  <a:pt x="4231377" y="6582147"/>
                  <a:pt x="4237473" y="6588626"/>
                </a:cubicBezTo>
                <a:lnTo>
                  <a:pt x="4254095" y="6625225"/>
                </a:lnTo>
                <a:lnTo>
                  <a:pt x="4254084" y="6645552"/>
                </a:lnTo>
                <a:cubicBezTo>
                  <a:pt x="4252965" y="6651967"/>
                  <a:pt x="4250667" y="6657825"/>
                  <a:pt x="4247000" y="6662541"/>
                </a:cubicBezTo>
                <a:cubicBezTo>
                  <a:pt x="4236332" y="6676448"/>
                  <a:pt x="4231997" y="6689783"/>
                  <a:pt x="4232402" y="6702976"/>
                </a:cubicBezTo>
                <a:lnTo>
                  <a:pt x="4232402" y="6702976"/>
                </a:lnTo>
                <a:lnTo>
                  <a:pt x="4232402" y="6702977"/>
                </a:lnTo>
                <a:cubicBezTo>
                  <a:pt x="4232807" y="6716169"/>
                  <a:pt x="4237951" y="6729219"/>
                  <a:pt x="4246238" y="6742553"/>
                </a:cubicBezTo>
                <a:cubicBezTo>
                  <a:pt x="4253096" y="6753698"/>
                  <a:pt x="4257847" y="6765164"/>
                  <a:pt x="4260942" y="6776800"/>
                </a:cubicBezTo>
                <a:lnTo>
                  <a:pt x="4265716" y="6812064"/>
                </a:lnTo>
                <a:lnTo>
                  <a:pt x="4259553" y="6858001"/>
                </a:lnTo>
                <a:lnTo>
                  <a:pt x="4259553" y="6858001"/>
                </a:lnTo>
                <a:lnTo>
                  <a:pt x="4259553" y="6858002"/>
                </a:lnTo>
                <a:lnTo>
                  <a:pt x="0" y="6858002"/>
                </a:lnTo>
                <a:lnTo>
                  <a:pt x="0" y="2"/>
                </a:lnTo>
                <a:lnTo>
                  <a:pt x="3766492" y="1"/>
                </a:lnTo>
                <a:lnTo>
                  <a:pt x="3769210" y="21486"/>
                </a:lnTo>
                <a:close/>
              </a:path>
            </a:pathLst>
          </a:custGeom>
          <a:effectLst>
            <a:outerShdw blurRad="381000" dist="152400" algn="l" rotWithShape="0">
              <a:prstClr val="black">
                <a:alpha val="10000"/>
              </a:prstClr>
            </a:outerShdw>
          </a:effectLst>
        </p:spPr>
      </p:pic>
      <p:sp>
        <p:nvSpPr>
          <p:cNvPr id="11" name="Freeform: Shape 10">
            <a:extLst>
              <a:ext uri="{FF2B5EF4-FFF2-40B4-BE49-F238E27FC236}">
                <a16:creationId xmlns:a16="http://schemas.microsoft.com/office/drawing/2014/main" id="{340822D1-9EEA-4ECF-9360-D9AF87950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705643" y="2991643"/>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DC292A62-7F34-4E30-BE04-48164A1DA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705643" y="2991644"/>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20CD260A-FECA-98A3-FA66-4130B63BBEEB}"/>
              </a:ext>
            </a:extLst>
          </p:cNvPr>
          <p:cNvSpPr>
            <a:spLocks noGrp="1"/>
          </p:cNvSpPr>
          <p:nvPr>
            <p:ph idx="1"/>
          </p:nvPr>
        </p:nvSpPr>
        <p:spPr>
          <a:xfrm>
            <a:off x="4724401" y="650240"/>
            <a:ext cx="6705600" cy="5943599"/>
          </a:xfrm>
        </p:spPr>
        <p:txBody>
          <a:bodyPr>
            <a:normAutofit/>
          </a:bodyPr>
          <a:lstStyle/>
          <a:p>
            <a:r>
              <a:rPr lang="en-JM" dirty="0"/>
              <a:t>Should we only call God’s name once in prayer?</a:t>
            </a:r>
          </a:p>
          <a:p>
            <a:r>
              <a:rPr lang="en-JM" dirty="0"/>
              <a:t>Did Ellen White say that we should address God at the beginning of our prayer and should not address him again?</a:t>
            </a:r>
          </a:p>
          <a:p>
            <a:r>
              <a:rPr lang="en-JM" dirty="0"/>
              <a:t>Did Ellen White say it’s a sin to repeat God’s name when we pray?</a:t>
            </a:r>
          </a:p>
        </p:txBody>
      </p:sp>
    </p:spTree>
    <p:extLst>
      <p:ext uri="{BB962C8B-B14F-4D97-AF65-F5344CB8AC3E}">
        <p14:creationId xmlns:p14="http://schemas.microsoft.com/office/powerpoint/2010/main" val="4252460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1000"/>
                                        <p:tgtEl>
                                          <p:spTgt spid="3">
                                            <p:txEl>
                                              <p:pRg st="2" end="2"/>
                                            </p:txEl>
                                          </p:spTgt>
                                        </p:tgtEl>
                                      </p:cBhvr>
                                    </p:animEffect>
                                    <p:anim calcmode="lin" valueType="num">
                                      <p:cBhvr>
                                        <p:cTn id="21"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4AA6A2"/>
        </a:solidFill>
        <a:effectLst/>
      </p:bgPr>
    </p:bg>
    <p:spTree>
      <p:nvGrpSpPr>
        <p:cNvPr id="1" name="">
          <a:extLst>
            <a:ext uri="{FF2B5EF4-FFF2-40B4-BE49-F238E27FC236}">
              <a16:creationId xmlns:a16="http://schemas.microsoft.com/office/drawing/2014/main" id="{5FCE72C2-D7F0-8EDC-6B21-4A12A4374D8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94AA03-8402-C1B3-D488-3F6C86F3039F}"/>
              </a:ext>
            </a:extLst>
          </p:cNvPr>
          <p:cNvSpPr>
            <a:spLocks noGrp="1"/>
          </p:cNvSpPr>
          <p:nvPr>
            <p:ph idx="1"/>
          </p:nvPr>
        </p:nvSpPr>
        <p:spPr>
          <a:xfrm>
            <a:off x="924560" y="802639"/>
            <a:ext cx="10668000" cy="4135121"/>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“THOU shalt not take the name of the Lord thy God in vain; for the Lord will not hold him guiltless that taketh his name in vain.” The name of God is holy and must not be used lightly, profanely, nor vainly. Often in the Scriptures the direction is given, “Neither shalt thou profane my holy name.” The word profane means to make common. The name of God is not to be used in a way, nor with a frequency, that will make it to us as a common word or name (SITI August 11, 1887, pg. 487.1).</a:t>
            </a:r>
          </a:p>
          <a:p>
            <a:pPr marL="0" indent="0">
              <a:buNone/>
            </a:pPr>
            <a:endParaRPr lang="en-JM"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0808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4AA6A2"/>
        </a:solidFill>
        <a:effectLst/>
      </p:bgPr>
    </p:bg>
    <p:spTree>
      <p:nvGrpSpPr>
        <p:cNvPr id="1" name="">
          <a:extLst>
            <a:ext uri="{FF2B5EF4-FFF2-40B4-BE49-F238E27FC236}">
              <a16:creationId xmlns:a16="http://schemas.microsoft.com/office/drawing/2014/main" id="{52BDEF28-EF0A-5730-CD03-E8FBC8DD4DC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620111-1D9A-FDAB-E3A1-530E4E5B486D}"/>
              </a:ext>
            </a:extLst>
          </p:cNvPr>
          <p:cNvSpPr>
            <a:spLocks noGrp="1"/>
          </p:cNvSpPr>
          <p:nvPr>
            <p:ph idx="1"/>
          </p:nvPr>
        </p:nvSpPr>
        <p:spPr>
          <a:xfrm>
            <a:off x="924560" y="802639"/>
            <a:ext cx="10668000" cy="4135121"/>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In view of this it is certain that the practice of relating anecdotes, or of inventing or repeating witticisms, in which the name of the Lord is used, is transgression of this commandment, and therefore is sin. Whether those who do such things mean wrong by it, is not the question. It is wrong whether they mean it so or not. It is sin in itself. Its tendency is to reduce to the level of common things the name of “the high and lofty one that </a:t>
            </a:r>
            <a:r>
              <a:rPr lang="en-US" dirty="0" err="1">
                <a:latin typeface="Times New Roman" panose="02020603050405020304" pitchFamily="18" charset="0"/>
                <a:cs typeface="Times New Roman" panose="02020603050405020304" pitchFamily="18" charset="0"/>
              </a:rPr>
              <a:t>inhabiteth</a:t>
            </a:r>
            <a:r>
              <a:rPr lang="en-US" dirty="0">
                <a:latin typeface="Times New Roman" panose="02020603050405020304" pitchFamily="18" charset="0"/>
                <a:cs typeface="Times New Roman" panose="02020603050405020304" pitchFamily="18" charset="0"/>
              </a:rPr>
              <a:t> eternity, whose name is holy;” and it makes that “glorious and fearful name” to be the butt of the silly pleasantries and would-be witticisms of the profane lips of irreverent men (SITI August 11, 1887, pg. 487.2).</a:t>
            </a:r>
            <a:endParaRPr lang="en-JM"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37026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4AA6A2"/>
        </a:solidFill>
        <a:effectLst/>
      </p:bgPr>
    </p:bg>
    <p:spTree>
      <p:nvGrpSpPr>
        <p:cNvPr id="1" name="">
          <a:extLst>
            <a:ext uri="{FF2B5EF4-FFF2-40B4-BE49-F238E27FC236}">
              <a16:creationId xmlns:a16="http://schemas.microsoft.com/office/drawing/2014/main" id="{8B0BEB1C-F340-99D4-9842-4404637C17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9BD2E6-DAA0-CFA5-F9AC-6F56472C8BBF}"/>
              </a:ext>
            </a:extLst>
          </p:cNvPr>
          <p:cNvSpPr>
            <a:spLocks noGrp="1"/>
          </p:cNvSpPr>
          <p:nvPr>
            <p:ph idx="1"/>
          </p:nvPr>
        </p:nvSpPr>
        <p:spPr>
          <a:xfrm>
            <a:off x="924560" y="802639"/>
            <a:ext cx="10668000" cy="4135121"/>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It was Jewish tradition to substitute </a:t>
            </a:r>
            <a:r>
              <a:rPr lang="en-US" b="1" dirty="0">
                <a:latin typeface="Times New Roman" panose="02020603050405020304" pitchFamily="18" charset="0"/>
                <a:cs typeface="Times New Roman" panose="02020603050405020304" pitchFamily="18" charset="0"/>
              </a:rPr>
              <a:t>Adonai</a:t>
            </a:r>
            <a:r>
              <a:rPr lang="en-US" dirty="0">
                <a:latin typeface="Times New Roman" panose="02020603050405020304" pitchFamily="18" charset="0"/>
                <a:cs typeface="Times New Roman" panose="02020603050405020304" pitchFamily="18" charset="0"/>
              </a:rPr>
              <a:t> for the </a:t>
            </a:r>
            <a:r>
              <a:rPr lang="en-US" b="1" dirty="0">
                <a:latin typeface="Times New Roman" panose="02020603050405020304" pitchFamily="18" charset="0"/>
                <a:cs typeface="Times New Roman" panose="02020603050405020304" pitchFamily="18" charset="0"/>
              </a:rPr>
              <a:t>Tetragrammaton</a:t>
            </a:r>
            <a:r>
              <a:rPr lang="en-US" dirty="0">
                <a:latin typeface="Times New Roman" panose="02020603050405020304" pitchFamily="18" charset="0"/>
                <a:cs typeface="Times New Roman" panose="02020603050405020304" pitchFamily="18" charset="0"/>
              </a:rPr>
              <a:t> due to their ancient practice of not uttering the sacred name of God.</a:t>
            </a:r>
          </a:p>
          <a:p>
            <a:pPr marL="0" indent="0">
              <a:buNone/>
            </a:pPr>
            <a:r>
              <a:rPr lang="en-US" dirty="0">
                <a:latin typeface="Times New Roman" panose="02020603050405020304" pitchFamily="18" charset="0"/>
                <a:cs typeface="Times New Roman" panose="02020603050405020304" pitchFamily="18" charset="0"/>
              </a:rPr>
              <a:t>It was because the Jews were so concerned not to misuse the name of God that this tradition arose. The Jews wanted to be absolutely certain that they did not misuse the name of the Lord and so they read </a:t>
            </a:r>
            <a:r>
              <a:rPr lang="en-US" b="1" dirty="0">
                <a:latin typeface="Times New Roman" panose="02020603050405020304" pitchFamily="18" charset="0"/>
                <a:cs typeface="Times New Roman" panose="02020603050405020304" pitchFamily="18" charset="0"/>
              </a:rPr>
              <a:t>Adonai</a:t>
            </a:r>
            <a:r>
              <a:rPr lang="en-US" dirty="0">
                <a:latin typeface="Times New Roman" panose="02020603050405020304" pitchFamily="18" charset="0"/>
                <a:cs typeface="Times New Roman" panose="02020603050405020304" pitchFamily="18" charset="0"/>
              </a:rPr>
              <a:t> in place of </a:t>
            </a:r>
            <a:r>
              <a:rPr lang="en-US" b="1" dirty="0">
                <a:latin typeface="Times New Roman" panose="02020603050405020304" pitchFamily="18" charset="0"/>
                <a:cs typeface="Times New Roman" panose="02020603050405020304" pitchFamily="18" charset="0"/>
              </a:rPr>
              <a:t>YHWH</a:t>
            </a:r>
            <a:r>
              <a:rPr lang="en-US" dirty="0">
                <a:latin typeface="Times New Roman" panose="02020603050405020304" pitchFamily="18" charset="0"/>
                <a:cs typeface="Times New Roman" panose="02020603050405020304" pitchFamily="18" charset="0"/>
              </a:rPr>
              <a:t>. </a:t>
            </a:r>
            <a:endParaRPr lang="en-JM"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66099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4AA6A2"/>
        </a:solidFill>
        <a:effectLst/>
      </p:bgPr>
    </p:bg>
    <p:spTree>
      <p:nvGrpSpPr>
        <p:cNvPr id="1" name="">
          <a:extLst>
            <a:ext uri="{FF2B5EF4-FFF2-40B4-BE49-F238E27FC236}">
              <a16:creationId xmlns:a16="http://schemas.microsoft.com/office/drawing/2014/main" id="{AF221CD2-B837-5A31-AA7B-BC1C0B23663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290BB2-5115-5941-7FCB-FFB0046250FC}"/>
              </a:ext>
            </a:extLst>
          </p:cNvPr>
          <p:cNvSpPr>
            <a:spLocks noGrp="1"/>
          </p:cNvSpPr>
          <p:nvPr>
            <p:ph idx="1"/>
          </p:nvPr>
        </p:nvSpPr>
        <p:spPr>
          <a:xfrm>
            <a:off x="924560" y="802639"/>
            <a:ext cx="10668000" cy="5445761"/>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We have heard people pray, by whom almost every sentence was introduced with the name of the Lord. In fact, in some instances about the only use of that name in their prayers, after the first personal address, seemed to be simply as a </a:t>
            </a:r>
            <a:r>
              <a:rPr lang="en-US" dirty="0">
                <a:solidFill>
                  <a:srgbClr val="FFFF00"/>
                </a:solidFill>
                <a:latin typeface="Times New Roman" panose="02020603050405020304" pitchFamily="18" charset="0"/>
                <a:cs typeface="Times New Roman" panose="02020603050405020304" pitchFamily="18" charset="0"/>
              </a:rPr>
              <a:t>catch-word</a:t>
            </a:r>
            <a:r>
              <a:rPr lang="en-US" dirty="0">
                <a:latin typeface="Times New Roman" panose="02020603050405020304" pitchFamily="18" charset="0"/>
                <a:cs typeface="Times New Roman" panose="02020603050405020304" pitchFamily="18" charset="0"/>
              </a:rPr>
              <a:t>, and was in every sense of the word taking the name of the Lord in vain. Its use, in such cases, is </a:t>
            </a:r>
            <a:r>
              <a:rPr lang="en-US" dirty="0">
                <a:solidFill>
                  <a:srgbClr val="FFFF00"/>
                </a:solidFill>
                <a:latin typeface="Times New Roman" panose="02020603050405020304" pitchFamily="18" charset="0"/>
                <a:cs typeface="Times New Roman" panose="02020603050405020304" pitchFamily="18" charset="0"/>
              </a:rPr>
              <a:t>purposeless</a:t>
            </a:r>
            <a:r>
              <a:rPr lang="en-US" dirty="0">
                <a:latin typeface="Times New Roman" panose="02020603050405020304" pitchFamily="18" charset="0"/>
                <a:cs typeface="Times New Roman" panose="02020603050405020304" pitchFamily="18" charset="0"/>
              </a:rPr>
              <a:t> so far as any idea of reverence, or any just conception of the holiness of the holy name, is concerned. Such a practice is a </a:t>
            </a:r>
            <a:r>
              <a:rPr lang="en-US" dirty="0">
                <a:solidFill>
                  <a:srgbClr val="FFFF00"/>
                </a:solidFill>
                <a:latin typeface="Times New Roman" panose="02020603050405020304" pitchFamily="18" charset="0"/>
                <a:cs typeface="Times New Roman" panose="02020603050405020304" pitchFamily="18" charset="0"/>
              </a:rPr>
              <a:t>violation</a:t>
            </a:r>
            <a:r>
              <a:rPr lang="en-US" dirty="0">
                <a:latin typeface="Times New Roman" panose="02020603050405020304" pitchFamily="18" charset="0"/>
                <a:cs typeface="Times New Roman" panose="02020603050405020304" pitchFamily="18" charset="0"/>
              </a:rPr>
              <a:t> of the </a:t>
            </a:r>
            <a:r>
              <a:rPr lang="en-US" dirty="0">
                <a:solidFill>
                  <a:srgbClr val="FFFF00"/>
                </a:solidFill>
                <a:latin typeface="Times New Roman" panose="02020603050405020304" pitchFamily="18" charset="0"/>
                <a:cs typeface="Times New Roman" panose="02020603050405020304" pitchFamily="18" charset="0"/>
              </a:rPr>
              <a:t>third commandment</a:t>
            </a:r>
            <a:r>
              <a:rPr lang="en-US" dirty="0">
                <a:latin typeface="Times New Roman" panose="02020603050405020304" pitchFamily="18" charset="0"/>
                <a:cs typeface="Times New Roman" panose="02020603050405020304" pitchFamily="18" charset="0"/>
              </a:rPr>
              <a:t>, and such prayers are sinful. The practice is plainly forbidden by the </a:t>
            </a:r>
            <a:r>
              <a:rPr lang="en-US" dirty="0" err="1">
                <a:latin typeface="Times New Roman" panose="02020603050405020304" pitchFamily="18" charset="0"/>
                <a:cs typeface="Times New Roman" panose="02020603050405020304" pitchFamily="18" charset="0"/>
              </a:rPr>
              <a:t>Saviour</a:t>
            </a:r>
            <a:r>
              <a:rPr lang="en-US" dirty="0">
                <a:latin typeface="Times New Roman" panose="02020603050405020304" pitchFamily="18" charset="0"/>
                <a:cs typeface="Times New Roman" panose="02020603050405020304" pitchFamily="18" charset="0"/>
              </a:rPr>
              <a:t> in his instructions on the subject of prayer: “When ye pray, use not vain repetitions.” Matthew 6:7. And to use the name of the Lord at the beginning of every sentence, or of every alternate sentence, is nothing else than “vain repetition,” and is sin (SITI August 11, 1887, pg. 487.3).</a:t>
            </a:r>
            <a:endParaRPr lang="en-JM"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49762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4AA6A2"/>
        </a:solidFill>
        <a:effectLst/>
      </p:bgPr>
    </p:bg>
    <p:spTree>
      <p:nvGrpSpPr>
        <p:cNvPr id="1" name="">
          <a:extLst>
            <a:ext uri="{FF2B5EF4-FFF2-40B4-BE49-F238E27FC236}">
              <a16:creationId xmlns:a16="http://schemas.microsoft.com/office/drawing/2014/main" id="{43E84B0E-0CCD-2AF7-BE40-FFEF1B5F1A6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AFD424-2BC9-A1A5-8F78-1561D1D76B6E}"/>
              </a:ext>
            </a:extLst>
          </p:cNvPr>
          <p:cNvSpPr>
            <a:spLocks noGrp="1"/>
          </p:cNvSpPr>
          <p:nvPr>
            <p:ph idx="1"/>
          </p:nvPr>
        </p:nvSpPr>
        <p:spPr>
          <a:xfrm>
            <a:off x="924560" y="802639"/>
            <a:ext cx="10668000" cy="5445761"/>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We do not say that every repetition of the name is vain, nor that to repeat the name more than once in a prayer of considerable length and fervency would be sinful, because such a thing might be done with becoming reverence. In Jacob’s prayer when he was “greatly afraid and distressed” because of his fear of Esau, the name of God is not used at all after the address to him at the beginning. Genesis 32:6-12. It is so also in the prayer of Abraham’s servant. Genesis 24:12-14. In Solomon’s long prayer at the dedication of the temple the name of the Lord is only used </a:t>
            </a:r>
            <a:r>
              <a:rPr lang="en-US" dirty="0">
                <a:solidFill>
                  <a:srgbClr val="FFFF00"/>
                </a:solidFill>
                <a:latin typeface="Times New Roman" panose="02020603050405020304" pitchFamily="18" charset="0"/>
                <a:cs typeface="Times New Roman" panose="02020603050405020304" pitchFamily="18" charset="0"/>
              </a:rPr>
              <a:t>ten times</a:t>
            </a:r>
            <a:r>
              <a:rPr lang="en-US" dirty="0">
                <a:latin typeface="Times New Roman" panose="02020603050405020304" pitchFamily="18" charset="0"/>
                <a:cs typeface="Times New Roman" panose="02020603050405020304" pitchFamily="18" charset="0"/>
              </a:rPr>
              <a:t>. 2 Chronicles 6:14-42. In the prayer of Moses which occupies the whole of the ninetieth psalm—seventeen verses—the name is used but </a:t>
            </a:r>
            <a:r>
              <a:rPr lang="en-US" dirty="0">
                <a:solidFill>
                  <a:srgbClr val="FFFF00"/>
                </a:solidFill>
                <a:latin typeface="Times New Roman" panose="02020603050405020304" pitchFamily="18" charset="0"/>
                <a:cs typeface="Times New Roman" panose="02020603050405020304" pitchFamily="18" charset="0"/>
              </a:rPr>
              <a:t>four times</a:t>
            </a:r>
            <a:r>
              <a:rPr lang="en-US" dirty="0">
                <a:latin typeface="Times New Roman" panose="02020603050405020304" pitchFamily="18" charset="0"/>
                <a:cs typeface="Times New Roman" panose="02020603050405020304" pitchFamily="18" charset="0"/>
              </a:rPr>
              <a:t>. </a:t>
            </a:r>
            <a:endParaRPr lang="en-JM"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63787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4AA6A2"/>
        </a:solidFill>
        <a:effectLst/>
      </p:bgPr>
    </p:bg>
    <p:spTree>
      <p:nvGrpSpPr>
        <p:cNvPr id="1" name="">
          <a:extLst>
            <a:ext uri="{FF2B5EF4-FFF2-40B4-BE49-F238E27FC236}">
              <a16:creationId xmlns:a16="http://schemas.microsoft.com/office/drawing/2014/main" id="{4F1FDE66-9073-1119-BF3F-8C96F793A36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DB9D09-5FA4-899B-4D50-9596015EB9CB}"/>
              </a:ext>
            </a:extLst>
          </p:cNvPr>
          <p:cNvSpPr>
            <a:spLocks noGrp="1"/>
          </p:cNvSpPr>
          <p:nvPr>
            <p:ph idx="1"/>
          </p:nvPr>
        </p:nvSpPr>
        <p:spPr>
          <a:xfrm>
            <a:off x="924560" y="802639"/>
            <a:ext cx="10668000" cy="5445761"/>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In David’s deeply penitential prayer—the fifty-first psalm—he uses the holy name but </a:t>
            </a:r>
            <a:r>
              <a:rPr lang="en-US" dirty="0">
                <a:solidFill>
                  <a:srgbClr val="FFFF00"/>
                </a:solidFill>
                <a:latin typeface="Times New Roman" panose="02020603050405020304" pitchFamily="18" charset="0"/>
                <a:cs typeface="Times New Roman" panose="02020603050405020304" pitchFamily="18" charset="0"/>
              </a:rPr>
              <a:t>seven times</a:t>
            </a:r>
            <a:r>
              <a:rPr lang="en-US" dirty="0">
                <a:latin typeface="Times New Roman" panose="02020603050405020304" pitchFamily="18" charset="0"/>
                <a:cs typeface="Times New Roman" panose="02020603050405020304" pitchFamily="18" charset="0"/>
              </a:rPr>
              <a:t>. In Ezra’s most sorrowful prayer the name is used but </a:t>
            </a:r>
            <a:r>
              <a:rPr lang="en-US" dirty="0">
                <a:solidFill>
                  <a:srgbClr val="FFFF00"/>
                </a:solidFill>
                <a:latin typeface="Times New Roman" panose="02020603050405020304" pitchFamily="18" charset="0"/>
                <a:cs typeface="Times New Roman" panose="02020603050405020304" pitchFamily="18" charset="0"/>
              </a:rPr>
              <a:t>nine times</a:t>
            </a:r>
            <a:r>
              <a:rPr lang="en-US" dirty="0">
                <a:latin typeface="Times New Roman" panose="02020603050405020304" pitchFamily="18" charset="0"/>
                <a:cs typeface="Times New Roman" panose="02020603050405020304" pitchFamily="18" charset="0"/>
              </a:rPr>
              <a:t>. Ezra 9:6-15. In the longest prayer in the Bible the sacred name is used only </a:t>
            </a:r>
            <a:r>
              <a:rPr lang="en-US" dirty="0">
                <a:solidFill>
                  <a:srgbClr val="FFFF00"/>
                </a:solidFill>
                <a:latin typeface="Times New Roman" panose="02020603050405020304" pitchFamily="18" charset="0"/>
                <a:cs typeface="Times New Roman" panose="02020603050405020304" pitchFamily="18" charset="0"/>
              </a:rPr>
              <a:t>seven times</a:t>
            </a:r>
            <a:r>
              <a:rPr lang="en-US" dirty="0">
                <a:latin typeface="Times New Roman" panose="02020603050405020304" pitchFamily="18" charset="0"/>
                <a:cs typeface="Times New Roman" panose="02020603050405020304" pitchFamily="18" charset="0"/>
              </a:rPr>
              <a:t>. Nehemiah 9:6-38. In Daniel’s prayer of thanks for the secret of Nebuchadnezzar’s dream, he used the name </a:t>
            </a:r>
            <a:r>
              <a:rPr lang="en-US" dirty="0">
                <a:solidFill>
                  <a:srgbClr val="FFFF00"/>
                </a:solidFill>
                <a:latin typeface="Times New Roman" panose="02020603050405020304" pitchFamily="18" charset="0"/>
                <a:cs typeface="Times New Roman" panose="02020603050405020304" pitchFamily="18" charset="0"/>
              </a:rPr>
              <a:t>but twice</a:t>
            </a:r>
            <a:r>
              <a:rPr lang="en-US" dirty="0">
                <a:latin typeface="Times New Roman" panose="02020603050405020304" pitchFamily="18" charset="0"/>
                <a:cs typeface="Times New Roman" panose="02020603050405020304" pitchFamily="18" charset="0"/>
              </a:rPr>
              <a:t>. Daniel 2:20-23. The prayer in which that name is used the most of any in the Bible is Daniel’s of the ninth chapter, when he was earnestly pleading for an understanding of the word of the Lord—a prayer that ended in a holy vision with the angel Gabriel talking to him. There the name is used </a:t>
            </a:r>
            <a:r>
              <a:rPr lang="en-US" dirty="0">
                <a:solidFill>
                  <a:srgbClr val="FFFF00"/>
                </a:solidFill>
                <a:latin typeface="Times New Roman" panose="02020603050405020304" pitchFamily="18" charset="0"/>
                <a:cs typeface="Times New Roman" panose="02020603050405020304" pitchFamily="18" charset="0"/>
              </a:rPr>
              <a:t>seventeen times </a:t>
            </a:r>
            <a:r>
              <a:rPr lang="en-US" dirty="0">
                <a:latin typeface="Times New Roman" panose="02020603050405020304" pitchFamily="18" charset="0"/>
                <a:cs typeface="Times New Roman" panose="02020603050405020304" pitchFamily="18" charset="0"/>
              </a:rPr>
              <a:t>(SITI August 11, 1887, pg. 487.4).</a:t>
            </a:r>
            <a:endParaRPr lang="en-JM"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74117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4AA6A2"/>
        </a:solidFill>
        <a:effectLst/>
      </p:bgPr>
    </p:bg>
    <p:spTree>
      <p:nvGrpSpPr>
        <p:cNvPr id="1" name="">
          <a:extLst>
            <a:ext uri="{FF2B5EF4-FFF2-40B4-BE49-F238E27FC236}">
              <a16:creationId xmlns:a16="http://schemas.microsoft.com/office/drawing/2014/main" id="{175E763B-1578-F720-1CFA-1503127020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A88016-C7C1-6A7F-3570-B1FCEE8EF267}"/>
              </a:ext>
            </a:extLst>
          </p:cNvPr>
          <p:cNvSpPr>
            <a:spLocks noGrp="1"/>
          </p:cNvSpPr>
          <p:nvPr>
            <p:ph idx="1"/>
          </p:nvPr>
        </p:nvSpPr>
        <p:spPr>
          <a:xfrm>
            <a:off x="924560" y="802639"/>
            <a:ext cx="10668000" cy="5445761"/>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…the model which the </a:t>
            </a:r>
            <a:r>
              <a:rPr lang="en-US" dirty="0" err="1">
                <a:latin typeface="Times New Roman" panose="02020603050405020304" pitchFamily="18" charset="0"/>
                <a:cs typeface="Times New Roman" panose="02020603050405020304" pitchFamily="18" charset="0"/>
              </a:rPr>
              <a:t>Saviour</a:t>
            </a:r>
            <a:r>
              <a:rPr lang="en-US" dirty="0">
                <a:latin typeface="Times New Roman" panose="02020603050405020304" pitchFamily="18" charset="0"/>
                <a:cs typeface="Times New Roman" panose="02020603050405020304" pitchFamily="18" charset="0"/>
              </a:rPr>
              <a:t> gave does not use the </a:t>
            </a:r>
            <a:r>
              <a:rPr lang="en-US" dirty="0">
                <a:solidFill>
                  <a:srgbClr val="FFFF00"/>
                </a:solidFill>
                <a:latin typeface="Times New Roman" panose="02020603050405020304" pitchFamily="18" charset="0"/>
                <a:cs typeface="Times New Roman" panose="02020603050405020304" pitchFamily="18" charset="0"/>
              </a:rPr>
              <a:t>holy name </a:t>
            </a:r>
            <a:r>
              <a:rPr lang="en-US" dirty="0">
                <a:latin typeface="Times New Roman" panose="02020603050405020304" pitchFamily="18" charset="0"/>
                <a:cs typeface="Times New Roman" panose="02020603050405020304" pitchFamily="18" charset="0"/>
              </a:rPr>
              <a:t>at all except in the form of </a:t>
            </a:r>
            <a:r>
              <a:rPr lang="en-US" dirty="0">
                <a:highlight>
                  <a:srgbClr val="008080"/>
                </a:highlight>
                <a:latin typeface="Times New Roman" panose="02020603050405020304" pitchFamily="18" charset="0"/>
                <a:cs typeface="Times New Roman" panose="02020603050405020304" pitchFamily="18" charset="0"/>
              </a:rPr>
              <a:t>address</a:t>
            </a:r>
            <a:r>
              <a:rPr lang="en-US" dirty="0">
                <a:latin typeface="Times New Roman" panose="02020603050405020304" pitchFamily="18" charset="0"/>
                <a:cs typeface="Times New Roman" panose="02020603050405020304" pitchFamily="18" charset="0"/>
              </a:rPr>
              <a:t>, “</a:t>
            </a:r>
            <a:r>
              <a:rPr lang="en-US" dirty="0">
                <a:solidFill>
                  <a:srgbClr val="FFFF00"/>
                </a:solidFill>
                <a:latin typeface="Times New Roman" panose="02020603050405020304" pitchFamily="18" charset="0"/>
                <a:cs typeface="Times New Roman" panose="02020603050405020304" pitchFamily="18" charset="0"/>
              </a:rPr>
              <a:t>Our Father</a:t>
            </a:r>
            <a:r>
              <a:rPr lang="en-US" dirty="0">
                <a:latin typeface="Times New Roman" panose="02020603050405020304" pitchFamily="18" charset="0"/>
                <a:cs typeface="Times New Roman" panose="02020603050405020304" pitchFamily="18" charset="0"/>
              </a:rPr>
              <a:t>, which art in Heaven,” and then says, “</a:t>
            </a:r>
            <a:r>
              <a:rPr lang="en-US" dirty="0">
                <a:solidFill>
                  <a:srgbClr val="FFC000"/>
                </a:solidFill>
                <a:latin typeface="Times New Roman" panose="02020603050405020304" pitchFamily="18" charset="0"/>
                <a:cs typeface="Times New Roman" panose="02020603050405020304" pitchFamily="18" charset="0"/>
              </a:rPr>
              <a:t>hallowed be thy name</a:t>
            </a:r>
            <a:r>
              <a:rPr lang="en-US" dirty="0">
                <a:latin typeface="Times New Roman" panose="02020603050405020304" pitchFamily="18" charset="0"/>
                <a:cs typeface="Times New Roman" panose="02020603050405020304" pitchFamily="18" charset="0"/>
              </a:rPr>
              <a:t>.” Matthew 6:9-13. We are sure that this means something in this connection, especially as it is given immediately after the command to “use not vain repetitions.” Oh, that those who pray would heed these words, and really learn to fear “this glorious and fearful name, The Lord thy God”! Nor is this wish confined to those who pray, while they are praying. We would that these words might be heeded by those who preach as well as pray, and be heeded while they are preaching… (SITI August 11, 1887, pg. 487.5).</a:t>
            </a:r>
            <a:endParaRPr lang="en-JM"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77934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4AA6A2"/>
        </a:solidFill>
        <a:effectLst/>
      </p:bgPr>
    </p:bg>
    <p:spTree>
      <p:nvGrpSpPr>
        <p:cNvPr id="1" name="">
          <a:extLst>
            <a:ext uri="{FF2B5EF4-FFF2-40B4-BE49-F238E27FC236}">
              <a16:creationId xmlns:a16="http://schemas.microsoft.com/office/drawing/2014/main" id="{C47C40B2-AA76-0888-8A54-4FC824A6E0B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42724F-59D9-9065-E2A8-24F5B2C2925A}"/>
              </a:ext>
            </a:extLst>
          </p:cNvPr>
          <p:cNvSpPr>
            <a:spLocks noGrp="1"/>
          </p:cNvSpPr>
          <p:nvPr>
            <p:ph idx="1"/>
          </p:nvPr>
        </p:nvSpPr>
        <p:spPr>
          <a:xfrm>
            <a:off x="924560" y="396241"/>
            <a:ext cx="10668000" cy="5852160"/>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 </a:t>
            </a:r>
            <a:r>
              <a:rPr lang="en-US" sz="3300" dirty="0">
                <a:latin typeface="Times New Roman" panose="02020603050405020304" pitchFamily="18" charset="0"/>
                <a:cs typeface="Times New Roman" panose="02020603050405020304" pitchFamily="18" charset="0"/>
              </a:rPr>
              <a:t>Nor yet does the commandment stop with forbidding the vain use of that name itself. The commandments of God are “exceeding broad.” The commandment not only forbids the overt act of transgression, but it forbids everything which in its nature would lead to the overt act of transgression. Thus, the </a:t>
            </a:r>
            <a:r>
              <a:rPr lang="en-US" sz="3300" dirty="0" err="1">
                <a:latin typeface="Times New Roman" panose="02020603050405020304" pitchFamily="18" charset="0"/>
                <a:cs typeface="Times New Roman" panose="02020603050405020304" pitchFamily="18" charset="0"/>
              </a:rPr>
              <a:t>Saviour</a:t>
            </a:r>
            <a:r>
              <a:rPr lang="en-US" sz="3300" dirty="0">
                <a:latin typeface="Times New Roman" panose="02020603050405020304" pitchFamily="18" charset="0"/>
                <a:cs typeface="Times New Roman" panose="02020603050405020304" pitchFamily="18" charset="0"/>
              </a:rPr>
              <a:t> magnified the law of God. </a:t>
            </a:r>
            <a:endParaRPr lang="en-JM"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96295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4AA6A2"/>
        </a:solidFill>
        <a:effectLst/>
      </p:bgPr>
    </p:bg>
    <p:spTree>
      <p:nvGrpSpPr>
        <p:cNvPr id="1" name="">
          <a:extLst>
            <a:ext uri="{FF2B5EF4-FFF2-40B4-BE49-F238E27FC236}">
              <a16:creationId xmlns:a16="http://schemas.microsoft.com/office/drawing/2014/main" id="{F3C665BC-DB78-DFE6-69F2-709E5F312D0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B3C735-B7B6-F9A6-1A3A-E589E7F96C65}"/>
              </a:ext>
            </a:extLst>
          </p:cNvPr>
          <p:cNvSpPr>
            <a:spLocks noGrp="1"/>
          </p:cNvSpPr>
          <p:nvPr>
            <p:ph idx="1"/>
          </p:nvPr>
        </p:nvSpPr>
        <p:spPr>
          <a:xfrm>
            <a:off x="924560" y="396241"/>
            <a:ext cx="10668000" cy="5852160"/>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On the subject of this commandment, he said: “Ye have heard that it hath been said to the of old time, Thou shalt not forswear thyself, but shalt perform unto the Lord thine oaths; but I say unto you, Swear not at all; neither by heaven; for it is God’s throne; not by the earth; for it is his footstool; neither by Jerusalem; for it is the city of the great King. Neither </a:t>
            </a:r>
            <a:r>
              <a:rPr lang="en-US" dirty="0" err="1">
                <a:latin typeface="Times New Roman" panose="02020603050405020304" pitchFamily="18" charset="0"/>
                <a:cs typeface="Times New Roman" panose="02020603050405020304" pitchFamily="18" charset="0"/>
              </a:rPr>
              <a:t>shal</a:t>
            </a:r>
            <a:r>
              <a:rPr lang="en-US" dirty="0">
                <a:latin typeface="Times New Roman" panose="02020603050405020304" pitchFamily="18" charset="0"/>
                <a:cs typeface="Times New Roman" panose="02020603050405020304" pitchFamily="18" charset="0"/>
              </a:rPr>
              <a:t> thou swear by thy head, because thou canst not make one hair white or black. But let your communication be, Yea, yea; Nay, nay; for whatsoever is more than these cometh of evil.” Matthew 5:33-37 (SITI August 11, 1887, pg. 487.6).</a:t>
            </a:r>
            <a:endParaRPr lang="en-JM"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952709"/>
      </p:ext>
    </p:extLst>
  </p:cSld>
  <p:clrMapOvr>
    <a:masterClrMapping/>
  </p:clrMapOvr>
</p:sld>
</file>

<file path=ppt/theme/theme1.xml><?xml version="1.0" encoding="utf-8"?>
<a:theme xmlns:a="http://schemas.openxmlformats.org/drawingml/2006/main" name="TornVTI">
  <a:themeElements>
    <a:clrScheme name="Custom 1">
      <a:dk1>
        <a:sysClr val="windowText" lastClr="000000"/>
      </a:dk1>
      <a:lt1>
        <a:sysClr val="window" lastClr="FFFFFF"/>
      </a:lt1>
      <a:dk2>
        <a:srgbClr val="131523"/>
      </a:dk2>
      <a:lt2>
        <a:srgbClr val="E7E6E6"/>
      </a:lt2>
      <a:accent1>
        <a:srgbClr val="3FB96C"/>
      </a:accent1>
      <a:accent2>
        <a:srgbClr val="699EFA"/>
      </a:accent2>
      <a:accent3>
        <a:srgbClr val="8039C1"/>
      </a:accent3>
      <a:accent4>
        <a:srgbClr val="D1971A"/>
      </a:accent4>
      <a:accent5>
        <a:srgbClr val="E62B59"/>
      </a:accent5>
      <a:accent6>
        <a:srgbClr val="9CA2AB"/>
      </a:accent6>
      <a:hlink>
        <a:srgbClr val="FFFFFF"/>
      </a:hlink>
      <a:folHlink>
        <a:srgbClr val="57618E"/>
      </a:folHlink>
    </a:clrScheme>
    <a:fontScheme name="Torn">
      <a:majorFont>
        <a:latin typeface="Verdana Pro Cond SemiBold"/>
        <a:ea typeface=""/>
        <a:cs typeface=""/>
      </a:majorFont>
      <a:minorFont>
        <a:latin typeface="Verdana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ornVTI" id="{D93270A2-BAD7-4DCC-9D1D-3427EACCFA88}" vid="{1B17486C-9B79-43FC-98F9-5BF7AA5600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1830</TotalTime>
  <Words>3027</Words>
  <Application>Microsoft Office PowerPoint</Application>
  <PresentationFormat>Widescreen</PresentationFormat>
  <Paragraphs>143</Paragraphs>
  <Slides>36</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Aptos</vt:lpstr>
      <vt:lpstr>Arial</vt:lpstr>
      <vt:lpstr>Times New Roman</vt:lpstr>
      <vt:lpstr>Verdana Pro</vt:lpstr>
      <vt:lpstr>Verdana Pro Cond SemiBold</vt:lpstr>
      <vt:lpstr>Wingdings</vt:lpstr>
      <vt:lpstr>TornVTI</vt:lpstr>
      <vt:lpstr>Teach Me How To Pray</vt:lpstr>
      <vt:lpstr>PowerPoint Presentation</vt:lpstr>
      <vt:lpstr>PowerPoint Presentation</vt:lpstr>
      <vt:lpstr>PowerPoint Presentation</vt:lpstr>
      <vt:lpstr>Elements of Prayer</vt:lpstr>
      <vt:lpstr>Elements of Prayer</vt:lpstr>
      <vt:lpstr>Supplication</vt:lpstr>
      <vt:lpstr>PowerPoint Presentation</vt:lpstr>
      <vt:lpstr>PowerPoint Presentation</vt:lpstr>
      <vt:lpstr>PowerPoint Presentation</vt:lpstr>
      <vt:lpstr>PowerPoint Presentation</vt:lpstr>
      <vt:lpstr>The Godhead and Prayer</vt:lpstr>
      <vt:lpstr>PowerPoint Presentation</vt:lpstr>
      <vt:lpstr>Vain Repetition</vt:lpstr>
      <vt:lpstr>Vain Repetition</vt:lpstr>
      <vt:lpstr>Vain Repetition</vt:lpstr>
      <vt:lpstr>Vain Repetition</vt:lpstr>
      <vt:lpstr>Vain Repetition</vt:lpstr>
      <vt:lpstr>Vain Repetition</vt:lpstr>
      <vt:lpstr>Vain Repetition</vt:lpstr>
      <vt:lpstr>Vain Repetition</vt:lpstr>
      <vt:lpstr>Vain Repetition</vt:lpstr>
      <vt:lpstr>Vain Repetition</vt:lpstr>
      <vt:lpstr>Vain Repetition</vt:lpstr>
      <vt:lpstr>Vain Repetition</vt:lpstr>
      <vt:lpstr>Vain Repetition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Kiwayne Ferron</dc:creator>
  <cp:lastModifiedBy>Kiwayne Ferron</cp:lastModifiedBy>
  <cp:revision>3</cp:revision>
  <dcterms:created xsi:type="dcterms:W3CDTF">2025-02-27T20:08:43Z</dcterms:created>
  <dcterms:modified xsi:type="dcterms:W3CDTF">2026-01-27T15:11:32Z</dcterms:modified>
</cp:coreProperties>
</file>