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Bible Study &amp; Sermon Review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Church Leadership &amp; Teaching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This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Equip leaders to handle Scripture faithfully (NKJV)</a:t>
            </a:r>
          </a:p>
          <a:p>
            <a:pPr lvl="1"/>
            <a:r>
              <a:t>Strengthen sermon and Bible study preparation</a:t>
            </a:r>
          </a:p>
          <a:p>
            <a:pPr lvl="1"/>
            <a:r>
              <a:t>Promote theological clarity and pastoral sensitivity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Commitments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Scripture interprets Scripture</a:t>
            </a:r>
          </a:p>
          <a:p>
            <a:pPr lvl="1"/>
            <a:r>
              <a:t>Context governs meaning</a:t>
            </a:r>
          </a:p>
          <a:p>
            <a:pPr lvl="1"/>
            <a:r>
              <a:t>Authorial intent matters</a:t>
            </a:r>
          </a:p>
          <a:p>
            <a:pPr lvl="1"/>
            <a:r>
              <a:t>Protestant / Seventh-day Adventist compatibility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Bible Study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Clarify audience and goal</a:t>
            </a:r>
          </a:p>
          <a:p>
            <a:pPr lvl="1"/>
            <a:r>
              <a:t>Establish literary and historical context</a:t>
            </a:r>
          </a:p>
          <a:p>
            <a:pPr lvl="1"/>
            <a:r>
              <a:t>Observe structure and flow</a:t>
            </a:r>
          </a:p>
          <a:p>
            <a:pPr lvl="1"/>
            <a:r>
              <a:t>Identify key themes and words</a:t>
            </a:r>
          </a:p>
          <a:p>
            <a:pPr lvl="1"/>
            <a:r>
              <a:t>Compare cross-references</a:t>
            </a:r>
          </a:p>
          <a:p>
            <a:pPr lvl="1"/>
            <a:r>
              <a:t>Synthesize theology and gospel connections</a:t>
            </a:r>
          </a:p>
          <a:p>
            <a:pPr lvl="1"/>
            <a:r>
              <a:t>Develop practical 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Sermon Review Checkpoints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Thesis &amp; Burden: clear and text-driven</a:t>
            </a:r>
          </a:p>
          <a:p>
            <a:pPr lvl="1"/>
            <a:r>
              <a:t>Structure &amp; Flow: coherent movements</a:t>
            </a:r>
          </a:p>
          <a:p>
            <a:pPr lvl="1"/>
            <a:r>
              <a:t>Text-Faithfulness: no proof-texting</a:t>
            </a:r>
          </a:p>
          <a:p>
            <a:pPr lvl="1"/>
            <a:r>
              <a:t>Language Use: careful with Greek/Hebrew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Sermon Review Checkpoints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Intertextual Links: contextually sound</a:t>
            </a:r>
          </a:p>
          <a:p>
            <a:pPr lvl="1"/>
            <a:r>
              <a:t>Christ-Centredness: gospel clarity</a:t>
            </a:r>
          </a:p>
          <a:p>
            <a:pPr lvl="1"/>
            <a:r>
              <a:t>Theology: balanced and biblical</a:t>
            </a:r>
          </a:p>
          <a:p>
            <a:pPr lvl="1"/>
            <a:r>
              <a:t>Illustrations: illuminate, not distract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Sermon Review Checkpoints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Application: concrete and realistic</a:t>
            </a:r>
          </a:p>
          <a:p>
            <a:pPr lvl="1"/>
            <a:r>
              <a:t>Appeal/Response: clear call to action</a:t>
            </a:r>
          </a:p>
          <a:p>
            <a:pPr lvl="1"/>
            <a:r>
              <a:t>Pastoral Sensitivity: grace-filled</a:t>
            </a:r>
          </a:p>
          <a:p>
            <a:pPr lvl="1"/>
            <a:r>
              <a:t>Audience Fit: appropriate language</a:t>
            </a:r>
          </a:p>
          <a:p>
            <a:pPr lvl="1"/>
            <a:r>
              <a:t>Avoid common fallacies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Disagree &amp; Rebuttal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 the claim fairly</a:t>
            </a:r>
          </a:p>
          <a:p>
            <a:pPr lvl="1"/>
            <a:r>
              <a:t>Affirm Scripture as authority</a:t>
            </a:r>
          </a:p>
          <a:p>
            <a:pPr lvl="1"/>
            <a:r>
              <a:t>Show controlling context (NKJV)</a:t>
            </a:r>
          </a:p>
          <a:p>
            <a:pPr lvl="1"/>
            <a:r>
              <a:t>Explain the mismatch</a:t>
            </a:r>
          </a:p>
          <a:p>
            <a:pPr lvl="1"/>
            <a:r>
              <a:t>Offer a better reading</a:t>
            </a:r>
          </a:p>
          <a:p>
            <a:pPr lvl="1"/>
            <a:r>
              <a:t>Maintain pastoral charity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big idea of the passage?</a:t>
            </a:r>
          </a:p>
          <a:p>
            <a:pPr lvl="1"/>
            <a:r>
              <a:t>What does this text reveal about God?</a:t>
            </a:r>
          </a:p>
          <a:p>
            <a:pPr lvl="1"/>
            <a:r>
              <a:t>What does obedience look like today?</a:t>
            </a:r>
          </a:p>
          <a:p>
            <a:pPr lvl="1"/>
            <a:r>
              <a:t>How does the gospel empower response?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Faithful handling of God’s Word</a:t>
            </a:r>
          </a:p>
          <a:p>
            <a:pPr lvl="1"/>
            <a:r>
              <a:t>Clear, Christ-centred teaching</a:t>
            </a:r>
          </a:p>
          <a:p>
            <a:pPr lvl="1"/>
            <a:r>
              <a:t>Practical application for daily life</a:t>
            </a:r>
          </a:p>
          <a:p>
            <a:pPr lvl="1"/>
            <a:r>
              <a:t>Strengthened church leadership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